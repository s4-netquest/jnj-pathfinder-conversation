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15" r:id="rId2"/>
  </p:sldMasterIdLst>
  <p:notesMasterIdLst>
    <p:notesMasterId r:id="rId12"/>
  </p:notesMasterIdLst>
  <p:sldIdLst>
    <p:sldId id="2147483372" r:id="rId3"/>
    <p:sldId id="257" r:id="rId4"/>
    <p:sldId id="289" r:id="rId5"/>
    <p:sldId id="277" r:id="rId6"/>
    <p:sldId id="297" r:id="rId7"/>
    <p:sldId id="298" r:id="rId8"/>
    <p:sldId id="299" r:id="rId9"/>
    <p:sldId id="300" r:id="rId10"/>
    <p:sldId id="2147483373" r:id="rId11"/>
  </p:sldIdLst>
  <p:sldSz cx="12192000" cy="6858000"/>
  <p:notesSz cx="6858000" cy="9144000"/>
  <p:custDataLst>
    <p:tags r:id="rId1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37" autoAdjust="0"/>
    <p:restoredTop sz="94660"/>
  </p:normalViewPr>
  <p:slideViewPr>
    <p:cSldViewPr snapToGrid="0">
      <p:cViewPr varScale="1">
        <p:scale>
          <a:sx n="67" d="100"/>
          <a:sy n="67" d="100"/>
        </p:scale>
        <p:origin x="53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gs" Target="tags/tag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0" i="0" u="none" strike="noStrike" kern="1200" spc="0" baseline="0">
                <a:solidFill>
                  <a:schemeClr val="tx1">
                    <a:lumMod val="65000"/>
                    <a:lumOff val="35000"/>
                  </a:schemeClr>
                </a:solidFill>
                <a:latin typeface="+mn-lt"/>
                <a:ea typeface="+mn-ea"/>
                <a:cs typeface="+mn-cs"/>
              </a:defRPr>
            </a:pPr>
            <a:r>
              <a:rPr lang="en-GB" sz="1100"/>
              <a:t>Patient</a:t>
            </a:r>
            <a:r>
              <a:rPr lang="en-GB" sz="1100" baseline="0"/>
              <a:t> Perception of TKA and THA</a:t>
            </a:r>
            <a:r>
              <a:rPr lang="en-GB" sz="1100" baseline="30000"/>
              <a:t>2</a:t>
            </a:r>
            <a:endParaRPr lang="en-GB" sz="1100"/>
          </a:p>
        </c:rich>
      </c:tx>
      <c:overlay val="0"/>
      <c:spPr>
        <a:noFill/>
        <a:ln>
          <a:noFill/>
        </a:ln>
        <a:effectLst/>
      </c:spPr>
      <c:txPr>
        <a:bodyPr rot="0" spcFirstLastPara="1" vertOverflow="ellipsis" vert="horz" wrap="square" anchor="ctr" anchorCtr="1"/>
        <a:lstStyle/>
        <a:p>
          <a:pPr>
            <a:defRPr sz="11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clustered"/>
        <c:varyColors val="0"/>
        <c:ser>
          <c:idx val="0"/>
          <c:order val="0"/>
          <c:tx>
            <c:strRef>
              <c:f>Sheet1!$B$1</c:f>
              <c:strCache>
                <c:ptCount val="1"/>
                <c:pt idx="0">
                  <c:v>TKA</c:v>
                </c:pt>
              </c:strCache>
            </c:strRef>
          </c:tx>
          <c:spPr>
            <a:solidFill>
              <a:schemeClr val="bg1">
                <a:lumMod val="50000"/>
              </a:schemeClr>
            </a:solidFill>
            <a:ln>
              <a:noFill/>
            </a:ln>
            <a:effectLst/>
          </c:spPr>
          <c:invertIfNegative val="0"/>
          <c:cat>
            <c:strRef>
              <c:f>Sheet1!$A$2:$A$6</c:f>
              <c:strCache>
                <c:ptCount val="5"/>
                <c:pt idx="0">
                  <c:v>Natural Joint</c:v>
                </c:pt>
                <c:pt idx="1">
                  <c:v>Artificial with no limitations</c:v>
                </c:pt>
                <c:pt idx="2">
                  <c:v>Artificial with minimal limitations</c:v>
                </c:pt>
                <c:pt idx="3">
                  <c:v>Artificial with major limitations</c:v>
                </c:pt>
                <c:pt idx="4">
                  <c:v>Nonfunctional Joint </c:v>
                </c:pt>
              </c:strCache>
            </c:strRef>
          </c:cat>
          <c:val>
            <c:numRef>
              <c:f>Sheet1!$B$2:$B$6</c:f>
              <c:numCache>
                <c:formatCode>General</c:formatCode>
                <c:ptCount val="5"/>
                <c:pt idx="0">
                  <c:v>20</c:v>
                </c:pt>
                <c:pt idx="1">
                  <c:v>17</c:v>
                </c:pt>
                <c:pt idx="2">
                  <c:v>48</c:v>
                </c:pt>
                <c:pt idx="3">
                  <c:v>14</c:v>
                </c:pt>
                <c:pt idx="4">
                  <c:v>1</c:v>
                </c:pt>
              </c:numCache>
            </c:numRef>
          </c:val>
          <c:extLst>
            <c:ext xmlns:c16="http://schemas.microsoft.com/office/drawing/2014/chart" uri="{C3380CC4-5D6E-409C-BE32-E72D297353CC}">
              <c16:uniqueId val="{00000000-FC5D-40EA-9D2E-D3B19CE62AF6}"/>
            </c:ext>
          </c:extLst>
        </c:ser>
        <c:ser>
          <c:idx val="1"/>
          <c:order val="1"/>
          <c:tx>
            <c:strRef>
              <c:f>Sheet1!$C$1</c:f>
              <c:strCache>
                <c:ptCount val="1"/>
                <c:pt idx="0">
                  <c:v>THA</c:v>
                </c:pt>
              </c:strCache>
            </c:strRef>
          </c:tx>
          <c:spPr>
            <a:solidFill>
              <a:srgbClr val="FF0000"/>
            </a:solidFill>
            <a:ln>
              <a:noFill/>
            </a:ln>
            <a:effectLst/>
          </c:spPr>
          <c:invertIfNegative val="0"/>
          <c:cat>
            <c:strRef>
              <c:f>Sheet1!$A$2:$A$6</c:f>
              <c:strCache>
                <c:ptCount val="5"/>
                <c:pt idx="0">
                  <c:v>Natural Joint</c:v>
                </c:pt>
                <c:pt idx="1">
                  <c:v>Artificial with no limitations</c:v>
                </c:pt>
                <c:pt idx="2">
                  <c:v>Artificial with minimal limitations</c:v>
                </c:pt>
                <c:pt idx="3">
                  <c:v>Artificial with major limitations</c:v>
                </c:pt>
                <c:pt idx="4">
                  <c:v>Nonfunctional Joint </c:v>
                </c:pt>
              </c:strCache>
            </c:strRef>
          </c:cat>
          <c:val>
            <c:numRef>
              <c:f>Sheet1!$C$2:$C$6</c:f>
              <c:numCache>
                <c:formatCode>General</c:formatCode>
                <c:ptCount val="5"/>
                <c:pt idx="0">
                  <c:v>58</c:v>
                </c:pt>
                <c:pt idx="1">
                  <c:v>19</c:v>
                </c:pt>
                <c:pt idx="2">
                  <c:v>17</c:v>
                </c:pt>
                <c:pt idx="3">
                  <c:v>1</c:v>
                </c:pt>
                <c:pt idx="4">
                  <c:v>0</c:v>
                </c:pt>
              </c:numCache>
            </c:numRef>
          </c:val>
          <c:extLst>
            <c:ext xmlns:c16="http://schemas.microsoft.com/office/drawing/2014/chart" uri="{C3380CC4-5D6E-409C-BE32-E72D297353CC}">
              <c16:uniqueId val="{00000001-FC5D-40EA-9D2E-D3B19CE62AF6}"/>
            </c:ext>
          </c:extLst>
        </c:ser>
        <c:dLbls>
          <c:showLegendKey val="0"/>
          <c:showVal val="0"/>
          <c:showCatName val="0"/>
          <c:showSerName val="0"/>
          <c:showPercent val="0"/>
          <c:showBubbleSize val="0"/>
        </c:dLbls>
        <c:gapWidth val="219"/>
        <c:overlap val="-27"/>
        <c:axId val="1534964336"/>
        <c:axId val="1534965296"/>
      </c:barChart>
      <c:catAx>
        <c:axId val="1534964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34965296"/>
        <c:crosses val="autoZero"/>
        <c:auto val="1"/>
        <c:lblAlgn val="ctr"/>
        <c:lblOffset val="100"/>
        <c:noMultiLvlLbl val="0"/>
      </c:catAx>
      <c:valAx>
        <c:axId val="1534965296"/>
        <c:scaling>
          <c:orientation val="minMax"/>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a:t>%</a:t>
                </a:r>
                <a:r>
                  <a:rPr lang="en-GB" baseline="0"/>
                  <a:t> of Subjects</a:t>
                </a:r>
                <a:endParaRPr lang="en-GB"/>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4964336"/>
        <c:crosses val="autoZero"/>
        <c:crossBetween val="between"/>
      </c:valAx>
      <c:spPr>
        <a:noFill/>
        <a:ln>
          <a:noFill/>
        </a:ln>
        <a:effectLst/>
      </c:spPr>
    </c:plotArea>
    <c:legend>
      <c:legendPos val="b"/>
      <c:layout>
        <c:manualLayout>
          <c:xMode val="edge"/>
          <c:yMode val="edge"/>
          <c:x val="9.4755127024195543E-2"/>
          <c:y val="0.84368252130180699"/>
          <c:w val="0.1145224968236825"/>
          <c:h val="0.1205063808295642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AD78AB-1B11-4038-A9E8-AC434374FC34}" type="datetimeFigureOut">
              <a:rPr lang="en-GB" smtClean="0"/>
              <a:t>03/12/2025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BC0E58-6C0E-448E-BDED-A00330BD4E5E}" type="slidenum">
              <a:rPr lang="en-GB" smtClean="0"/>
              <a:t>‹#›</a:t>
            </a:fld>
            <a:endParaRPr lang="en-GB"/>
          </a:p>
        </p:txBody>
      </p:sp>
    </p:spTree>
    <p:extLst>
      <p:ext uri="{BB962C8B-B14F-4D97-AF65-F5344CB8AC3E}">
        <p14:creationId xmlns:p14="http://schemas.microsoft.com/office/powerpoint/2010/main" val="2534361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B18E93-EE38-CB4F-AFC1-65CB91DBAD44}" type="slidenum">
              <a:rPr kumimoji="0" lang="en-US" sz="1200" b="0" i="0" u="none" strike="noStrike" kern="1200" cap="none" spc="0" normalizeH="0" baseline="0" noProof="0" smtClean="0">
                <a:ln>
                  <a:noFill/>
                </a:ln>
                <a:solidFill>
                  <a:prstClr val="black"/>
                </a:solidFill>
                <a:effectLst/>
                <a:uLnTx/>
                <a:uFillTx/>
                <a:latin typeface="Johnson Display"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Johnson Display" pitchFamily="2" charset="77"/>
              <a:ea typeface="+mn-ea"/>
              <a:cs typeface="+mn-cs"/>
            </a:endParaRPr>
          </a:p>
        </p:txBody>
      </p:sp>
    </p:spTree>
    <p:extLst>
      <p:ext uri="{BB962C8B-B14F-4D97-AF65-F5344CB8AC3E}">
        <p14:creationId xmlns:p14="http://schemas.microsoft.com/office/powerpoint/2010/main" val="1301499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D7B42-13C5-A51F-69C8-96BBE33763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A8192-0982-F01A-202A-72415E9C15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28033-90FD-16B7-E94A-2B8EF81FB2B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effectLst/>
                <a:ea typeface="Calibri" panose="020F0502020204030204" pitchFamily="34" charset="0"/>
              </a:rPr>
              <a:t>Whilst TKA is a very successful procedure, everyone who works in the field understands some of the limitations and challenges. We are trying to restore function to an incredibly complex joint. Whilst the majority of patients are satisfied with their pain relief many suffer from functional issues or a lack of confidence in their joint.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effectLst/>
              <a:ea typeface="Calibri" panose="020F0502020204030204" pitchFamily="34" charset="0"/>
            </a:endParaRPr>
          </a:p>
          <a:p>
            <a:pPr marL="0" indent="0">
              <a:buNone/>
            </a:pPr>
            <a:r>
              <a:rPr lang="en-US" dirty="0"/>
              <a:t>Is this something that resonates with you and your patients?</a:t>
            </a:r>
          </a:p>
        </p:txBody>
      </p:sp>
      <p:sp>
        <p:nvSpPr>
          <p:cNvPr id="4" name="Header Placeholder 3">
            <a:extLst>
              <a:ext uri="{FF2B5EF4-FFF2-40B4-BE49-F238E27FC236}">
                <a16:creationId xmlns:a16="http://schemas.microsoft.com/office/drawing/2014/main" id="{F93B8A5D-61F6-14F7-04E5-8D0D7EE57E55}"/>
              </a:ext>
            </a:extLst>
          </p:cNvPr>
          <p:cNvSpPr>
            <a:spLocks noGrp="1"/>
          </p:cNvSpPr>
          <p:nvPr>
            <p:ph type="hdr" sz="quarter"/>
          </p:nvPr>
        </p:nvSpPr>
        <p:spPr/>
        <p:txBody>
          <a:bodyPr/>
          <a:lstStyle/>
          <a:p>
            <a:pPr marL="0" marR="0" lvl="0" indent="0" algn="l" defTabSz="540316"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endParaRPr>
          </a:p>
        </p:txBody>
      </p:sp>
      <p:sp>
        <p:nvSpPr>
          <p:cNvPr id="5" name="Date Placeholder 4">
            <a:extLst>
              <a:ext uri="{FF2B5EF4-FFF2-40B4-BE49-F238E27FC236}">
                <a16:creationId xmlns:a16="http://schemas.microsoft.com/office/drawing/2014/main" id="{51346DA9-A0A2-F0DC-B029-2441C57DD5D8}"/>
              </a:ext>
            </a:extLst>
          </p:cNvPr>
          <p:cNvSpPr>
            <a:spLocks noGrp="1"/>
          </p:cNvSpPr>
          <p:nvPr>
            <p:ph type="dt" idx="1"/>
          </p:nvPr>
        </p:nvSpPr>
        <p:spPr/>
        <p:txBody>
          <a:bodyPr/>
          <a:lstStyle/>
          <a:p>
            <a:pPr marL="0" marR="0" lvl="0" indent="0" algn="r" defTabSz="540316"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endParaRPr>
          </a:p>
        </p:txBody>
      </p:sp>
      <p:sp>
        <p:nvSpPr>
          <p:cNvPr id="6" name="Footer Placeholder 5">
            <a:extLst>
              <a:ext uri="{FF2B5EF4-FFF2-40B4-BE49-F238E27FC236}">
                <a16:creationId xmlns:a16="http://schemas.microsoft.com/office/drawing/2014/main" id="{1EA4E69C-9A5A-AE93-461E-725E9CF83414}"/>
              </a:ext>
            </a:extLst>
          </p:cNvPr>
          <p:cNvSpPr>
            <a:spLocks noGrp="1"/>
          </p:cNvSpPr>
          <p:nvPr>
            <p:ph type="ftr" sz="quarter" idx="4"/>
          </p:nvPr>
        </p:nvSpPr>
        <p:spPr/>
        <p:txBody>
          <a:bodyPr/>
          <a:lstStyle/>
          <a:p>
            <a:pPr marL="0" marR="0" lvl="0" indent="0" algn="l" defTabSz="540316"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endParaRPr>
          </a:p>
        </p:txBody>
      </p:sp>
      <p:sp>
        <p:nvSpPr>
          <p:cNvPr id="7" name="Slide Number Placeholder 6">
            <a:extLst>
              <a:ext uri="{FF2B5EF4-FFF2-40B4-BE49-F238E27FC236}">
                <a16:creationId xmlns:a16="http://schemas.microsoft.com/office/drawing/2014/main" id="{A7398E96-47D3-9B8D-0F0E-C6B630715BA6}"/>
              </a:ext>
            </a:extLst>
          </p:cNvPr>
          <p:cNvSpPr>
            <a:spLocks noGrp="1"/>
          </p:cNvSpPr>
          <p:nvPr>
            <p:ph type="sldNum" sz="quarter" idx="5"/>
          </p:nvPr>
        </p:nvSpPr>
        <p:spPr/>
        <p:txBody>
          <a:bodyPr/>
          <a:lstStyle/>
          <a:p>
            <a:pPr marL="0" marR="0" lvl="0" indent="0" algn="r" defTabSz="540316" rtl="0" eaLnBrk="0" fontAlgn="base" latinLnBrk="0" hangingPunct="0">
              <a:lnSpc>
                <a:spcPct val="100000"/>
              </a:lnSpc>
              <a:spcBef>
                <a:spcPct val="0"/>
              </a:spcBef>
              <a:spcAft>
                <a:spcPct val="0"/>
              </a:spcAft>
              <a:buClrTx/>
              <a:buSzTx/>
              <a:buFontTx/>
              <a:buNone/>
              <a:tabLst/>
              <a:defRPr/>
            </a:pPr>
            <a:fld id="{B976D8D5-0ECD-3A4D-8E63-E16D685F0695}" type="slidenum">
              <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rPr>
              <a:pPr marL="0" marR="0" lvl="0" indent="0" algn="r" defTabSz="540316" rtl="0" eaLnBrk="0" fontAlgn="base" latinLnBrk="0" hangingPunct="0">
                <a:lnSpc>
                  <a:spcPct val="100000"/>
                </a:lnSpc>
                <a:spcBef>
                  <a:spcPct val="0"/>
                </a:spcBef>
                <a:spcAft>
                  <a:spcPct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endParaRPr>
          </a:p>
        </p:txBody>
      </p:sp>
    </p:spTree>
    <p:extLst>
      <p:ext uri="{BB962C8B-B14F-4D97-AF65-F5344CB8AC3E}">
        <p14:creationId xmlns:p14="http://schemas.microsoft.com/office/powerpoint/2010/main" val="1746592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58EEDE-FA66-4133-8AFF-B8B60DD3CF57}" type="slidenum">
              <a:rPr kumimoji="0" lang="en-US" sz="1200" b="0" i="0" u="none" strike="noStrike" kern="1200" cap="none" spc="0" normalizeH="0" baseline="0" noProof="0" smtClean="0">
                <a:ln>
                  <a:noFill/>
                </a:ln>
                <a:solidFill>
                  <a:prstClr val="black"/>
                </a:solidFill>
                <a:effectLst/>
                <a:uLnTx/>
                <a:uFillTx/>
                <a:latin typeface="Johnson Display"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Johnson Display" pitchFamily="2" charset="77"/>
              <a:ea typeface="+mn-ea"/>
              <a:cs typeface="+mn-cs"/>
            </a:endParaRPr>
          </a:p>
        </p:txBody>
      </p:sp>
    </p:spTree>
    <p:extLst>
      <p:ext uri="{BB962C8B-B14F-4D97-AF65-F5344CB8AC3E}">
        <p14:creationId xmlns:p14="http://schemas.microsoft.com/office/powerpoint/2010/main" val="2397970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689A5-79D6-446F-7E82-BB46E4FB97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587EE-5EC3-0713-F40A-5A08F74169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006F9B-80BD-F351-1C1F-DC985EC8FB9E}"/>
              </a:ext>
            </a:extLst>
          </p:cNvPr>
          <p:cNvSpPr>
            <a:spLocks noGrp="1"/>
          </p:cNvSpPr>
          <p:nvPr>
            <p:ph type="body" idx="1"/>
          </p:nvPr>
        </p:nvSpPr>
        <p:spPr/>
        <p:txBody>
          <a:bodyPr/>
          <a:lstStyle/>
          <a:p>
            <a:r>
              <a:rPr lang="en-GB" sz="1200" dirty="0">
                <a:effectLst/>
                <a:ea typeface="Calibri" panose="020F0502020204030204" pitchFamily="34" charset="0"/>
              </a:rPr>
              <a:t>We started this journey with the development of the ATTUNE implant system. Subtle changes in geometry have improved the kinematics of the tibia-femoral and patella femoral articulations, moving the needle in patient satisfaction. </a:t>
            </a:r>
            <a:r>
              <a:rPr lang="en-US" sz="1200" dirty="0">
                <a:ea typeface="Calibri" panose="020F0502020204030204" pitchFamily="34" charset="0"/>
              </a:rPr>
              <a:t>U</a:t>
            </a:r>
            <a:r>
              <a:rPr lang="en-US" sz="1200" dirty="0">
                <a:effectLst/>
              </a:rPr>
              <a:t>nlike any other knee manufacturer - the ATTUNE knee design allows </a:t>
            </a:r>
            <a:r>
              <a:rPr lang="en-US" sz="1200" dirty="0"/>
              <a:t>the surgeon to m</a:t>
            </a:r>
            <a:r>
              <a:rPr lang="en-US" sz="1200" dirty="0">
                <a:effectLst/>
              </a:rPr>
              <a:t>ore closely restore the patient's natural bony anatomy, within tested and published boundaries.</a:t>
            </a:r>
          </a:p>
          <a:p>
            <a:endParaRPr lang="en-US" sz="1200" dirty="0">
              <a:effectLst/>
              <a:ea typeface="Calibri" panose="020F0502020204030204" pitchFamily="34" charset="0"/>
            </a:endParaRPr>
          </a:p>
          <a:p>
            <a:r>
              <a:rPr lang="en-US" sz="1200" dirty="0"/>
              <a:t>The challenge of implementing patient specific alignment strategies is how to accurately plan and make the required variable bones cut.</a:t>
            </a:r>
          </a:p>
          <a:p>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rPr>
              <a:t>VELYS Robotic-Assisted Solution provides real time feedback on soft tissue balance through the range of motion.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ea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effectLst/>
                <a:ea typeface="Calibri" panose="020F0502020204030204" pitchFamily="34" charset="0"/>
              </a:rPr>
              <a:t>VELYS Robotic-Assisted Solution puts the surgeon in the driver’s seat. You control the selection of the critical points in the registration, you define and control the surgical plan and </a:t>
            </a:r>
            <a:r>
              <a:rPr lang="en-US" sz="1200" dirty="0">
                <a:effectLst/>
              </a:rPr>
              <a:t>predict the balance of the </a:t>
            </a:r>
            <a:r>
              <a:rPr lang="en-US" sz="1200" dirty="0"/>
              <a:t>knee </a:t>
            </a:r>
            <a:r>
              <a:rPr lang="en-US" sz="1200" dirty="0">
                <a:effectLst/>
              </a:rPr>
              <a:t>prior to committing to making any resections. </a:t>
            </a:r>
          </a:p>
          <a:p>
            <a:r>
              <a:rPr lang="en-GB" sz="1200" dirty="0">
                <a:effectLst/>
                <a:ea typeface="Calibri" panose="020F0502020204030204" pitchFamily="34" charset="0"/>
              </a:rPr>
              <a:t>you control where the saw goes in the defined cut plane, you adjust the plan seamlessly based on both clinical assessment and the data provided through the procedure. </a:t>
            </a:r>
          </a:p>
          <a:p>
            <a:endParaRPr lang="en-US" sz="1200" dirty="0">
              <a:effectLst/>
              <a:ea typeface="Calibri" panose="020F0502020204030204" pitchFamily="34" charset="0"/>
            </a:endParaRPr>
          </a:p>
          <a:p>
            <a:pPr marL="0" indent="0">
              <a:buNone/>
            </a:pPr>
            <a:endParaRPr lang="en-US" dirty="0"/>
          </a:p>
        </p:txBody>
      </p:sp>
      <p:sp>
        <p:nvSpPr>
          <p:cNvPr id="4" name="Header Placeholder 3">
            <a:extLst>
              <a:ext uri="{FF2B5EF4-FFF2-40B4-BE49-F238E27FC236}">
                <a16:creationId xmlns:a16="http://schemas.microsoft.com/office/drawing/2014/main" id="{8CA2C0FD-61AF-6BD8-D6CA-091B90D2946D}"/>
              </a:ext>
            </a:extLst>
          </p:cNvPr>
          <p:cNvSpPr>
            <a:spLocks noGrp="1"/>
          </p:cNvSpPr>
          <p:nvPr>
            <p:ph type="hdr" sz="quarter"/>
          </p:nvPr>
        </p:nvSpPr>
        <p:spPr/>
        <p:txBody>
          <a:bodyPr/>
          <a:lstStyle/>
          <a:p>
            <a:pPr marL="0" marR="0" lvl="0" indent="0" algn="l" defTabSz="540316"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endParaRPr>
          </a:p>
        </p:txBody>
      </p:sp>
      <p:sp>
        <p:nvSpPr>
          <p:cNvPr id="5" name="Date Placeholder 4">
            <a:extLst>
              <a:ext uri="{FF2B5EF4-FFF2-40B4-BE49-F238E27FC236}">
                <a16:creationId xmlns:a16="http://schemas.microsoft.com/office/drawing/2014/main" id="{71CDAB86-317A-2C2F-75ED-B6E892735B1F}"/>
              </a:ext>
            </a:extLst>
          </p:cNvPr>
          <p:cNvSpPr>
            <a:spLocks noGrp="1"/>
          </p:cNvSpPr>
          <p:nvPr>
            <p:ph type="dt" idx="1"/>
          </p:nvPr>
        </p:nvSpPr>
        <p:spPr/>
        <p:txBody>
          <a:bodyPr/>
          <a:lstStyle/>
          <a:p>
            <a:pPr marL="0" marR="0" lvl="0" indent="0" algn="r" defTabSz="540316"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endParaRPr>
          </a:p>
        </p:txBody>
      </p:sp>
      <p:sp>
        <p:nvSpPr>
          <p:cNvPr id="6" name="Footer Placeholder 5">
            <a:extLst>
              <a:ext uri="{FF2B5EF4-FFF2-40B4-BE49-F238E27FC236}">
                <a16:creationId xmlns:a16="http://schemas.microsoft.com/office/drawing/2014/main" id="{DB602633-1984-4A39-82B1-9DE5C5DC4DF9}"/>
              </a:ext>
            </a:extLst>
          </p:cNvPr>
          <p:cNvSpPr>
            <a:spLocks noGrp="1"/>
          </p:cNvSpPr>
          <p:nvPr>
            <p:ph type="ftr" sz="quarter" idx="4"/>
          </p:nvPr>
        </p:nvSpPr>
        <p:spPr/>
        <p:txBody>
          <a:bodyPr/>
          <a:lstStyle/>
          <a:p>
            <a:pPr marL="0" marR="0" lvl="0" indent="0" algn="l" defTabSz="540316"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endParaRPr>
          </a:p>
        </p:txBody>
      </p:sp>
      <p:sp>
        <p:nvSpPr>
          <p:cNvPr id="7" name="Slide Number Placeholder 6">
            <a:extLst>
              <a:ext uri="{FF2B5EF4-FFF2-40B4-BE49-F238E27FC236}">
                <a16:creationId xmlns:a16="http://schemas.microsoft.com/office/drawing/2014/main" id="{BBEB7D20-CE70-F4CF-393A-DCD4C90079C3}"/>
              </a:ext>
            </a:extLst>
          </p:cNvPr>
          <p:cNvSpPr>
            <a:spLocks noGrp="1"/>
          </p:cNvSpPr>
          <p:nvPr>
            <p:ph type="sldNum" sz="quarter" idx="5"/>
          </p:nvPr>
        </p:nvSpPr>
        <p:spPr/>
        <p:txBody>
          <a:bodyPr/>
          <a:lstStyle/>
          <a:p>
            <a:pPr marL="0" marR="0" lvl="0" indent="0" algn="r" defTabSz="540316" rtl="0" eaLnBrk="0" fontAlgn="base" latinLnBrk="0" hangingPunct="0">
              <a:lnSpc>
                <a:spcPct val="100000"/>
              </a:lnSpc>
              <a:spcBef>
                <a:spcPct val="0"/>
              </a:spcBef>
              <a:spcAft>
                <a:spcPct val="0"/>
              </a:spcAft>
              <a:buClrTx/>
              <a:buSzTx/>
              <a:buFontTx/>
              <a:buNone/>
              <a:tabLst/>
              <a:defRPr/>
            </a:pPr>
            <a:fld id="{B976D8D5-0ECD-3A4D-8E63-E16D685F0695}" type="slidenum">
              <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rPr>
              <a:pPr marL="0" marR="0" lvl="0" indent="0" algn="r" defTabSz="540316" rtl="0" eaLnBrk="0" fontAlgn="base" latinLnBrk="0" hangingPunct="0">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endParaRPr>
          </a:p>
        </p:txBody>
      </p:sp>
    </p:spTree>
    <p:extLst>
      <p:ext uri="{BB962C8B-B14F-4D97-AF65-F5344CB8AC3E}">
        <p14:creationId xmlns:p14="http://schemas.microsoft.com/office/powerpoint/2010/main" val="879904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2FD6C-BDD8-726B-B60D-FADBE41DD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56F864-08DD-AABB-B790-3FA2AA3EF1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A6E21A-0392-8B48-EFC5-06CD0C3D75EA}"/>
              </a:ext>
            </a:extLst>
          </p:cNvPr>
          <p:cNvSpPr>
            <a:spLocks noGrp="1"/>
          </p:cNvSpPr>
          <p:nvPr>
            <p:ph type="body" idx="1"/>
          </p:nvPr>
        </p:nvSpPr>
        <p:spPr/>
        <p:txBody>
          <a:bodyPr/>
          <a:lstStyle/>
          <a:p>
            <a:r>
              <a:rPr lang="en-GB" sz="1200" dirty="0">
                <a:effectLst/>
                <a:ea typeface="Calibri" panose="020F0502020204030204" pitchFamily="34" charset="0"/>
              </a:rPr>
              <a:t>We started this journey with the development of the ATTUNE implant system. Subtle changes in geometry have improved the kinematics of the tibia-femoral and patella femoral articulations, moving the needle in patient satisfaction. </a:t>
            </a:r>
            <a:r>
              <a:rPr lang="en-US" sz="1200" dirty="0">
                <a:ea typeface="Calibri" panose="020F0502020204030204" pitchFamily="34" charset="0"/>
              </a:rPr>
              <a:t>U</a:t>
            </a:r>
            <a:r>
              <a:rPr lang="en-US" sz="1200" dirty="0">
                <a:effectLst/>
              </a:rPr>
              <a:t>nlike any other knee manufacturer - the ATTUNE knee design allows </a:t>
            </a:r>
            <a:r>
              <a:rPr lang="en-US" sz="1200" dirty="0"/>
              <a:t>the surgeon to m</a:t>
            </a:r>
            <a:r>
              <a:rPr lang="en-US" sz="1200" dirty="0">
                <a:effectLst/>
              </a:rPr>
              <a:t>ore closely restore the patient's natural bony anatomy, within tested and published boundaries.</a:t>
            </a:r>
          </a:p>
          <a:p>
            <a:endParaRPr lang="en-US" sz="1200" dirty="0">
              <a:effectLst/>
              <a:ea typeface="Calibri" panose="020F0502020204030204" pitchFamily="34" charset="0"/>
            </a:endParaRPr>
          </a:p>
          <a:p>
            <a:r>
              <a:rPr lang="en-US" sz="1200" dirty="0"/>
              <a:t>The challenge of implementing patient specific alignment strategies is how to accurately make the required variable bones cut.</a:t>
            </a:r>
          </a:p>
          <a:p>
            <a:endParaRPr lang="en-US" sz="1200" dirty="0"/>
          </a:p>
          <a:p>
            <a:r>
              <a:rPr lang="en-US" sz="1200" dirty="0">
                <a:effectLst/>
              </a:rPr>
              <a:t>VELYS Robotic-Assisted Solution provides real time feedback on soft tissue balance through the range of motion. You can predict the balance of the </a:t>
            </a:r>
            <a:r>
              <a:rPr lang="en-US" sz="1200" dirty="0"/>
              <a:t>knee </a:t>
            </a:r>
            <a:r>
              <a:rPr lang="en-US" sz="1200" dirty="0">
                <a:effectLst/>
              </a:rPr>
              <a:t>prior to committing to making any resections. </a:t>
            </a:r>
          </a:p>
          <a:p>
            <a:r>
              <a:rPr lang="en-GB" sz="1200" dirty="0">
                <a:effectLst/>
                <a:ea typeface="Calibri" panose="020F0502020204030204" pitchFamily="34" charset="0"/>
              </a:rPr>
              <a:t>VELYS Robotic-Assisted Solution puts the surgeon in the driver’s seat. You control the selection of the critical points in the registration, you define and control the surgical plan, you control where the saw goes in the defined cut plane, you adjust the plan seamlessly based on both clinical assessment and the data provided through the procedure. </a:t>
            </a:r>
          </a:p>
          <a:p>
            <a:endParaRPr lang="en-US" sz="1200" dirty="0">
              <a:effectLst/>
              <a:ea typeface="Calibri" panose="020F0502020204030204" pitchFamily="34" charset="0"/>
            </a:endParaRPr>
          </a:p>
          <a:p>
            <a:pPr marL="0" indent="0">
              <a:buNone/>
            </a:pPr>
            <a:endParaRPr lang="en-US" dirty="0"/>
          </a:p>
        </p:txBody>
      </p:sp>
      <p:sp>
        <p:nvSpPr>
          <p:cNvPr id="4" name="Header Placeholder 3">
            <a:extLst>
              <a:ext uri="{FF2B5EF4-FFF2-40B4-BE49-F238E27FC236}">
                <a16:creationId xmlns:a16="http://schemas.microsoft.com/office/drawing/2014/main" id="{999985F0-5BC2-E44E-E52D-4289EDF36F6E}"/>
              </a:ext>
            </a:extLst>
          </p:cNvPr>
          <p:cNvSpPr>
            <a:spLocks noGrp="1"/>
          </p:cNvSpPr>
          <p:nvPr>
            <p:ph type="hdr" sz="quarter"/>
          </p:nvPr>
        </p:nvSpPr>
        <p:spPr/>
        <p:txBody>
          <a:bodyPr/>
          <a:lstStyle/>
          <a:p>
            <a:pPr marL="0" marR="0" lvl="0" indent="0" algn="l" defTabSz="540316"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endParaRPr>
          </a:p>
        </p:txBody>
      </p:sp>
      <p:sp>
        <p:nvSpPr>
          <p:cNvPr id="5" name="Date Placeholder 4">
            <a:extLst>
              <a:ext uri="{FF2B5EF4-FFF2-40B4-BE49-F238E27FC236}">
                <a16:creationId xmlns:a16="http://schemas.microsoft.com/office/drawing/2014/main" id="{54A326B8-A0DE-81FE-B969-E30381DFD7CD}"/>
              </a:ext>
            </a:extLst>
          </p:cNvPr>
          <p:cNvSpPr>
            <a:spLocks noGrp="1"/>
          </p:cNvSpPr>
          <p:nvPr>
            <p:ph type="dt" idx="1"/>
          </p:nvPr>
        </p:nvSpPr>
        <p:spPr/>
        <p:txBody>
          <a:bodyPr/>
          <a:lstStyle/>
          <a:p>
            <a:pPr marL="0" marR="0" lvl="0" indent="0" algn="r" defTabSz="540316"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endParaRPr>
          </a:p>
        </p:txBody>
      </p:sp>
      <p:sp>
        <p:nvSpPr>
          <p:cNvPr id="6" name="Footer Placeholder 5">
            <a:extLst>
              <a:ext uri="{FF2B5EF4-FFF2-40B4-BE49-F238E27FC236}">
                <a16:creationId xmlns:a16="http://schemas.microsoft.com/office/drawing/2014/main" id="{70F26686-4965-BB82-107D-30141064DEBE}"/>
              </a:ext>
            </a:extLst>
          </p:cNvPr>
          <p:cNvSpPr>
            <a:spLocks noGrp="1"/>
          </p:cNvSpPr>
          <p:nvPr>
            <p:ph type="ftr" sz="quarter" idx="4"/>
          </p:nvPr>
        </p:nvSpPr>
        <p:spPr/>
        <p:txBody>
          <a:bodyPr/>
          <a:lstStyle/>
          <a:p>
            <a:pPr marL="0" marR="0" lvl="0" indent="0" algn="l" defTabSz="540316"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endParaRPr>
          </a:p>
        </p:txBody>
      </p:sp>
      <p:sp>
        <p:nvSpPr>
          <p:cNvPr id="7" name="Slide Number Placeholder 6">
            <a:extLst>
              <a:ext uri="{FF2B5EF4-FFF2-40B4-BE49-F238E27FC236}">
                <a16:creationId xmlns:a16="http://schemas.microsoft.com/office/drawing/2014/main" id="{B2CD2E48-C10A-6533-5FA3-A82CD308A09C}"/>
              </a:ext>
            </a:extLst>
          </p:cNvPr>
          <p:cNvSpPr>
            <a:spLocks noGrp="1"/>
          </p:cNvSpPr>
          <p:nvPr>
            <p:ph type="sldNum" sz="quarter" idx="5"/>
          </p:nvPr>
        </p:nvSpPr>
        <p:spPr/>
        <p:txBody>
          <a:bodyPr/>
          <a:lstStyle/>
          <a:p>
            <a:pPr marL="0" marR="0" lvl="0" indent="0" algn="r" defTabSz="540316" rtl="0" eaLnBrk="0" fontAlgn="base" latinLnBrk="0" hangingPunct="0">
              <a:lnSpc>
                <a:spcPct val="100000"/>
              </a:lnSpc>
              <a:spcBef>
                <a:spcPct val="0"/>
              </a:spcBef>
              <a:spcAft>
                <a:spcPct val="0"/>
              </a:spcAft>
              <a:buClrTx/>
              <a:buSzTx/>
              <a:buFontTx/>
              <a:buNone/>
              <a:tabLst/>
              <a:defRPr/>
            </a:pPr>
            <a:fld id="{B976D8D5-0ECD-3A4D-8E63-E16D685F0695}" type="slidenum">
              <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rPr>
              <a:pPr marL="0" marR="0" lvl="0" indent="0" algn="r" defTabSz="540316" rtl="0" eaLnBrk="0" fontAlgn="base" latinLnBrk="0" hangingPunct="0">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endParaRPr>
          </a:p>
        </p:txBody>
      </p:sp>
    </p:spTree>
    <p:extLst>
      <p:ext uri="{BB962C8B-B14F-4D97-AF65-F5344CB8AC3E}">
        <p14:creationId xmlns:p14="http://schemas.microsoft.com/office/powerpoint/2010/main" val="2208189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78193-6E63-6DF6-8D67-509097107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3CE5CE-339C-03CF-5DD2-CE1B34C183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A480AA-04C7-9B49-C16C-D260E6CCF9F8}"/>
              </a:ext>
            </a:extLst>
          </p:cNvPr>
          <p:cNvSpPr>
            <a:spLocks noGrp="1"/>
          </p:cNvSpPr>
          <p:nvPr>
            <p:ph type="body" idx="1"/>
          </p:nvPr>
        </p:nvSpPr>
        <p:spPr/>
        <p:txBody>
          <a:bodyPr/>
          <a:lstStyle/>
          <a:p>
            <a:r>
              <a:rPr lang="en-GB" sz="1200" dirty="0">
                <a:effectLst/>
                <a:ea typeface="Calibri" panose="020F0502020204030204" pitchFamily="34" charset="0"/>
              </a:rPr>
              <a:t>We started this journey with the development of the ATTUNE implant system. Subtle changes in geometry have improved the kinematics of the tibia-femoral and patella femoral articulations, moving the needle in patient satisfaction. </a:t>
            </a:r>
            <a:r>
              <a:rPr lang="en-US" sz="1200" dirty="0">
                <a:ea typeface="Calibri" panose="020F0502020204030204" pitchFamily="34" charset="0"/>
              </a:rPr>
              <a:t>U</a:t>
            </a:r>
            <a:r>
              <a:rPr lang="en-US" sz="1200" dirty="0">
                <a:effectLst/>
              </a:rPr>
              <a:t>nlike any other knee manufacturer - the ATTUNE knee design allows </a:t>
            </a:r>
            <a:r>
              <a:rPr lang="en-US" sz="1200" dirty="0"/>
              <a:t>the surgeon to m</a:t>
            </a:r>
            <a:r>
              <a:rPr lang="en-US" sz="1200" dirty="0">
                <a:effectLst/>
              </a:rPr>
              <a:t>ore closely restore the patient's natural bony anatomy, within tested and published boundaries.</a:t>
            </a:r>
          </a:p>
          <a:p>
            <a:endParaRPr lang="en-US" sz="1200" dirty="0">
              <a:effectLst/>
              <a:ea typeface="Calibri" panose="020F0502020204030204" pitchFamily="34" charset="0"/>
            </a:endParaRPr>
          </a:p>
          <a:p>
            <a:r>
              <a:rPr lang="en-US" sz="1200" dirty="0"/>
              <a:t>The challenge of implementing patient specific alignment strategies is how to accurately make the required variable bones cut.</a:t>
            </a:r>
          </a:p>
          <a:p>
            <a:endParaRPr lang="en-US" sz="1200" dirty="0"/>
          </a:p>
          <a:p>
            <a:r>
              <a:rPr lang="en-US" sz="1200" dirty="0">
                <a:effectLst/>
              </a:rPr>
              <a:t>VELYS Robotic-Assisted Solution provides real time feedback on soft tissue balance through the range of motion. You can predict the balance of the </a:t>
            </a:r>
            <a:r>
              <a:rPr lang="en-US" sz="1200" dirty="0"/>
              <a:t>knee </a:t>
            </a:r>
            <a:r>
              <a:rPr lang="en-US" sz="1200" dirty="0">
                <a:effectLst/>
              </a:rPr>
              <a:t>prior to committing to making any resections. </a:t>
            </a:r>
          </a:p>
          <a:p>
            <a:r>
              <a:rPr lang="en-GB" sz="1200" dirty="0">
                <a:effectLst/>
                <a:ea typeface="Calibri" panose="020F0502020204030204" pitchFamily="34" charset="0"/>
              </a:rPr>
              <a:t>VELYS Robotic-Assisted Solution puts the surgeon in the driver’s seat. You control the selection of the critical points in the registration, you define and control the surgical plan, you control where the saw goes in the defined cut plane, you adjust the plan seamlessly based on both clinical assessment and the data provided through the procedure. </a:t>
            </a:r>
          </a:p>
          <a:p>
            <a:endParaRPr lang="en-US" sz="1200" dirty="0">
              <a:effectLst/>
              <a:ea typeface="Calibri" panose="020F0502020204030204" pitchFamily="34" charset="0"/>
            </a:endParaRPr>
          </a:p>
          <a:p>
            <a:pPr marL="0" indent="0">
              <a:buNone/>
            </a:pPr>
            <a:endParaRPr lang="en-US" dirty="0"/>
          </a:p>
        </p:txBody>
      </p:sp>
      <p:sp>
        <p:nvSpPr>
          <p:cNvPr id="4" name="Header Placeholder 3">
            <a:extLst>
              <a:ext uri="{FF2B5EF4-FFF2-40B4-BE49-F238E27FC236}">
                <a16:creationId xmlns:a16="http://schemas.microsoft.com/office/drawing/2014/main" id="{90A0ADDD-A8F9-2FE3-083B-91BFA6D664AA}"/>
              </a:ext>
            </a:extLst>
          </p:cNvPr>
          <p:cNvSpPr>
            <a:spLocks noGrp="1"/>
          </p:cNvSpPr>
          <p:nvPr>
            <p:ph type="hdr" sz="quarter"/>
          </p:nvPr>
        </p:nvSpPr>
        <p:spPr/>
        <p:txBody>
          <a:bodyPr/>
          <a:lstStyle/>
          <a:p>
            <a:pPr marL="0" marR="0" lvl="0" indent="0" algn="l" defTabSz="540316"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endParaRPr>
          </a:p>
        </p:txBody>
      </p:sp>
      <p:sp>
        <p:nvSpPr>
          <p:cNvPr id="5" name="Date Placeholder 4">
            <a:extLst>
              <a:ext uri="{FF2B5EF4-FFF2-40B4-BE49-F238E27FC236}">
                <a16:creationId xmlns:a16="http://schemas.microsoft.com/office/drawing/2014/main" id="{FAD92277-632D-BB3D-DEC7-38A274C573CB}"/>
              </a:ext>
            </a:extLst>
          </p:cNvPr>
          <p:cNvSpPr>
            <a:spLocks noGrp="1"/>
          </p:cNvSpPr>
          <p:nvPr>
            <p:ph type="dt" idx="1"/>
          </p:nvPr>
        </p:nvSpPr>
        <p:spPr/>
        <p:txBody>
          <a:bodyPr/>
          <a:lstStyle/>
          <a:p>
            <a:pPr marL="0" marR="0" lvl="0" indent="0" algn="r" defTabSz="540316"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endParaRPr>
          </a:p>
        </p:txBody>
      </p:sp>
      <p:sp>
        <p:nvSpPr>
          <p:cNvPr id="6" name="Footer Placeholder 5">
            <a:extLst>
              <a:ext uri="{FF2B5EF4-FFF2-40B4-BE49-F238E27FC236}">
                <a16:creationId xmlns:a16="http://schemas.microsoft.com/office/drawing/2014/main" id="{3F635F53-F68D-0CA7-E28B-EFD682994DD7}"/>
              </a:ext>
            </a:extLst>
          </p:cNvPr>
          <p:cNvSpPr>
            <a:spLocks noGrp="1"/>
          </p:cNvSpPr>
          <p:nvPr>
            <p:ph type="ftr" sz="quarter" idx="4"/>
          </p:nvPr>
        </p:nvSpPr>
        <p:spPr/>
        <p:txBody>
          <a:bodyPr/>
          <a:lstStyle/>
          <a:p>
            <a:pPr marL="0" marR="0" lvl="0" indent="0" algn="l" defTabSz="540316"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endParaRPr>
          </a:p>
        </p:txBody>
      </p:sp>
      <p:sp>
        <p:nvSpPr>
          <p:cNvPr id="7" name="Slide Number Placeholder 6">
            <a:extLst>
              <a:ext uri="{FF2B5EF4-FFF2-40B4-BE49-F238E27FC236}">
                <a16:creationId xmlns:a16="http://schemas.microsoft.com/office/drawing/2014/main" id="{535DCC2E-1C1C-4755-A212-694C670555A1}"/>
              </a:ext>
            </a:extLst>
          </p:cNvPr>
          <p:cNvSpPr>
            <a:spLocks noGrp="1"/>
          </p:cNvSpPr>
          <p:nvPr>
            <p:ph type="sldNum" sz="quarter" idx="5"/>
          </p:nvPr>
        </p:nvSpPr>
        <p:spPr/>
        <p:txBody>
          <a:bodyPr/>
          <a:lstStyle/>
          <a:p>
            <a:pPr marL="0" marR="0" lvl="0" indent="0" algn="r" defTabSz="540316" rtl="0" eaLnBrk="0" fontAlgn="base" latinLnBrk="0" hangingPunct="0">
              <a:lnSpc>
                <a:spcPct val="100000"/>
              </a:lnSpc>
              <a:spcBef>
                <a:spcPct val="0"/>
              </a:spcBef>
              <a:spcAft>
                <a:spcPct val="0"/>
              </a:spcAft>
              <a:buClrTx/>
              <a:buSzTx/>
              <a:buFontTx/>
              <a:buNone/>
              <a:tabLst/>
              <a:defRPr/>
            </a:pPr>
            <a:fld id="{B976D8D5-0ECD-3A4D-8E63-E16D685F0695}" type="slidenum">
              <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rPr>
              <a:pPr marL="0" marR="0" lvl="0" indent="0" algn="r" defTabSz="540316" rtl="0" eaLnBrk="0" fontAlgn="base" latinLnBrk="0" hangingPunct="0">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endParaRPr>
          </a:p>
        </p:txBody>
      </p:sp>
    </p:spTree>
    <p:extLst>
      <p:ext uri="{BB962C8B-B14F-4D97-AF65-F5344CB8AC3E}">
        <p14:creationId xmlns:p14="http://schemas.microsoft.com/office/powerpoint/2010/main" val="1786341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6902E-2C67-D835-F5FC-23A259799F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05463-D5D9-AD80-4262-324CBC45EF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AFC335-9EAE-64BE-C168-FC6FAE5F2861}"/>
              </a:ext>
            </a:extLst>
          </p:cNvPr>
          <p:cNvSpPr>
            <a:spLocks noGrp="1"/>
          </p:cNvSpPr>
          <p:nvPr>
            <p:ph type="body" idx="1"/>
          </p:nvPr>
        </p:nvSpPr>
        <p:spPr/>
        <p:txBody>
          <a:bodyPr/>
          <a:lstStyle/>
          <a:p>
            <a:r>
              <a:rPr lang="en-GB" sz="1200" dirty="0">
                <a:effectLst/>
                <a:ea typeface="Calibri" panose="020F0502020204030204" pitchFamily="34" charset="0"/>
              </a:rPr>
              <a:t>We started this journey with the development of the ATTUNE implant system. Subtle changes in geometry have improved the kinematics of the tibia-femoral and patella femoral articulations, moving the needle in patient satisfaction. </a:t>
            </a:r>
            <a:r>
              <a:rPr lang="en-US" sz="1200" dirty="0">
                <a:ea typeface="Calibri" panose="020F0502020204030204" pitchFamily="34" charset="0"/>
              </a:rPr>
              <a:t>U</a:t>
            </a:r>
            <a:r>
              <a:rPr lang="en-US" sz="1200" dirty="0">
                <a:effectLst/>
              </a:rPr>
              <a:t>nlike any other knee manufacturer - the ATTUNE knee design allows </a:t>
            </a:r>
            <a:r>
              <a:rPr lang="en-US" sz="1200" dirty="0"/>
              <a:t>the surgeon to m</a:t>
            </a:r>
            <a:r>
              <a:rPr lang="en-US" sz="1200" dirty="0">
                <a:effectLst/>
              </a:rPr>
              <a:t>ore closely restore the patient's natural bony anatomy, within tested and published boundaries.</a:t>
            </a:r>
          </a:p>
          <a:p>
            <a:endParaRPr lang="en-US" sz="1200" dirty="0">
              <a:effectLst/>
              <a:ea typeface="Calibri" panose="020F0502020204030204" pitchFamily="34" charset="0"/>
            </a:endParaRPr>
          </a:p>
          <a:p>
            <a:r>
              <a:rPr lang="en-US" sz="1200" dirty="0"/>
              <a:t>The challenge of implementing patient specific alignment strategies is how to accurately make the required variable bones cut.</a:t>
            </a:r>
          </a:p>
          <a:p>
            <a:endParaRPr lang="en-US" sz="1200" dirty="0"/>
          </a:p>
          <a:p>
            <a:r>
              <a:rPr lang="en-US" sz="1200" dirty="0">
                <a:effectLst/>
              </a:rPr>
              <a:t>VELYS Robotic-Assisted Solution provides real time feedback on soft tissue balance through the range of motion. You can predict the balance of the </a:t>
            </a:r>
            <a:r>
              <a:rPr lang="en-US" sz="1200" dirty="0"/>
              <a:t>knee </a:t>
            </a:r>
            <a:r>
              <a:rPr lang="en-US" sz="1200" dirty="0">
                <a:effectLst/>
              </a:rPr>
              <a:t>prior to committing to making any resections. </a:t>
            </a:r>
          </a:p>
          <a:p>
            <a:r>
              <a:rPr lang="en-GB" sz="1200" dirty="0">
                <a:effectLst/>
                <a:ea typeface="Calibri" panose="020F0502020204030204" pitchFamily="34" charset="0"/>
              </a:rPr>
              <a:t>VELYS Robotic-Assisted Solution puts the surgeon in the driver’s seat. You control the selection of the critical points in the registration, you define and control the surgical plan, you control where the saw goes in the defined cut plane, you adjust the plan seamlessly based on both clinical assessment and the data provided through the procedure. </a:t>
            </a:r>
          </a:p>
          <a:p>
            <a:endParaRPr lang="en-US" sz="1200" dirty="0">
              <a:effectLst/>
              <a:ea typeface="Calibri" panose="020F0502020204030204" pitchFamily="34" charset="0"/>
            </a:endParaRPr>
          </a:p>
          <a:p>
            <a:pPr marL="0" indent="0">
              <a:buNone/>
            </a:pPr>
            <a:endParaRPr lang="en-US" dirty="0"/>
          </a:p>
        </p:txBody>
      </p:sp>
      <p:sp>
        <p:nvSpPr>
          <p:cNvPr id="4" name="Header Placeholder 3">
            <a:extLst>
              <a:ext uri="{FF2B5EF4-FFF2-40B4-BE49-F238E27FC236}">
                <a16:creationId xmlns:a16="http://schemas.microsoft.com/office/drawing/2014/main" id="{B5394D93-CF03-E3AA-34C7-21CD8D0E8270}"/>
              </a:ext>
            </a:extLst>
          </p:cNvPr>
          <p:cNvSpPr>
            <a:spLocks noGrp="1"/>
          </p:cNvSpPr>
          <p:nvPr>
            <p:ph type="hdr" sz="quarter"/>
          </p:nvPr>
        </p:nvSpPr>
        <p:spPr/>
        <p:txBody>
          <a:bodyPr/>
          <a:lstStyle/>
          <a:p>
            <a:pPr marL="0" marR="0" lvl="0" indent="0" algn="l" defTabSz="540316"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endParaRPr>
          </a:p>
        </p:txBody>
      </p:sp>
      <p:sp>
        <p:nvSpPr>
          <p:cNvPr id="5" name="Date Placeholder 4">
            <a:extLst>
              <a:ext uri="{FF2B5EF4-FFF2-40B4-BE49-F238E27FC236}">
                <a16:creationId xmlns:a16="http://schemas.microsoft.com/office/drawing/2014/main" id="{8E7BC1A6-4368-A4E1-DB17-2511975A3814}"/>
              </a:ext>
            </a:extLst>
          </p:cNvPr>
          <p:cNvSpPr>
            <a:spLocks noGrp="1"/>
          </p:cNvSpPr>
          <p:nvPr>
            <p:ph type="dt" idx="1"/>
          </p:nvPr>
        </p:nvSpPr>
        <p:spPr/>
        <p:txBody>
          <a:bodyPr/>
          <a:lstStyle/>
          <a:p>
            <a:pPr marL="0" marR="0" lvl="0" indent="0" algn="r" defTabSz="540316"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endParaRPr>
          </a:p>
        </p:txBody>
      </p:sp>
      <p:sp>
        <p:nvSpPr>
          <p:cNvPr id="6" name="Footer Placeholder 5">
            <a:extLst>
              <a:ext uri="{FF2B5EF4-FFF2-40B4-BE49-F238E27FC236}">
                <a16:creationId xmlns:a16="http://schemas.microsoft.com/office/drawing/2014/main" id="{DDE5BEF3-57CF-4113-E097-E2A3641FBDE2}"/>
              </a:ext>
            </a:extLst>
          </p:cNvPr>
          <p:cNvSpPr>
            <a:spLocks noGrp="1"/>
          </p:cNvSpPr>
          <p:nvPr>
            <p:ph type="ftr" sz="quarter" idx="4"/>
          </p:nvPr>
        </p:nvSpPr>
        <p:spPr/>
        <p:txBody>
          <a:bodyPr/>
          <a:lstStyle/>
          <a:p>
            <a:pPr marL="0" marR="0" lvl="0" indent="0" algn="l" defTabSz="540316"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endParaRPr>
          </a:p>
        </p:txBody>
      </p:sp>
      <p:sp>
        <p:nvSpPr>
          <p:cNvPr id="7" name="Slide Number Placeholder 6">
            <a:extLst>
              <a:ext uri="{FF2B5EF4-FFF2-40B4-BE49-F238E27FC236}">
                <a16:creationId xmlns:a16="http://schemas.microsoft.com/office/drawing/2014/main" id="{95C7FF02-A201-D0BE-9F97-EAE2538C6456}"/>
              </a:ext>
            </a:extLst>
          </p:cNvPr>
          <p:cNvSpPr>
            <a:spLocks noGrp="1"/>
          </p:cNvSpPr>
          <p:nvPr>
            <p:ph type="sldNum" sz="quarter" idx="5"/>
          </p:nvPr>
        </p:nvSpPr>
        <p:spPr/>
        <p:txBody>
          <a:bodyPr/>
          <a:lstStyle/>
          <a:p>
            <a:pPr marL="0" marR="0" lvl="0" indent="0" algn="r" defTabSz="540316" rtl="0" eaLnBrk="0" fontAlgn="base" latinLnBrk="0" hangingPunct="0">
              <a:lnSpc>
                <a:spcPct val="100000"/>
              </a:lnSpc>
              <a:spcBef>
                <a:spcPct val="0"/>
              </a:spcBef>
              <a:spcAft>
                <a:spcPct val="0"/>
              </a:spcAft>
              <a:buClrTx/>
              <a:buSzTx/>
              <a:buFontTx/>
              <a:buNone/>
              <a:tabLst/>
              <a:defRPr/>
            </a:pPr>
            <a:fld id="{B976D8D5-0ECD-3A4D-8E63-E16D685F0695}" type="slidenum">
              <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rPr>
              <a:pPr marL="0" marR="0" lvl="0" indent="0" algn="r" defTabSz="540316" rtl="0" eaLnBrk="0" fontAlgn="base" latinLnBrk="0" hangingPunct="0">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rial" pitchFamily="-65" charset="0"/>
              <a:ea typeface="Arial Unicode MS" pitchFamily="-65" charset="0"/>
              <a:cs typeface="Arial Unicode MS" pitchFamily="-65" charset="0"/>
            </a:endParaRPr>
          </a:p>
        </p:txBody>
      </p:sp>
    </p:spTree>
    <p:extLst>
      <p:ext uri="{BB962C8B-B14F-4D97-AF65-F5344CB8AC3E}">
        <p14:creationId xmlns:p14="http://schemas.microsoft.com/office/powerpoint/2010/main" val="14498166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BC0E58-6C0E-448E-BDED-A00330BD4E5E}" type="slidenum">
              <a:rPr lang="en-GB" smtClean="0"/>
              <a:t>8</a:t>
            </a:fld>
            <a:endParaRPr lang="en-GB"/>
          </a:p>
        </p:txBody>
      </p:sp>
    </p:spTree>
    <p:extLst>
      <p:ext uri="{BB962C8B-B14F-4D97-AF65-F5344CB8AC3E}">
        <p14:creationId xmlns:p14="http://schemas.microsoft.com/office/powerpoint/2010/main" val="15538290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BC0E58-6C0E-448E-BDED-A00330BD4E5E}" type="slidenum">
              <a:rPr lang="en-GB" smtClean="0"/>
              <a:t>9</a:t>
            </a:fld>
            <a:endParaRPr lang="en-GB"/>
          </a:p>
        </p:txBody>
      </p:sp>
    </p:spTree>
    <p:extLst>
      <p:ext uri="{BB962C8B-B14F-4D97-AF65-F5344CB8AC3E}">
        <p14:creationId xmlns:p14="http://schemas.microsoft.com/office/powerpoint/2010/main" val="1063131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97A17AB-0114-CDE0-D80E-3AAA53BE4837}"/>
              </a:ext>
            </a:extLst>
          </p:cNvPr>
          <p:cNvSpPr>
            <a:spLocks noGrp="1"/>
          </p:cNvSpPr>
          <p:nvPr>
            <p:ph type="ctrTitle" hasCustomPrompt="1"/>
          </p:nvPr>
        </p:nvSpPr>
        <p:spPr>
          <a:xfrm>
            <a:off x="284806" y="262670"/>
            <a:ext cx="8676632" cy="3930563"/>
          </a:xfrm>
        </p:spPr>
        <p:txBody>
          <a:bodyPr anchor="t">
            <a:normAutofit/>
          </a:bodyPr>
          <a:lstStyle>
            <a:lvl1pPr algn="l">
              <a:lnSpc>
                <a:spcPct val="80000"/>
              </a:lnSpc>
              <a:defRPr sz="10500" b="0" i="0" spc="0" baseline="0">
                <a:solidFill>
                  <a:schemeClr val="bg1"/>
                </a:solidFill>
                <a:latin typeface="+mj-lt"/>
              </a:defRPr>
            </a:lvl1pPr>
          </a:lstStyle>
          <a:p>
            <a:r>
              <a:rPr lang="en-GB"/>
              <a:t>Longer titles will shrink automatically</a:t>
            </a:r>
          </a:p>
        </p:txBody>
      </p:sp>
      <p:sp>
        <p:nvSpPr>
          <p:cNvPr id="3" name="Subtitle 2">
            <a:extLst>
              <a:ext uri="{FF2B5EF4-FFF2-40B4-BE49-F238E27FC236}">
                <a16:creationId xmlns:a16="http://schemas.microsoft.com/office/drawing/2014/main" id="{6CB6DC8B-F860-B6A2-BF16-896FEA31623A}"/>
              </a:ext>
            </a:extLst>
          </p:cNvPr>
          <p:cNvSpPr>
            <a:spLocks noGrp="1"/>
          </p:cNvSpPr>
          <p:nvPr>
            <p:ph type="subTitle" idx="1" hasCustomPrompt="1"/>
          </p:nvPr>
        </p:nvSpPr>
        <p:spPr>
          <a:xfrm>
            <a:off x="284806" y="4889500"/>
            <a:ext cx="2795587" cy="865834"/>
          </a:xfrm>
        </p:spPr>
        <p:txBody>
          <a:bodyPr anchor="b"/>
          <a:lstStyle>
            <a:lvl1pPr marL="0" indent="0" algn="l">
              <a:lnSpc>
                <a:spcPct val="100000"/>
              </a:lnSpc>
              <a:spcBef>
                <a:spcPts val="0"/>
              </a:spcBef>
              <a:spcAft>
                <a:spcPts val="0"/>
              </a:spcAft>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Supporting details. Delete if not required.</a:t>
            </a:r>
          </a:p>
        </p:txBody>
      </p:sp>
      <p:sp>
        <p:nvSpPr>
          <p:cNvPr id="10" name="Graphic 6">
            <a:extLst>
              <a:ext uri="{FF2B5EF4-FFF2-40B4-BE49-F238E27FC236}">
                <a16:creationId xmlns:a16="http://schemas.microsoft.com/office/drawing/2014/main" id="{D19EED84-D6AD-13D6-80DB-A9E003002D37}"/>
              </a:ext>
            </a:extLst>
          </p:cNvPr>
          <p:cNvSpPr>
            <a:spLocks noChangeAspect="1"/>
          </p:cNvSpPr>
          <p:nvPr userDrawn="1"/>
        </p:nvSpPr>
        <p:spPr>
          <a:xfrm>
            <a:off x="295014" y="6157305"/>
            <a:ext cx="2028986" cy="406800"/>
          </a:xfrm>
          <a:custGeom>
            <a:avLst/>
            <a:gdLst>
              <a:gd name="connsiteX0" fmla="*/ 950465 w 9611734"/>
              <a:gd name="connsiteY0" fmla="*/ 818675 h 1927097"/>
              <a:gd name="connsiteX1" fmla="*/ 803768 w 9611734"/>
              <a:gd name="connsiteY1" fmla="*/ 568646 h 1927097"/>
              <a:gd name="connsiteX2" fmla="*/ 950465 w 9611734"/>
              <a:gd name="connsiteY2" fmla="*/ 318617 h 1927097"/>
              <a:gd name="connsiteX3" fmla="*/ 1097162 w 9611734"/>
              <a:gd name="connsiteY3" fmla="*/ 568646 h 1927097"/>
              <a:gd name="connsiteX4" fmla="*/ 950465 w 9611734"/>
              <a:gd name="connsiteY4" fmla="*/ 818675 h 1927097"/>
              <a:gd name="connsiteX5" fmla="*/ 950465 w 9611734"/>
              <a:gd name="connsiteY5" fmla="*/ 251429 h 1927097"/>
              <a:gd name="connsiteX6" fmla="*/ 652338 w 9611734"/>
              <a:gd name="connsiteY6" fmla="*/ 568646 h 1927097"/>
              <a:gd name="connsiteX7" fmla="*/ 950465 w 9611734"/>
              <a:gd name="connsiteY7" fmla="*/ 885863 h 1927097"/>
              <a:gd name="connsiteX8" fmla="*/ 1248591 w 9611734"/>
              <a:gd name="connsiteY8" fmla="*/ 568646 h 1927097"/>
              <a:gd name="connsiteX9" fmla="*/ 950465 w 9611734"/>
              <a:gd name="connsiteY9" fmla="*/ 251429 h 1927097"/>
              <a:gd name="connsiteX10" fmla="*/ 2283534 w 9611734"/>
              <a:gd name="connsiteY10" fmla="*/ 251429 h 1927097"/>
              <a:gd name="connsiteX11" fmla="*/ 2114929 w 9611734"/>
              <a:gd name="connsiteY11" fmla="*/ 340488 h 1927097"/>
              <a:gd name="connsiteX12" fmla="*/ 2107568 w 9611734"/>
              <a:gd name="connsiteY12" fmla="*/ 340488 h 1927097"/>
              <a:gd name="connsiteX13" fmla="*/ 2107568 w 9611734"/>
              <a:gd name="connsiteY13" fmla="*/ 263677 h 1927097"/>
              <a:gd name="connsiteX14" fmla="*/ 1963324 w 9611734"/>
              <a:gd name="connsiteY14" fmla="*/ 263677 h 1927097"/>
              <a:gd name="connsiteX15" fmla="*/ 1963324 w 9611734"/>
              <a:gd name="connsiteY15" fmla="*/ 873615 h 1927097"/>
              <a:gd name="connsiteX16" fmla="*/ 2107568 w 9611734"/>
              <a:gd name="connsiteY16" fmla="*/ 873615 h 1927097"/>
              <a:gd name="connsiteX17" fmla="*/ 2107568 w 9611734"/>
              <a:gd name="connsiteY17" fmla="*/ 479412 h 1927097"/>
              <a:gd name="connsiteX18" fmla="*/ 2228501 w 9611734"/>
              <a:gd name="connsiteY18" fmla="*/ 336638 h 1927097"/>
              <a:gd name="connsiteX19" fmla="*/ 2332433 w 9611734"/>
              <a:gd name="connsiteY19" fmla="*/ 456142 h 1927097"/>
              <a:gd name="connsiteX20" fmla="*/ 2332433 w 9611734"/>
              <a:gd name="connsiteY20" fmla="*/ 873265 h 1927097"/>
              <a:gd name="connsiteX21" fmla="*/ 2476677 w 9611734"/>
              <a:gd name="connsiteY21" fmla="*/ 873265 h 1927097"/>
              <a:gd name="connsiteX22" fmla="*/ 2476677 w 9611734"/>
              <a:gd name="connsiteY22" fmla="*/ 455092 h 1927097"/>
              <a:gd name="connsiteX23" fmla="*/ 2283534 w 9611734"/>
              <a:gd name="connsiteY23" fmla="*/ 251429 h 1927097"/>
              <a:gd name="connsiteX24" fmla="*/ 2803897 w 9611734"/>
              <a:gd name="connsiteY24" fmla="*/ 251429 h 1927097"/>
              <a:gd name="connsiteX25" fmla="*/ 2570444 w 9611734"/>
              <a:gd name="connsiteY25" fmla="*/ 427097 h 1927097"/>
              <a:gd name="connsiteX26" fmla="*/ 2718368 w 9611734"/>
              <a:gd name="connsiteY26" fmla="*/ 602765 h 1927097"/>
              <a:gd name="connsiteX27" fmla="*/ 2840528 w 9611734"/>
              <a:gd name="connsiteY27" fmla="*/ 633209 h 1927097"/>
              <a:gd name="connsiteX28" fmla="*/ 2934645 w 9611734"/>
              <a:gd name="connsiteY28" fmla="*/ 723493 h 1927097"/>
              <a:gd name="connsiteX29" fmla="*/ 2813712 w 9611734"/>
              <a:gd name="connsiteY29" fmla="*/ 821125 h 1927097"/>
              <a:gd name="connsiteX30" fmla="*/ 2674376 w 9611734"/>
              <a:gd name="connsiteY30" fmla="*/ 679576 h 1927097"/>
              <a:gd name="connsiteX31" fmla="*/ 2544855 w 9611734"/>
              <a:gd name="connsiteY31" fmla="*/ 716144 h 1927097"/>
              <a:gd name="connsiteX32" fmla="*/ 2797763 w 9611734"/>
              <a:gd name="connsiteY32" fmla="*/ 885688 h 1927097"/>
              <a:gd name="connsiteX33" fmla="*/ 3051898 w 9611734"/>
              <a:gd name="connsiteY33" fmla="*/ 686924 h 1927097"/>
              <a:gd name="connsiteX34" fmla="*/ 2889427 w 9611734"/>
              <a:gd name="connsiteY34" fmla="*/ 503908 h 1927097"/>
              <a:gd name="connsiteX35" fmla="*/ 2772174 w 9611734"/>
              <a:gd name="connsiteY35" fmla="*/ 474688 h 1927097"/>
              <a:gd name="connsiteX36" fmla="*/ 2687872 w 9611734"/>
              <a:gd name="connsiteY36" fmla="*/ 394203 h 1927097"/>
              <a:gd name="connsiteX37" fmla="*/ 2791804 w 9611734"/>
              <a:gd name="connsiteY37" fmla="*/ 316167 h 1927097"/>
              <a:gd name="connsiteX38" fmla="*/ 2916418 w 9611734"/>
              <a:gd name="connsiteY38" fmla="*/ 433221 h 1927097"/>
              <a:gd name="connsiteX39" fmla="*/ 3038578 w 9611734"/>
              <a:gd name="connsiteY39" fmla="*/ 396652 h 1927097"/>
              <a:gd name="connsiteX40" fmla="*/ 2803897 w 9611734"/>
              <a:gd name="connsiteY40" fmla="*/ 251429 h 1927097"/>
              <a:gd name="connsiteX41" fmla="*/ 3409965 w 9611734"/>
              <a:gd name="connsiteY41" fmla="*/ 818675 h 1927097"/>
              <a:gd name="connsiteX42" fmla="*/ 3263268 w 9611734"/>
              <a:gd name="connsiteY42" fmla="*/ 568646 h 1927097"/>
              <a:gd name="connsiteX43" fmla="*/ 3409965 w 9611734"/>
              <a:gd name="connsiteY43" fmla="*/ 318617 h 1927097"/>
              <a:gd name="connsiteX44" fmla="*/ 3556663 w 9611734"/>
              <a:gd name="connsiteY44" fmla="*/ 568646 h 1927097"/>
              <a:gd name="connsiteX45" fmla="*/ 3409965 w 9611734"/>
              <a:gd name="connsiteY45" fmla="*/ 818675 h 1927097"/>
              <a:gd name="connsiteX46" fmla="*/ 3409965 w 9611734"/>
              <a:gd name="connsiteY46" fmla="*/ 251429 h 1927097"/>
              <a:gd name="connsiteX47" fmla="*/ 3111839 w 9611734"/>
              <a:gd name="connsiteY47" fmla="*/ 568646 h 1927097"/>
              <a:gd name="connsiteX48" fmla="*/ 3409965 w 9611734"/>
              <a:gd name="connsiteY48" fmla="*/ 885863 h 1927097"/>
              <a:gd name="connsiteX49" fmla="*/ 3708092 w 9611734"/>
              <a:gd name="connsiteY49" fmla="*/ 568646 h 1927097"/>
              <a:gd name="connsiteX50" fmla="*/ 3409965 w 9611734"/>
              <a:gd name="connsiteY50" fmla="*/ 251429 h 1927097"/>
              <a:gd name="connsiteX51" fmla="*/ 4113656 w 9611734"/>
              <a:gd name="connsiteY51" fmla="*/ 251429 h 1927097"/>
              <a:gd name="connsiteX52" fmla="*/ 3945051 w 9611734"/>
              <a:gd name="connsiteY52" fmla="*/ 340488 h 1927097"/>
              <a:gd name="connsiteX53" fmla="*/ 3937690 w 9611734"/>
              <a:gd name="connsiteY53" fmla="*/ 340488 h 1927097"/>
              <a:gd name="connsiteX54" fmla="*/ 3937690 w 9611734"/>
              <a:gd name="connsiteY54" fmla="*/ 263677 h 1927097"/>
              <a:gd name="connsiteX55" fmla="*/ 3793446 w 9611734"/>
              <a:gd name="connsiteY55" fmla="*/ 263677 h 1927097"/>
              <a:gd name="connsiteX56" fmla="*/ 3793446 w 9611734"/>
              <a:gd name="connsiteY56" fmla="*/ 873615 h 1927097"/>
              <a:gd name="connsiteX57" fmla="*/ 3937690 w 9611734"/>
              <a:gd name="connsiteY57" fmla="*/ 873615 h 1927097"/>
              <a:gd name="connsiteX58" fmla="*/ 3937690 w 9611734"/>
              <a:gd name="connsiteY58" fmla="*/ 479412 h 1927097"/>
              <a:gd name="connsiteX59" fmla="*/ 4058623 w 9611734"/>
              <a:gd name="connsiteY59" fmla="*/ 336638 h 1927097"/>
              <a:gd name="connsiteX60" fmla="*/ 4162555 w 9611734"/>
              <a:gd name="connsiteY60" fmla="*/ 456142 h 1927097"/>
              <a:gd name="connsiteX61" fmla="*/ 4162555 w 9611734"/>
              <a:gd name="connsiteY61" fmla="*/ 873265 h 1927097"/>
              <a:gd name="connsiteX62" fmla="*/ 4306799 w 9611734"/>
              <a:gd name="connsiteY62" fmla="*/ 873265 h 1927097"/>
              <a:gd name="connsiteX63" fmla="*/ 4306799 w 9611734"/>
              <a:gd name="connsiteY63" fmla="*/ 455092 h 1927097"/>
              <a:gd name="connsiteX64" fmla="*/ 4113656 w 9611734"/>
              <a:gd name="connsiteY64" fmla="*/ 251429 h 1927097"/>
              <a:gd name="connsiteX65" fmla="*/ 6255401 w 9611734"/>
              <a:gd name="connsiteY65" fmla="*/ 818675 h 1927097"/>
              <a:gd name="connsiteX66" fmla="*/ 6108704 w 9611734"/>
              <a:gd name="connsiteY66" fmla="*/ 568646 h 1927097"/>
              <a:gd name="connsiteX67" fmla="*/ 6255401 w 9611734"/>
              <a:gd name="connsiteY67" fmla="*/ 318617 h 1927097"/>
              <a:gd name="connsiteX68" fmla="*/ 6402098 w 9611734"/>
              <a:gd name="connsiteY68" fmla="*/ 568646 h 1927097"/>
              <a:gd name="connsiteX69" fmla="*/ 6255401 w 9611734"/>
              <a:gd name="connsiteY69" fmla="*/ 818675 h 1927097"/>
              <a:gd name="connsiteX70" fmla="*/ 6255401 w 9611734"/>
              <a:gd name="connsiteY70" fmla="*/ 251429 h 1927097"/>
              <a:gd name="connsiteX71" fmla="*/ 5957274 w 9611734"/>
              <a:gd name="connsiteY71" fmla="*/ 568646 h 1927097"/>
              <a:gd name="connsiteX72" fmla="*/ 6255401 w 9611734"/>
              <a:gd name="connsiteY72" fmla="*/ 885863 h 1927097"/>
              <a:gd name="connsiteX73" fmla="*/ 6553528 w 9611734"/>
              <a:gd name="connsiteY73" fmla="*/ 568646 h 1927097"/>
              <a:gd name="connsiteX74" fmla="*/ 6255401 w 9611734"/>
              <a:gd name="connsiteY74" fmla="*/ 251429 h 1927097"/>
              <a:gd name="connsiteX75" fmla="*/ 7588295 w 9611734"/>
              <a:gd name="connsiteY75" fmla="*/ 251429 h 1927097"/>
              <a:gd name="connsiteX76" fmla="*/ 7419689 w 9611734"/>
              <a:gd name="connsiteY76" fmla="*/ 340488 h 1927097"/>
              <a:gd name="connsiteX77" fmla="*/ 7412328 w 9611734"/>
              <a:gd name="connsiteY77" fmla="*/ 340488 h 1927097"/>
              <a:gd name="connsiteX78" fmla="*/ 7412328 w 9611734"/>
              <a:gd name="connsiteY78" fmla="*/ 263677 h 1927097"/>
              <a:gd name="connsiteX79" fmla="*/ 7268085 w 9611734"/>
              <a:gd name="connsiteY79" fmla="*/ 263677 h 1927097"/>
              <a:gd name="connsiteX80" fmla="*/ 7268085 w 9611734"/>
              <a:gd name="connsiteY80" fmla="*/ 873615 h 1927097"/>
              <a:gd name="connsiteX81" fmla="*/ 7412328 w 9611734"/>
              <a:gd name="connsiteY81" fmla="*/ 873615 h 1927097"/>
              <a:gd name="connsiteX82" fmla="*/ 7412328 w 9611734"/>
              <a:gd name="connsiteY82" fmla="*/ 479412 h 1927097"/>
              <a:gd name="connsiteX83" fmla="*/ 7533262 w 9611734"/>
              <a:gd name="connsiteY83" fmla="*/ 336638 h 1927097"/>
              <a:gd name="connsiteX84" fmla="*/ 7637194 w 9611734"/>
              <a:gd name="connsiteY84" fmla="*/ 456142 h 1927097"/>
              <a:gd name="connsiteX85" fmla="*/ 7637194 w 9611734"/>
              <a:gd name="connsiteY85" fmla="*/ 873265 h 1927097"/>
              <a:gd name="connsiteX86" fmla="*/ 7781438 w 9611734"/>
              <a:gd name="connsiteY86" fmla="*/ 873265 h 1927097"/>
              <a:gd name="connsiteX87" fmla="*/ 7781438 w 9611734"/>
              <a:gd name="connsiteY87" fmla="*/ 455092 h 1927097"/>
              <a:gd name="connsiteX88" fmla="*/ 7588295 w 9611734"/>
              <a:gd name="connsiteY88" fmla="*/ 251429 h 1927097"/>
              <a:gd name="connsiteX89" fmla="*/ 8108833 w 9611734"/>
              <a:gd name="connsiteY89" fmla="*/ 251429 h 1927097"/>
              <a:gd name="connsiteX90" fmla="*/ 7875380 w 9611734"/>
              <a:gd name="connsiteY90" fmla="*/ 427097 h 1927097"/>
              <a:gd name="connsiteX91" fmla="*/ 8023304 w 9611734"/>
              <a:gd name="connsiteY91" fmla="*/ 602765 h 1927097"/>
              <a:gd name="connsiteX92" fmla="*/ 8145464 w 9611734"/>
              <a:gd name="connsiteY92" fmla="*/ 633209 h 1927097"/>
              <a:gd name="connsiteX93" fmla="*/ 8239581 w 9611734"/>
              <a:gd name="connsiteY93" fmla="*/ 723493 h 1927097"/>
              <a:gd name="connsiteX94" fmla="*/ 8118648 w 9611734"/>
              <a:gd name="connsiteY94" fmla="*/ 821125 h 1927097"/>
              <a:gd name="connsiteX95" fmla="*/ 7979312 w 9611734"/>
              <a:gd name="connsiteY95" fmla="*/ 679576 h 1927097"/>
              <a:gd name="connsiteX96" fmla="*/ 7849791 w 9611734"/>
              <a:gd name="connsiteY96" fmla="*/ 716144 h 1927097"/>
              <a:gd name="connsiteX97" fmla="*/ 8102699 w 9611734"/>
              <a:gd name="connsiteY97" fmla="*/ 885688 h 1927097"/>
              <a:gd name="connsiteX98" fmla="*/ 8356834 w 9611734"/>
              <a:gd name="connsiteY98" fmla="*/ 686924 h 1927097"/>
              <a:gd name="connsiteX99" fmla="*/ 8194363 w 9611734"/>
              <a:gd name="connsiteY99" fmla="*/ 503908 h 1927097"/>
              <a:gd name="connsiteX100" fmla="*/ 8077110 w 9611734"/>
              <a:gd name="connsiteY100" fmla="*/ 474688 h 1927097"/>
              <a:gd name="connsiteX101" fmla="*/ 7992808 w 9611734"/>
              <a:gd name="connsiteY101" fmla="*/ 394203 h 1927097"/>
              <a:gd name="connsiteX102" fmla="*/ 8096740 w 9611734"/>
              <a:gd name="connsiteY102" fmla="*/ 316167 h 1927097"/>
              <a:gd name="connsiteX103" fmla="*/ 8221353 w 9611734"/>
              <a:gd name="connsiteY103" fmla="*/ 433221 h 1927097"/>
              <a:gd name="connsiteX104" fmla="*/ 8343514 w 9611734"/>
              <a:gd name="connsiteY104" fmla="*/ 396652 h 1927097"/>
              <a:gd name="connsiteX105" fmla="*/ 8108833 w 9611734"/>
              <a:gd name="connsiteY105" fmla="*/ 251429 h 1927097"/>
              <a:gd name="connsiteX106" fmla="*/ 8714726 w 9611734"/>
              <a:gd name="connsiteY106" fmla="*/ 818675 h 1927097"/>
              <a:gd name="connsiteX107" fmla="*/ 8568028 w 9611734"/>
              <a:gd name="connsiteY107" fmla="*/ 568646 h 1927097"/>
              <a:gd name="connsiteX108" fmla="*/ 8714726 w 9611734"/>
              <a:gd name="connsiteY108" fmla="*/ 318617 h 1927097"/>
              <a:gd name="connsiteX109" fmla="*/ 8861423 w 9611734"/>
              <a:gd name="connsiteY109" fmla="*/ 568646 h 1927097"/>
              <a:gd name="connsiteX110" fmla="*/ 8714726 w 9611734"/>
              <a:gd name="connsiteY110" fmla="*/ 818675 h 1927097"/>
              <a:gd name="connsiteX111" fmla="*/ 8714726 w 9611734"/>
              <a:gd name="connsiteY111" fmla="*/ 251429 h 1927097"/>
              <a:gd name="connsiteX112" fmla="*/ 8416599 w 9611734"/>
              <a:gd name="connsiteY112" fmla="*/ 568646 h 1927097"/>
              <a:gd name="connsiteX113" fmla="*/ 8714726 w 9611734"/>
              <a:gd name="connsiteY113" fmla="*/ 885863 h 1927097"/>
              <a:gd name="connsiteX114" fmla="*/ 9012852 w 9611734"/>
              <a:gd name="connsiteY114" fmla="*/ 568646 h 1927097"/>
              <a:gd name="connsiteX115" fmla="*/ 8714726 w 9611734"/>
              <a:gd name="connsiteY115" fmla="*/ 251429 h 1927097"/>
              <a:gd name="connsiteX116" fmla="*/ 9418592 w 9611734"/>
              <a:gd name="connsiteY116" fmla="*/ 251429 h 1927097"/>
              <a:gd name="connsiteX117" fmla="*/ 9249987 w 9611734"/>
              <a:gd name="connsiteY117" fmla="*/ 340488 h 1927097"/>
              <a:gd name="connsiteX118" fmla="*/ 9242625 w 9611734"/>
              <a:gd name="connsiteY118" fmla="*/ 340488 h 1927097"/>
              <a:gd name="connsiteX119" fmla="*/ 9242625 w 9611734"/>
              <a:gd name="connsiteY119" fmla="*/ 263677 h 1927097"/>
              <a:gd name="connsiteX120" fmla="*/ 9098382 w 9611734"/>
              <a:gd name="connsiteY120" fmla="*/ 263677 h 1927097"/>
              <a:gd name="connsiteX121" fmla="*/ 9098382 w 9611734"/>
              <a:gd name="connsiteY121" fmla="*/ 873615 h 1927097"/>
              <a:gd name="connsiteX122" fmla="*/ 9242625 w 9611734"/>
              <a:gd name="connsiteY122" fmla="*/ 873615 h 1927097"/>
              <a:gd name="connsiteX123" fmla="*/ 9242625 w 9611734"/>
              <a:gd name="connsiteY123" fmla="*/ 479412 h 1927097"/>
              <a:gd name="connsiteX124" fmla="*/ 9363559 w 9611734"/>
              <a:gd name="connsiteY124" fmla="*/ 336638 h 1927097"/>
              <a:gd name="connsiteX125" fmla="*/ 9467491 w 9611734"/>
              <a:gd name="connsiteY125" fmla="*/ 456142 h 1927097"/>
              <a:gd name="connsiteX126" fmla="*/ 9467491 w 9611734"/>
              <a:gd name="connsiteY126" fmla="*/ 873265 h 1927097"/>
              <a:gd name="connsiteX127" fmla="*/ 9611734 w 9611734"/>
              <a:gd name="connsiteY127" fmla="*/ 873265 h 1927097"/>
              <a:gd name="connsiteX128" fmla="*/ 9611734 w 9611734"/>
              <a:gd name="connsiteY128" fmla="*/ 455092 h 1927097"/>
              <a:gd name="connsiteX129" fmla="*/ 9418592 w 9611734"/>
              <a:gd name="connsiteY129" fmla="*/ 251429 h 1927097"/>
              <a:gd name="connsiteX130" fmla="*/ 566984 w 9611734"/>
              <a:gd name="connsiteY130" fmla="*/ 19596 h 1927097"/>
              <a:gd name="connsiteX131" fmla="*/ 415379 w 9611734"/>
              <a:gd name="connsiteY131" fmla="*/ 19596 h 1927097"/>
              <a:gd name="connsiteX132" fmla="*/ 415379 w 9611734"/>
              <a:gd name="connsiteY132" fmla="*/ 650356 h 1927097"/>
              <a:gd name="connsiteX133" fmla="*/ 283404 w 9611734"/>
              <a:gd name="connsiteY133" fmla="*/ 813776 h 1927097"/>
              <a:gd name="connsiteX134" fmla="*/ 151429 w 9611734"/>
              <a:gd name="connsiteY134" fmla="*/ 638108 h 1927097"/>
              <a:gd name="connsiteX135" fmla="*/ 151429 w 9611734"/>
              <a:gd name="connsiteY135" fmla="*/ 521055 h 1927097"/>
              <a:gd name="connsiteX136" fmla="*/ 0 w 9611734"/>
              <a:gd name="connsiteY136" fmla="*/ 558848 h 1927097"/>
              <a:gd name="connsiteX137" fmla="*/ 0 w 9611734"/>
              <a:gd name="connsiteY137" fmla="*/ 611338 h 1927097"/>
              <a:gd name="connsiteX138" fmla="*/ 283580 w 9611734"/>
              <a:gd name="connsiteY138" fmla="*/ 893212 h 1927097"/>
              <a:gd name="connsiteX139" fmla="*/ 566984 w 9611734"/>
              <a:gd name="connsiteY139" fmla="*/ 611338 h 1927097"/>
              <a:gd name="connsiteX140" fmla="*/ 566984 w 9611734"/>
              <a:gd name="connsiteY140" fmla="*/ 19596 h 1927097"/>
              <a:gd name="connsiteX141" fmla="*/ 1478364 w 9611734"/>
              <a:gd name="connsiteY141" fmla="*/ 19596 h 1927097"/>
              <a:gd name="connsiteX142" fmla="*/ 1334121 w 9611734"/>
              <a:gd name="connsiteY142" fmla="*/ 19596 h 1927097"/>
              <a:gd name="connsiteX143" fmla="*/ 1334121 w 9611734"/>
              <a:gd name="connsiteY143" fmla="*/ 873440 h 1927097"/>
              <a:gd name="connsiteX144" fmla="*/ 1478364 w 9611734"/>
              <a:gd name="connsiteY144" fmla="*/ 873440 h 1927097"/>
              <a:gd name="connsiteX145" fmla="*/ 1478364 w 9611734"/>
              <a:gd name="connsiteY145" fmla="*/ 479412 h 1927097"/>
              <a:gd name="connsiteX146" fmla="*/ 1599298 w 9611734"/>
              <a:gd name="connsiteY146" fmla="*/ 336638 h 1927097"/>
              <a:gd name="connsiteX147" fmla="*/ 1703230 w 9611734"/>
              <a:gd name="connsiteY147" fmla="*/ 456142 h 1927097"/>
              <a:gd name="connsiteX148" fmla="*/ 1703230 w 9611734"/>
              <a:gd name="connsiteY148" fmla="*/ 873265 h 1927097"/>
              <a:gd name="connsiteX149" fmla="*/ 1847474 w 9611734"/>
              <a:gd name="connsiteY149" fmla="*/ 873265 h 1927097"/>
              <a:gd name="connsiteX150" fmla="*/ 1847474 w 9611734"/>
              <a:gd name="connsiteY150" fmla="*/ 455092 h 1927097"/>
              <a:gd name="connsiteX151" fmla="*/ 1654331 w 9611734"/>
              <a:gd name="connsiteY151" fmla="*/ 251429 h 1927097"/>
              <a:gd name="connsiteX152" fmla="*/ 1485726 w 9611734"/>
              <a:gd name="connsiteY152" fmla="*/ 340488 h 1927097"/>
              <a:gd name="connsiteX153" fmla="*/ 1478364 w 9611734"/>
              <a:gd name="connsiteY153" fmla="*/ 340488 h 1927097"/>
              <a:gd name="connsiteX154" fmla="*/ 1478364 w 9611734"/>
              <a:gd name="connsiteY154" fmla="*/ 19596 h 1927097"/>
              <a:gd name="connsiteX155" fmla="*/ 5871744 w 9611734"/>
              <a:gd name="connsiteY155" fmla="*/ 19596 h 1927097"/>
              <a:gd name="connsiteX156" fmla="*/ 5720315 w 9611734"/>
              <a:gd name="connsiteY156" fmla="*/ 19596 h 1927097"/>
              <a:gd name="connsiteX157" fmla="*/ 5720315 w 9611734"/>
              <a:gd name="connsiteY157" fmla="*/ 650356 h 1927097"/>
              <a:gd name="connsiteX158" fmla="*/ 5588340 w 9611734"/>
              <a:gd name="connsiteY158" fmla="*/ 813776 h 1927097"/>
              <a:gd name="connsiteX159" fmla="*/ 5456366 w 9611734"/>
              <a:gd name="connsiteY159" fmla="*/ 638108 h 1927097"/>
              <a:gd name="connsiteX160" fmla="*/ 5456366 w 9611734"/>
              <a:gd name="connsiteY160" fmla="*/ 521055 h 1927097"/>
              <a:gd name="connsiteX161" fmla="*/ 5304936 w 9611734"/>
              <a:gd name="connsiteY161" fmla="*/ 558848 h 1927097"/>
              <a:gd name="connsiteX162" fmla="*/ 5304936 w 9611734"/>
              <a:gd name="connsiteY162" fmla="*/ 611338 h 1927097"/>
              <a:gd name="connsiteX163" fmla="*/ 5588515 w 9611734"/>
              <a:gd name="connsiteY163" fmla="*/ 893212 h 1927097"/>
              <a:gd name="connsiteX164" fmla="*/ 5871920 w 9611734"/>
              <a:gd name="connsiteY164" fmla="*/ 611338 h 1927097"/>
              <a:gd name="connsiteX165" fmla="*/ 5871920 w 9611734"/>
              <a:gd name="connsiteY165" fmla="*/ 19596 h 1927097"/>
              <a:gd name="connsiteX166" fmla="*/ 6783125 w 9611734"/>
              <a:gd name="connsiteY166" fmla="*/ 19596 h 1927097"/>
              <a:gd name="connsiteX167" fmla="*/ 6638882 w 9611734"/>
              <a:gd name="connsiteY167" fmla="*/ 19596 h 1927097"/>
              <a:gd name="connsiteX168" fmla="*/ 6638882 w 9611734"/>
              <a:gd name="connsiteY168" fmla="*/ 873440 h 1927097"/>
              <a:gd name="connsiteX169" fmla="*/ 6783125 w 9611734"/>
              <a:gd name="connsiteY169" fmla="*/ 873440 h 1927097"/>
              <a:gd name="connsiteX170" fmla="*/ 6783125 w 9611734"/>
              <a:gd name="connsiteY170" fmla="*/ 479412 h 1927097"/>
              <a:gd name="connsiteX171" fmla="*/ 6904059 w 9611734"/>
              <a:gd name="connsiteY171" fmla="*/ 336638 h 1927097"/>
              <a:gd name="connsiteX172" fmla="*/ 7007991 w 9611734"/>
              <a:gd name="connsiteY172" fmla="*/ 456142 h 1927097"/>
              <a:gd name="connsiteX173" fmla="*/ 7007991 w 9611734"/>
              <a:gd name="connsiteY173" fmla="*/ 873265 h 1927097"/>
              <a:gd name="connsiteX174" fmla="*/ 7152234 w 9611734"/>
              <a:gd name="connsiteY174" fmla="*/ 873265 h 1927097"/>
              <a:gd name="connsiteX175" fmla="*/ 7152234 w 9611734"/>
              <a:gd name="connsiteY175" fmla="*/ 455092 h 1927097"/>
              <a:gd name="connsiteX176" fmla="*/ 6959092 w 9611734"/>
              <a:gd name="connsiteY176" fmla="*/ 251429 h 1927097"/>
              <a:gd name="connsiteX177" fmla="*/ 6790486 w 9611734"/>
              <a:gd name="connsiteY177" fmla="*/ 340488 h 1927097"/>
              <a:gd name="connsiteX178" fmla="*/ 6783125 w 9611734"/>
              <a:gd name="connsiteY178" fmla="*/ 340488 h 1927097"/>
              <a:gd name="connsiteX179" fmla="*/ 6783125 w 9611734"/>
              <a:gd name="connsiteY179" fmla="*/ 19596 h 1927097"/>
              <a:gd name="connsiteX180" fmla="*/ 4781944 w 9611734"/>
              <a:gd name="connsiteY180" fmla="*/ 803978 h 1927097"/>
              <a:gd name="connsiteX181" fmla="*/ 4592482 w 9611734"/>
              <a:gd name="connsiteY181" fmla="*/ 607489 h 1927097"/>
              <a:gd name="connsiteX182" fmla="*/ 4666970 w 9611734"/>
              <a:gd name="connsiteY182" fmla="*/ 452642 h 1927097"/>
              <a:gd name="connsiteX183" fmla="*/ 4943188 w 9611734"/>
              <a:gd name="connsiteY183" fmla="*/ 753937 h 1927097"/>
              <a:gd name="connsiteX184" fmla="*/ 4781944 w 9611734"/>
              <a:gd name="connsiteY184" fmla="*/ 803978 h 1927097"/>
              <a:gd name="connsiteX185" fmla="*/ 5050801 w 9611734"/>
              <a:gd name="connsiteY185" fmla="*/ 653855 h 1927097"/>
              <a:gd name="connsiteX186" fmla="*/ 4811388 w 9611734"/>
              <a:gd name="connsiteY186" fmla="*/ 390354 h 1927097"/>
              <a:gd name="connsiteX187" fmla="*/ 4929868 w 9611734"/>
              <a:gd name="connsiteY187" fmla="*/ 367083 h 1927097"/>
              <a:gd name="connsiteX188" fmla="*/ 5089885 w 9611734"/>
              <a:gd name="connsiteY188" fmla="*/ 523154 h 1927097"/>
              <a:gd name="connsiteX189" fmla="*/ 5050801 w 9611734"/>
              <a:gd name="connsiteY189" fmla="*/ 653855 h 1927097"/>
              <a:gd name="connsiteX190" fmla="*/ 4778263 w 9611734"/>
              <a:gd name="connsiteY190" fmla="*/ 355010 h 1927097"/>
              <a:gd name="connsiteX191" fmla="*/ 4725684 w 9611734"/>
              <a:gd name="connsiteY191" fmla="*/ 296396 h 1927097"/>
              <a:gd name="connsiteX192" fmla="*/ 4665743 w 9611734"/>
              <a:gd name="connsiteY192" fmla="*/ 175668 h 1927097"/>
              <a:gd name="connsiteX193" fmla="*/ 4781768 w 9611734"/>
              <a:gd name="connsiteY193" fmla="*/ 64738 h 1927097"/>
              <a:gd name="connsiteX194" fmla="*/ 4896568 w 9611734"/>
              <a:gd name="connsiteY194" fmla="*/ 181792 h 1927097"/>
              <a:gd name="connsiteX195" fmla="*/ 4778263 w 9611734"/>
              <a:gd name="connsiteY195" fmla="*/ 355010 h 1927097"/>
              <a:gd name="connsiteX196" fmla="*/ 4785624 w 9611734"/>
              <a:gd name="connsiteY196" fmla="*/ 0 h 1927097"/>
              <a:gd name="connsiteX197" fmla="*/ 4533943 w 9611734"/>
              <a:gd name="connsiteY197" fmla="*/ 211011 h 1927097"/>
              <a:gd name="connsiteX198" fmla="*/ 4631741 w 9611734"/>
              <a:gd name="connsiteY198" fmla="*/ 414674 h 1927097"/>
              <a:gd name="connsiteX199" fmla="*/ 4632968 w 9611734"/>
              <a:gd name="connsiteY199" fmla="*/ 417124 h 1927097"/>
              <a:gd name="connsiteX200" fmla="*/ 4458228 w 9611734"/>
              <a:gd name="connsiteY200" fmla="*/ 662254 h 1927097"/>
              <a:gd name="connsiteX201" fmla="*/ 4703775 w 9611734"/>
              <a:gd name="connsiteY201" fmla="*/ 892862 h 1927097"/>
              <a:gd name="connsiteX202" fmla="*/ 4979994 w 9611734"/>
              <a:gd name="connsiteY202" fmla="*/ 794005 h 1927097"/>
              <a:gd name="connsiteX203" fmla="*/ 5053255 w 9611734"/>
              <a:gd name="connsiteY203" fmla="*/ 873265 h 1927097"/>
              <a:gd name="connsiteX204" fmla="*/ 5245170 w 9611734"/>
              <a:gd name="connsiteY204" fmla="*/ 873265 h 1927097"/>
              <a:gd name="connsiteX205" fmla="*/ 5245170 w 9611734"/>
              <a:gd name="connsiteY205" fmla="*/ 867141 h 1927097"/>
              <a:gd name="connsiteX206" fmla="*/ 5088834 w 9611734"/>
              <a:gd name="connsiteY206" fmla="*/ 695148 h 1927097"/>
              <a:gd name="connsiteX207" fmla="*/ 5192766 w 9611734"/>
              <a:gd name="connsiteY207" fmla="*/ 457191 h 1927097"/>
              <a:gd name="connsiteX208" fmla="*/ 5032749 w 9611734"/>
              <a:gd name="connsiteY208" fmla="*/ 302345 h 1927097"/>
              <a:gd name="connsiteX209" fmla="*/ 4886051 w 9611734"/>
              <a:gd name="connsiteY209" fmla="*/ 331564 h 1927097"/>
              <a:gd name="connsiteX210" fmla="*/ 4883598 w 9611734"/>
              <a:gd name="connsiteY210" fmla="*/ 326665 h 1927097"/>
              <a:gd name="connsiteX211" fmla="*/ 5015573 w 9611734"/>
              <a:gd name="connsiteY211" fmla="*/ 165695 h 1927097"/>
              <a:gd name="connsiteX212" fmla="*/ 4785624 w 9611734"/>
              <a:gd name="connsiteY212" fmla="*/ 0 h 1927097"/>
              <a:gd name="connsiteX213" fmla="*/ 1128885 w 9611734"/>
              <a:gd name="connsiteY213" fmla="*/ 1543918 h 1927097"/>
              <a:gd name="connsiteX214" fmla="*/ 1293810 w 9611734"/>
              <a:gd name="connsiteY214" fmla="*/ 1375599 h 1927097"/>
              <a:gd name="connsiteX215" fmla="*/ 1441734 w 9611734"/>
              <a:gd name="connsiteY215" fmla="*/ 1543918 h 1927097"/>
              <a:gd name="connsiteX216" fmla="*/ 1128885 w 9611734"/>
              <a:gd name="connsiteY216" fmla="*/ 1543918 h 1927097"/>
              <a:gd name="connsiteX217" fmla="*/ 1293810 w 9611734"/>
              <a:gd name="connsiteY217" fmla="*/ 1292664 h 1927097"/>
              <a:gd name="connsiteX218" fmla="*/ 1020045 w 9611734"/>
              <a:gd name="connsiteY218" fmla="*/ 1614780 h 1927097"/>
              <a:gd name="connsiteX219" fmla="*/ 1293810 w 9611734"/>
              <a:gd name="connsiteY219" fmla="*/ 1927098 h 1927097"/>
              <a:gd name="connsiteX220" fmla="*/ 1543037 w 9611734"/>
              <a:gd name="connsiteY220" fmla="*/ 1728334 h 1927097"/>
              <a:gd name="connsiteX221" fmla="*/ 1450147 w 9611734"/>
              <a:gd name="connsiteY221" fmla="*/ 1704013 h 1927097"/>
              <a:gd name="connsiteX222" fmla="*/ 1303450 w 9611734"/>
              <a:gd name="connsiteY222" fmla="*/ 1841888 h 1927097"/>
              <a:gd name="connsiteX223" fmla="*/ 1125029 w 9611734"/>
              <a:gd name="connsiteY223" fmla="*/ 1616180 h 1927097"/>
              <a:gd name="connsiteX224" fmla="*/ 1544089 w 9611734"/>
              <a:gd name="connsiteY224" fmla="*/ 1616180 h 1927097"/>
              <a:gd name="connsiteX225" fmla="*/ 1544089 w 9611734"/>
              <a:gd name="connsiteY225" fmla="*/ 1582061 h 1927097"/>
              <a:gd name="connsiteX226" fmla="*/ 1293810 w 9611734"/>
              <a:gd name="connsiteY226" fmla="*/ 1292664 h 1927097"/>
              <a:gd name="connsiteX227" fmla="*/ 2967595 w 9611734"/>
              <a:gd name="connsiteY227" fmla="*/ 1543918 h 1927097"/>
              <a:gd name="connsiteX228" fmla="*/ 3132520 w 9611734"/>
              <a:gd name="connsiteY228" fmla="*/ 1375599 h 1927097"/>
              <a:gd name="connsiteX229" fmla="*/ 3280444 w 9611734"/>
              <a:gd name="connsiteY229" fmla="*/ 1543918 h 1927097"/>
              <a:gd name="connsiteX230" fmla="*/ 2967595 w 9611734"/>
              <a:gd name="connsiteY230" fmla="*/ 1543918 h 1927097"/>
              <a:gd name="connsiteX231" fmla="*/ 3132520 w 9611734"/>
              <a:gd name="connsiteY231" fmla="*/ 1292664 h 1927097"/>
              <a:gd name="connsiteX232" fmla="*/ 2858756 w 9611734"/>
              <a:gd name="connsiteY232" fmla="*/ 1614780 h 1927097"/>
              <a:gd name="connsiteX233" fmla="*/ 3132520 w 9611734"/>
              <a:gd name="connsiteY233" fmla="*/ 1927098 h 1927097"/>
              <a:gd name="connsiteX234" fmla="*/ 3381748 w 9611734"/>
              <a:gd name="connsiteY234" fmla="*/ 1728334 h 1927097"/>
              <a:gd name="connsiteX235" fmla="*/ 3288857 w 9611734"/>
              <a:gd name="connsiteY235" fmla="*/ 1704013 h 1927097"/>
              <a:gd name="connsiteX236" fmla="*/ 3142160 w 9611734"/>
              <a:gd name="connsiteY236" fmla="*/ 1841888 h 1927097"/>
              <a:gd name="connsiteX237" fmla="*/ 2963740 w 9611734"/>
              <a:gd name="connsiteY237" fmla="*/ 1616180 h 1927097"/>
              <a:gd name="connsiteX238" fmla="*/ 3382799 w 9611734"/>
              <a:gd name="connsiteY238" fmla="*/ 1616180 h 1927097"/>
              <a:gd name="connsiteX239" fmla="*/ 3382799 w 9611734"/>
              <a:gd name="connsiteY239" fmla="*/ 1582061 h 1927097"/>
              <a:gd name="connsiteX240" fmla="*/ 3132520 w 9611734"/>
              <a:gd name="connsiteY240" fmla="*/ 1292664 h 1927097"/>
              <a:gd name="connsiteX241" fmla="*/ 3766631 w 9611734"/>
              <a:gd name="connsiteY241" fmla="*/ 1292664 h 1927097"/>
              <a:gd name="connsiteX242" fmla="*/ 3485505 w 9611734"/>
              <a:gd name="connsiteY242" fmla="*/ 1616005 h 1927097"/>
              <a:gd name="connsiteX243" fmla="*/ 3761723 w 9611734"/>
              <a:gd name="connsiteY243" fmla="*/ 1927098 h 1927097"/>
              <a:gd name="connsiteX244" fmla="*/ 4012178 w 9611734"/>
              <a:gd name="connsiteY244" fmla="*/ 1709962 h 1927097"/>
              <a:gd name="connsiteX245" fmla="*/ 3915606 w 9611734"/>
              <a:gd name="connsiteY245" fmla="*/ 1686692 h 1927097"/>
              <a:gd name="connsiteX246" fmla="*/ 3768909 w 9611734"/>
              <a:gd name="connsiteY246" fmla="*/ 1840313 h 1927097"/>
              <a:gd name="connsiteX247" fmla="*/ 3591716 w 9611734"/>
              <a:gd name="connsiteY247" fmla="*/ 1608481 h 1927097"/>
              <a:gd name="connsiteX248" fmla="*/ 3764002 w 9611734"/>
              <a:gd name="connsiteY248" fmla="*/ 1379098 h 1927097"/>
              <a:gd name="connsiteX249" fmla="*/ 3915606 w 9611734"/>
              <a:gd name="connsiteY249" fmla="*/ 1525546 h 1927097"/>
              <a:gd name="connsiteX250" fmla="*/ 4012178 w 9611734"/>
              <a:gd name="connsiteY250" fmla="*/ 1502275 h 1927097"/>
              <a:gd name="connsiteX251" fmla="*/ 3766631 w 9611734"/>
              <a:gd name="connsiteY251" fmla="*/ 1292664 h 1927097"/>
              <a:gd name="connsiteX252" fmla="*/ 879833 w 9611734"/>
              <a:gd name="connsiteY252" fmla="*/ 1060831 h 1927097"/>
              <a:gd name="connsiteX253" fmla="*/ 718589 w 9611734"/>
              <a:gd name="connsiteY253" fmla="*/ 1060831 h 1927097"/>
              <a:gd name="connsiteX254" fmla="*/ 465680 w 9611734"/>
              <a:gd name="connsiteY254" fmla="*/ 1748805 h 1927097"/>
              <a:gd name="connsiteX255" fmla="*/ 211545 w 9611734"/>
              <a:gd name="connsiteY255" fmla="*/ 1060831 h 1927097"/>
              <a:gd name="connsiteX256" fmla="*/ 42765 w 9611734"/>
              <a:gd name="connsiteY256" fmla="*/ 1060831 h 1927097"/>
              <a:gd name="connsiteX257" fmla="*/ 42765 w 9611734"/>
              <a:gd name="connsiteY257" fmla="*/ 1914675 h 1927097"/>
              <a:gd name="connsiteX258" fmla="*/ 148976 w 9611734"/>
              <a:gd name="connsiteY258" fmla="*/ 1914675 h 1927097"/>
              <a:gd name="connsiteX259" fmla="*/ 148976 w 9611734"/>
              <a:gd name="connsiteY259" fmla="*/ 1179284 h 1927097"/>
              <a:gd name="connsiteX260" fmla="*/ 421513 w 9611734"/>
              <a:gd name="connsiteY260" fmla="*/ 1914850 h 1927097"/>
              <a:gd name="connsiteX261" fmla="*/ 503362 w 9611734"/>
              <a:gd name="connsiteY261" fmla="*/ 1914850 h 1927097"/>
              <a:gd name="connsiteX262" fmla="*/ 773447 w 9611734"/>
              <a:gd name="connsiteY262" fmla="*/ 1178060 h 1927097"/>
              <a:gd name="connsiteX263" fmla="*/ 773447 w 9611734"/>
              <a:gd name="connsiteY263" fmla="*/ 1914850 h 1927097"/>
              <a:gd name="connsiteX264" fmla="*/ 879833 w 9611734"/>
              <a:gd name="connsiteY264" fmla="*/ 1914850 h 1927097"/>
              <a:gd name="connsiteX265" fmla="*/ 879833 w 9611734"/>
              <a:gd name="connsiteY265" fmla="*/ 1060831 h 1927097"/>
              <a:gd name="connsiteX266" fmla="*/ 1920559 w 9611734"/>
              <a:gd name="connsiteY266" fmla="*/ 1840488 h 1927097"/>
              <a:gd name="connsiteX267" fmla="*/ 1753181 w 9611734"/>
              <a:gd name="connsiteY267" fmla="*/ 1609881 h 1927097"/>
              <a:gd name="connsiteX268" fmla="*/ 1920559 w 9611734"/>
              <a:gd name="connsiteY268" fmla="*/ 1379273 h 1927097"/>
              <a:gd name="connsiteX269" fmla="*/ 2087938 w 9611734"/>
              <a:gd name="connsiteY269" fmla="*/ 1609881 h 1927097"/>
              <a:gd name="connsiteX270" fmla="*/ 1920559 w 9611734"/>
              <a:gd name="connsiteY270" fmla="*/ 1840488 h 1927097"/>
              <a:gd name="connsiteX271" fmla="*/ 2186963 w 9611734"/>
              <a:gd name="connsiteY271" fmla="*/ 1060831 h 1927097"/>
              <a:gd name="connsiteX272" fmla="*/ 2085659 w 9611734"/>
              <a:gd name="connsiteY272" fmla="*/ 1060831 h 1927097"/>
              <a:gd name="connsiteX273" fmla="*/ 2085659 w 9611734"/>
              <a:gd name="connsiteY273" fmla="*/ 1421965 h 1927097"/>
              <a:gd name="connsiteX274" fmla="*/ 1903559 w 9611734"/>
              <a:gd name="connsiteY274" fmla="*/ 1292664 h 1927097"/>
              <a:gd name="connsiteX275" fmla="*/ 1646970 w 9611734"/>
              <a:gd name="connsiteY275" fmla="*/ 1613555 h 1927097"/>
              <a:gd name="connsiteX276" fmla="*/ 1894971 w 9611734"/>
              <a:gd name="connsiteY276" fmla="*/ 1927098 h 1927097"/>
              <a:gd name="connsiteX277" fmla="*/ 2085659 w 9611734"/>
              <a:gd name="connsiteY277" fmla="*/ 1791672 h 1927097"/>
              <a:gd name="connsiteX278" fmla="*/ 2085659 w 9611734"/>
              <a:gd name="connsiteY278" fmla="*/ 1838039 h 1927097"/>
              <a:gd name="connsiteX279" fmla="*/ 2091794 w 9611734"/>
              <a:gd name="connsiteY279" fmla="*/ 1914850 h 1927097"/>
              <a:gd name="connsiteX280" fmla="*/ 2194499 w 9611734"/>
              <a:gd name="connsiteY280" fmla="*/ 1914850 h 1927097"/>
              <a:gd name="connsiteX281" fmla="*/ 2187138 w 9611734"/>
              <a:gd name="connsiteY281" fmla="*/ 1787998 h 1927097"/>
              <a:gd name="connsiteX282" fmla="*/ 2187138 w 9611734"/>
              <a:gd name="connsiteY282" fmla="*/ 1060831 h 1927097"/>
              <a:gd name="connsiteX283" fmla="*/ 2956729 w 9611734"/>
              <a:gd name="connsiteY283" fmla="*/ 1060831 h 1927097"/>
              <a:gd name="connsiteX284" fmla="*/ 2296854 w 9611734"/>
              <a:gd name="connsiteY284" fmla="*/ 1060831 h 1927097"/>
              <a:gd name="connsiteX285" fmla="*/ 2296854 w 9611734"/>
              <a:gd name="connsiteY285" fmla="*/ 1149890 h 1927097"/>
              <a:gd name="connsiteX286" fmla="*/ 2574300 w 9611734"/>
              <a:gd name="connsiteY286" fmla="*/ 1149890 h 1927097"/>
              <a:gd name="connsiteX287" fmla="*/ 2574300 w 9611734"/>
              <a:gd name="connsiteY287" fmla="*/ 1914850 h 1927097"/>
              <a:gd name="connsiteX288" fmla="*/ 2680686 w 9611734"/>
              <a:gd name="connsiteY288" fmla="*/ 1914850 h 1927097"/>
              <a:gd name="connsiteX289" fmla="*/ 2680686 w 9611734"/>
              <a:gd name="connsiteY289" fmla="*/ 1149890 h 1927097"/>
              <a:gd name="connsiteX290" fmla="*/ 2956904 w 9611734"/>
              <a:gd name="connsiteY290" fmla="*/ 1149890 h 1927097"/>
              <a:gd name="connsiteX291" fmla="*/ 2956904 w 9611734"/>
              <a:gd name="connsiteY291" fmla="*/ 1060831 h 1927097"/>
              <a:gd name="connsiteX292" fmla="*/ 4229682 w 9611734"/>
              <a:gd name="connsiteY292" fmla="*/ 1060831 h 1927097"/>
              <a:gd name="connsiteX293" fmla="*/ 4128203 w 9611734"/>
              <a:gd name="connsiteY293" fmla="*/ 1060831 h 1927097"/>
              <a:gd name="connsiteX294" fmla="*/ 4128203 w 9611734"/>
              <a:gd name="connsiteY294" fmla="*/ 1914675 h 1927097"/>
              <a:gd name="connsiteX295" fmla="*/ 4229682 w 9611734"/>
              <a:gd name="connsiteY295" fmla="*/ 1914675 h 1927097"/>
              <a:gd name="connsiteX296" fmla="*/ 4229682 w 9611734"/>
              <a:gd name="connsiteY296" fmla="*/ 1513473 h 1927097"/>
              <a:gd name="connsiteX297" fmla="*/ 4362884 w 9611734"/>
              <a:gd name="connsiteY297" fmla="*/ 1370699 h 1927097"/>
              <a:gd name="connsiteX298" fmla="*/ 4494859 w 9611734"/>
              <a:gd name="connsiteY298" fmla="*/ 1513473 h 1927097"/>
              <a:gd name="connsiteX299" fmla="*/ 4494859 w 9611734"/>
              <a:gd name="connsiteY299" fmla="*/ 1914850 h 1927097"/>
              <a:gd name="connsiteX300" fmla="*/ 4596338 w 9611734"/>
              <a:gd name="connsiteY300" fmla="*/ 1914850 h 1927097"/>
              <a:gd name="connsiteX301" fmla="*/ 4596338 w 9611734"/>
              <a:gd name="connsiteY301" fmla="*/ 1492827 h 1927097"/>
              <a:gd name="connsiteX302" fmla="*/ 4399515 w 9611734"/>
              <a:gd name="connsiteY302" fmla="*/ 1292839 h 1927097"/>
              <a:gd name="connsiteX303" fmla="*/ 4229682 w 9611734"/>
              <a:gd name="connsiteY303" fmla="*/ 1399044 h 1927097"/>
              <a:gd name="connsiteX304" fmla="*/ 4229682 w 9611734"/>
              <a:gd name="connsiteY304" fmla="*/ 1060831 h 192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Lst>
            <a:rect l="l" t="t" r="r" b="b"/>
            <a:pathLst>
              <a:path w="9611734" h="1927097">
                <a:moveTo>
                  <a:pt x="950465" y="818675"/>
                </a:moveTo>
                <a:cubicBezTo>
                  <a:pt x="856347" y="818675"/>
                  <a:pt x="803768" y="729617"/>
                  <a:pt x="803768" y="568646"/>
                </a:cubicBezTo>
                <a:cubicBezTo>
                  <a:pt x="803768" y="405226"/>
                  <a:pt x="856347" y="318617"/>
                  <a:pt x="950465" y="318617"/>
                </a:cubicBezTo>
                <a:cubicBezTo>
                  <a:pt x="1044582" y="318617"/>
                  <a:pt x="1097162" y="406451"/>
                  <a:pt x="1097162" y="568646"/>
                </a:cubicBezTo>
                <a:cubicBezTo>
                  <a:pt x="1097162" y="732066"/>
                  <a:pt x="1044582" y="818675"/>
                  <a:pt x="950465" y="818675"/>
                </a:cubicBezTo>
                <a:moveTo>
                  <a:pt x="950465" y="251429"/>
                </a:moveTo>
                <a:cubicBezTo>
                  <a:pt x="758549" y="251429"/>
                  <a:pt x="652338" y="394203"/>
                  <a:pt x="652338" y="568646"/>
                </a:cubicBezTo>
                <a:cubicBezTo>
                  <a:pt x="652338" y="743089"/>
                  <a:pt x="758724" y="885863"/>
                  <a:pt x="950465" y="885863"/>
                </a:cubicBezTo>
                <a:cubicBezTo>
                  <a:pt x="1142381" y="885863"/>
                  <a:pt x="1248591" y="743089"/>
                  <a:pt x="1248591" y="568646"/>
                </a:cubicBezTo>
                <a:cubicBezTo>
                  <a:pt x="1248767" y="394028"/>
                  <a:pt x="1142381" y="251429"/>
                  <a:pt x="950465" y="251429"/>
                </a:cubicBezTo>
                <a:moveTo>
                  <a:pt x="2283534" y="251429"/>
                </a:moveTo>
                <a:cubicBezTo>
                  <a:pt x="2193097" y="251429"/>
                  <a:pt x="2142971" y="290447"/>
                  <a:pt x="2114929" y="340488"/>
                </a:cubicBezTo>
                <a:lnTo>
                  <a:pt x="2107568" y="340488"/>
                </a:lnTo>
                <a:lnTo>
                  <a:pt x="2107568" y="263677"/>
                </a:lnTo>
                <a:lnTo>
                  <a:pt x="1963324" y="263677"/>
                </a:lnTo>
                <a:lnTo>
                  <a:pt x="1963324" y="873615"/>
                </a:lnTo>
                <a:lnTo>
                  <a:pt x="2107568" y="873615"/>
                </a:lnTo>
                <a:lnTo>
                  <a:pt x="2107568" y="479412"/>
                </a:lnTo>
                <a:cubicBezTo>
                  <a:pt x="2107568" y="389129"/>
                  <a:pt x="2154013" y="336638"/>
                  <a:pt x="2228501" y="336638"/>
                </a:cubicBezTo>
                <a:cubicBezTo>
                  <a:pt x="2300535" y="336638"/>
                  <a:pt x="2332433" y="384230"/>
                  <a:pt x="2332433" y="456142"/>
                </a:cubicBezTo>
                <a:lnTo>
                  <a:pt x="2332433" y="873265"/>
                </a:lnTo>
                <a:lnTo>
                  <a:pt x="2476677" y="873265"/>
                </a:lnTo>
                <a:lnTo>
                  <a:pt x="2476677" y="455092"/>
                </a:lnTo>
                <a:cubicBezTo>
                  <a:pt x="2476502" y="329465"/>
                  <a:pt x="2410602" y="251429"/>
                  <a:pt x="2283534" y="251429"/>
                </a:cubicBezTo>
                <a:moveTo>
                  <a:pt x="2803897" y="251429"/>
                </a:moveTo>
                <a:cubicBezTo>
                  <a:pt x="2670696" y="251429"/>
                  <a:pt x="2570444" y="307594"/>
                  <a:pt x="2570444" y="427097"/>
                </a:cubicBezTo>
                <a:cubicBezTo>
                  <a:pt x="2570444" y="528403"/>
                  <a:pt x="2640024" y="583168"/>
                  <a:pt x="2718368" y="602765"/>
                </a:cubicBezTo>
                <a:lnTo>
                  <a:pt x="2840528" y="633209"/>
                </a:lnTo>
                <a:cubicBezTo>
                  <a:pt x="2905201" y="649131"/>
                  <a:pt x="2934645" y="672227"/>
                  <a:pt x="2934645" y="723493"/>
                </a:cubicBezTo>
                <a:cubicBezTo>
                  <a:pt x="2934645" y="785781"/>
                  <a:pt x="2890654" y="821125"/>
                  <a:pt x="2813712" y="821125"/>
                </a:cubicBezTo>
                <a:cubicBezTo>
                  <a:pt x="2730636" y="821125"/>
                  <a:pt x="2687872" y="780882"/>
                  <a:pt x="2674376" y="679576"/>
                </a:cubicBezTo>
                <a:lnTo>
                  <a:pt x="2544855" y="716144"/>
                </a:lnTo>
                <a:cubicBezTo>
                  <a:pt x="2552216" y="821125"/>
                  <a:pt x="2650014" y="885688"/>
                  <a:pt x="2797763" y="885688"/>
                </a:cubicBezTo>
                <a:cubicBezTo>
                  <a:pt x="2962688" y="885688"/>
                  <a:pt x="3051898" y="808877"/>
                  <a:pt x="3051898" y="686924"/>
                </a:cubicBezTo>
                <a:cubicBezTo>
                  <a:pt x="3051898" y="572320"/>
                  <a:pt x="2972503" y="524729"/>
                  <a:pt x="2889427" y="503908"/>
                </a:cubicBezTo>
                <a:lnTo>
                  <a:pt x="2772174" y="474688"/>
                </a:lnTo>
                <a:cubicBezTo>
                  <a:pt x="2713461" y="459991"/>
                  <a:pt x="2687872" y="433221"/>
                  <a:pt x="2687872" y="394203"/>
                </a:cubicBezTo>
                <a:cubicBezTo>
                  <a:pt x="2687872" y="345387"/>
                  <a:pt x="2729409" y="316167"/>
                  <a:pt x="2791804" y="316167"/>
                </a:cubicBezTo>
                <a:cubicBezTo>
                  <a:pt x="2865065" y="316167"/>
                  <a:pt x="2910284" y="356410"/>
                  <a:pt x="2916418" y="433221"/>
                </a:cubicBezTo>
                <a:lnTo>
                  <a:pt x="3038578" y="396652"/>
                </a:lnTo>
                <a:cubicBezTo>
                  <a:pt x="3023856" y="311093"/>
                  <a:pt x="2939553" y="251429"/>
                  <a:pt x="2803897" y="251429"/>
                </a:cubicBezTo>
                <a:moveTo>
                  <a:pt x="3409965" y="818675"/>
                </a:moveTo>
                <a:cubicBezTo>
                  <a:pt x="3315848" y="818675"/>
                  <a:pt x="3263268" y="729617"/>
                  <a:pt x="3263268" y="568646"/>
                </a:cubicBezTo>
                <a:cubicBezTo>
                  <a:pt x="3263268" y="405226"/>
                  <a:pt x="3315848" y="318617"/>
                  <a:pt x="3409965" y="318617"/>
                </a:cubicBezTo>
                <a:cubicBezTo>
                  <a:pt x="3504083" y="318617"/>
                  <a:pt x="3556663" y="406451"/>
                  <a:pt x="3556663" y="568646"/>
                </a:cubicBezTo>
                <a:cubicBezTo>
                  <a:pt x="3556487" y="732066"/>
                  <a:pt x="3504083" y="818675"/>
                  <a:pt x="3409965" y="818675"/>
                </a:cubicBezTo>
                <a:moveTo>
                  <a:pt x="3409965" y="251429"/>
                </a:moveTo>
                <a:cubicBezTo>
                  <a:pt x="3218050" y="251429"/>
                  <a:pt x="3111839" y="394203"/>
                  <a:pt x="3111839" y="568646"/>
                </a:cubicBezTo>
                <a:cubicBezTo>
                  <a:pt x="3111839" y="743089"/>
                  <a:pt x="3218225" y="885863"/>
                  <a:pt x="3409965" y="885863"/>
                </a:cubicBezTo>
                <a:cubicBezTo>
                  <a:pt x="3601881" y="885863"/>
                  <a:pt x="3708092" y="743089"/>
                  <a:pt x="3708092" y="568646"/>
                </a:cubicBezTo>
                <a:cubicBezTo>
                  <a:pt x="3708092" y="394028"/>
                  <a:pt x="3601706" y="251429"/>
                  <a:pt x="3409965" y="251429"/>
                </a:cubicBezTo>
                <a:moveTo>
                  <a:pt x="4113656" y="251429"/>
                </a:moveTo>
                <a:cubicBezTo>
                  <a:pt x="4023219" y="251429"/>
                  <a:pt x="3973094" y="290447"/>
                  <a:pt x="3945051" y="340488"/>
                </a:cubicBezTo>
                <a:lnTo>
                  <a:pt x="3937690" y="340488"/>
                </a:lnTo>
                <a:lnTo>
                  <a:pt x="3937690" y="263677"/>
                </a:lnTo>
                <a:lnTo>
                  <a:pt x="3793446" y="263677"/>
                </a:lnTo>
                <a:lnTo>
                  <a:pt x="3793446" y="873615"/>
                </a:lnTo>
                <a:lnTo>
                  <a:pt x="3937690" y="873615"/>
                </a:lnTo>
                <a:lnTo>
                  <a:pt x="3937690" y="479412"/>
                </a:lnTo>
                <a:cubicBezTo>
                  <a:pt x="3937690" y="389129"/>
                  <a:pt x="3984135" y="336638"/>
                  <a:pt x="4058623" y="336638"/>
                </a:cubicBezTo>
                <a:cubicBezTo>
                  <a:pt x="4130657" y="336638"/>
                  <a:pt x="4162555" y="384230"/>
                  <a:pt x="4162555" y="456142"/>
                </a:cubicBezTo>
                <a:lnTo>
                  <a:pt x="4162555" y="873265"/>
                </a:lnTo>
                <a:lnTo>
                  <a:pt x="4306799" y="873265"/>
                </a:lnTo>
                <a:lnTo>
                  <a:pt x="4306799" y="455092"/>
                </a:lnTo>
                <a:cubicBezTo>
                  <a:pt x="4306799" y="329465"/>
                  <a:pt x="4240724" y="251429"/>
                  <a:pt x="4113656" y="251429"/>
                </a:cubicBezTo>
                <a:moveTo>
                  <a:pt x="6255401" y="818675"/>
                </a:moveTo>
                <a:cubicBezTo>
                  <a:pt x="6161283" y="818675"/>
                  <a:pt x="6108704" y="729617"/>
                  <a:pt x="6108704" y="568646"/>
                </a:cubicBezTo>
                <a:cubicBezTo>
                  <a:pt x="6108704" y="405226"/>
                  <a:pt x="6161283" y="318617"/>
                  <a:pt x="6255401" y="318617"/>
                </a:cubicBezTo>
                <a:cubicBezTo>
                  <a:pt x="6349518" y="318617"/>
                  <a:pt x="6402098" y="406451"/>
                  <a:pt x="6402098" y="568646"/>
                </a:cubicBezTo>
                <a:cubicBezTo>
                  <a:pt x="6402098" y="732066"/>
                  <a:pt x="6349518" y="818675"/>
                  <a:pt x="6255401" y="818675"/>
                </a:cubicBezTo>
                <a:moveTo>
                  <a:pt x="6255401" y="251429"/>
                </a:moveTo>
                <a:cubicBezTo>
                  <a:pt x="6063485" y="251429"/>
                  <a:pt x="5957274" y="394203"/>
                  <a:pt x="5957274" y="568646"/>
                </a:cubicBezTo>
                <a:cubicBezTo>
                  <a:pt x="5957274" y="743089"/>
                  <a:pt x="6063660" y="885863"/>
                  <a:pt x="6255401" y="885863"/>
                </a:cubicBezTo>
                <a:cubicBezTo>
                  <a:pt x="6447316" y="885863"/>
                  <a:pt x="6553528" y="743089"/>
                  <a:pt x="6553528" y="568646"/>
                </a:cubicBezTo>
                <a:cubicBezTo>
                  <a:pt x="6553528" y="394028"/>
                  <a:pt x="6447316" y="251429"/>
                  <a:pt x="6255401" y="251429"/>
                </a:cubicBezTo>
                <a:moveTo>
                  <a:pt x="7588295" y="251429"/>
                </a:moveTo>
                <a:cubicBezTo>
                  <a:pt x="7497858" y="251429"/>
                  <a:pt x="7447732" y="290447"/>
                  <a:pt x="7419689" y="340488"/>
                </a:cubicBezTo>
                <a:lnTo>
                  <a:pt x="7412328" y="340488"/>
                </a:lnTo>
                <a:lnTo>
                  <a:pt x="7412328" y="263677"/>
                </a:lnTo>
                <a:lnTo>
                  <a:pt x="7268085" y="263677"/>
                </a:lnTo>
                <a:lnTo>
                  <a:pt x="7268085" y="873615"/>
                </a:lnTo>
                <a:lnTo>
                  <a:pt x="7412328" y="873615"/>
                </a:lnTo>
                <a:lnTo>
                  <a:pt x="7412328" y="479412"/>
                </a:lnTo>
                <a:cubicBezTo>
                  <a:pt x="7412328" y="389129"/>
                  <a:pt x="7458774" y="336638"/>
                  <a:pt x="7533262" y="336638"/>
                </a:cubicBezTo>
                <a:cubicBezTo>
                  <a:pt x="7605295" y="336638"/>
                  <a:pt x="7637194" y="384230"/>
                  <a:pt x="7637194" y="456142"/>
                </a:cubicBezTo>
                <a:lnTo>
                  <a:pt x="7637194" y="873265"/>
                </a:lnTo>
                <a:lnTo>
                  <a:pt x="7781438" y="873265"/>
                </a:lnTo>
                <a:lnTo>
                  <a:pt x="7781438" y="455092"/>
                </a:lnTo>
                <a:cubicBezTo>
                  <a:pt x="7781438" y="329465"/>
                  <a:pt x="7715362" y="251429"/>
                  <a:pt x="7588295" y="251429"/>
                </a:cubicBezTo>
                <a:moveTo>
                  <a:pt x="8108833" y="251429"/>
                </a:moveTo>
                <a:cubicBezTo>
                  <a:pt x="7975631" y="251429"/>
                  <a:pt x="7875380" y="307594"/>
                  <a:pt x="7875380" y="427097"/>
                </a:cubicBezTo>
                <a:cubicBezTo>
                  <a:pt x="7875380" y="528403"/>
                  <a:pt x="7944960" y="583168"/>
                  <a:pt x="8023304" y="602765"/>
                </a:cubicBezTo>
                <a:lnTo>
                  <a:pt x="8145464" y="633209"/>
                </a:lnTo>
                <a:cubicBezTo>
                  <a:pt x="8210137" y="649131"/>
                  <a:pt x="8239581" y="672227"/>
                  <a:pt x="8239581" y="723493"/>
                </a:cubicBezTo>
                <a:cubicBezTo>
                  <a:pt x="8239581" y="785781"/>
                  <a:pt x="8195589" y="821125"/>
                  <a:pt x="8118648" y="821125"/>
                </a:cubicBezTo>
                <a:cubicBezTo>
                  <a:pt x="8035573" y="821125"/>
                  <a:pt x="7992808" y="780882"/>
                  <a:pt x="7979312" y="679576"/>
                </a:cubicBezTo>
                <a:lnTo>
                  <a:pt x="7849791" y="716144"/>
                </a:lnTo>
                <a:cubicBezTo>
                  <a:pt x="7857152" y="821125"/>
                  <a:pt x="7954950" y="885688"/>
                  <a:pt x="8102699" y="885688"/>
                </a:cubicBezTo>
                <a:cubicBezTo>
                  <a:pt x="8267624" y="885688"/>
                  <a:pt x="8356834" y="808877"/>
                  <a:pt x="8356834" y="686924"/>
                </a:cubicBezTo>
                <a:cubicBezTo>
                  <a:pt x="8356834" y="572320"/>
                  <a:pt x="8277439" y="524729"/>
                  <a:pt x="8194363" y="503908"/>
                </a:cubicBezTo>
                <a:lnTo>
                  <a:pt x="8077110" y="474688"/>
                </a:lnTo>
                <a:cubicBezTo>
                  <a:pt x="8018396" y="459991"/>
                  <a:pt x="7992808" y="433221"/>
                  <a:pt x="7992808" y="394203"/>
                </a:cubicBezTo>
                <a:cubicBezTo>
                  <a:pt x="7992808" y="345387"/>
                  <a:pt x="8034346" y="316167"/>
                  <a:pt x="8096740" y="316167"/>
                </a:cubicBezTo>
                <a:cubicBezTo>
                  <a:pt x="8170001" y="316167"/>
                  <a:pt x="8215220" y="356410"/>
                  <a:pt x="8221353" y="433221"/>
                </a:cubicBezTo>
                <a:lnTo>
                  <a:pt x="8343514" y="396652"/>
                </a:lnTo>
                <a:cubicBezTo>
                  <a:pt x="8328791" y="311093"/>
                  <a:pt x="8244489" y="251429"/>
                  <a:pt x="8108833" y="251429"/>
                </a:cubicBezTo>
                <a:moveTo>
                  <a:pt x="8714726" y="818675"/>
                </a:moveTo>
                <a:cubicBezTo>
                  <a:pt x="8620608" y="818675"/>
                  <a:pt x="8568028" y="729617"/>
                  <a:pt x="8568028" y="568646"/>
                </a:cubicBezTo>
                <a:cubicBezTo>
                  <a:pt x="8568028" y="405226"/>
                  <a:pt x="8620608" y="318617"/>
                  <a:pt x="8714726" y="318617"/>
                </a:cubicBezTo>
                <a:cubicBezTo>
                  <a:pt x="8808844" y="318617"/>
                  <a:pt x="8861423" y="406451"/>
                  <a:pt x="8861423" y="568646"/>
                </a:cubicBezTo>
                <a:cubicBezTo>
                  <a:pt x="8861423" y="732066"/>
                  <a:pt x="8808844" y="818675"/>
                  <a:pt x="8714726" y="818675"/>
                </a:cubicBezTo>
                <a:moveTo>
                  <a:pt x="8714726" y="251429"/>
                </a:moveTo>
                <a:cubicBezTo>
                  <a:pt x="8522810" y="251429"/>
                  <a:pt x="8416599" y="394203"/>
                  <a:pt x="8416599" y="568646"/>
                </a:cubicBezTo>
                <a:cubicBezTo>
                  <a:pt x="8416599" y="743089"/>
                  <a:pt x="8522810" y="885863"/>
                  <a:pt x="8714726" y="885863"/>
                </a:cubicBezTo>
                <a:cubicBezTo>
                  <a:pt x="8906641" y="885863"/>
                  <a:pt x="9012852" y="743089"/>
                  <a:pt x="9012852" y="568646"/>
                </a:cubicBezTo>
                <a:cubicBezTo>
                  <a:pt x="9012852" y="394028"/>
                  <a:pt x="8906641" y="251429"/>
                  <a:pt x="8714726" y="251429"/>
                </a:cubicBezTo>
                <a:moveTo>
                  <a:pt x="9418592" y="251429"/>
                </a:moveTo>
                <a:cubicBezTo>
                  <a:pt x="9328155" y="251429"/>
                  <a:pt x="9278029" y="290447"/>
                  <a:pt x="9249987" y="340488"/>
                </a:cubicBezTo>
                <a:lnTo>
                  <a:pt x="9242625" y="340488"/>
                </a:lnTo>
                <a:lnTo>
                  <a:pt x="9242625" y="263677"/>
                </a:lnTo>
                <a:lnTo>
                  <a:pt x="9098382" y="263677"/>
                </a:lnTo>
                <a:lnTo>
                  <a:pt x="9098382" y="873615"/>
                </a:lnTo>
                <a:lnTo>
                  <a:pt x="9242625" y="873615"/>
                </a:lnTo>
                <a:lnTo>
                  <a:pt x="9242625" y="479412"/>
                </a:lnTo>
                <a:cubicBezTo>
                  <a:pt x="9242625" y="389129"/>
                  <a:pt x="9289071" y="336638"/>
                  <a:pt x="9363559" y="336638"/>
                </a:cubicBezTo>
                <a:cubicBezTo>
                  <a:pt x="9435593" y="336638"/>
                  <a:pt x="9467491" y="384230"/>
                  <a:pt x="9467491" y="456142"/>
                </a:cubicBezTo>
                <a:lnTo>
                  <a:pt x="9467491" y="873265"/>
                </a:lnTo>
                <a:lnTo>
                  <a:pt x="9611734" y="873265"/>
                </a:lnTo>
                <a:lnTo>
                  <a:pt x="9611734" y="455092"/>
                </a:lnTo>
                <a:cubicBezTo>
                  <a:pt x="9611560" y="329465"/>
                  <a:pt x="9545660" y="251429"/>
                  <a:pt x="9418592" y="251429"/>
                </a:cubicBezTo>
                <a:moveTo>
                  <a:pt x="566984" y="19596"/>
                </a:moveTo>
                <a:lnTo>
                  <a:pt x="415379" y="19596"/>
                </a:lnTo>
                <a:lnTo>
                  <a:pt x="415379" y="650356"/>
                </a:lnTo>
                <a:cubicBezTo>
                  <a:pt x="415379" y="752887"/>
                  <a:pt x="376295" y="813776"/>
                  <a:pt x="283404" y="813776"/>
                </a:cubicBezTo>
                <a:cubicBezTo>
                  <a:pt x="191740" y="813776"/>
                  <a:pt x="151429" y="749213"/>
                  <a:pt x="151429" y="638108"/>
                </a:cubicBezTo>
                <a:lnTo>
                  <a:pt x="151429" y="521055"/>
                </a:lnTo>
                <a:lnTo>
                  <a:pt x="0" y="558848"/>
                </a:lnTo>
                <a:lnTo>
                  <a:pt x="0" y="611338"/>
                </a:lnTo>
                <a:cubicBezTo>
                  <a:pt x="0" y="771084"/>
                  <a:pt x="79395" y="893212"/>
                  <a:pt x="283580" y="893212"/>
                </a:cubicBezTo>
                <a:cubicBezTo>
                  <a:pt x="487589" y="893212"/>
                  <a:pt x="566984" y="771259"/>
                  <a:pt x="566984" y="611338"/>
                </a:cubicBezTo>
                <a:lnTo>
                  <a:pt x="566984" y="19596"/>
                </a:lnTo>
                <a:moveTo>
                  <a:pt x="1478364" y="19596"/>
                </a:moveTo>
                <a:lnTo>
                  <a:pt x="1334121" y="19596"/>
                </a:lnTo>
                <a:lnTo>
                  <a:pt x="1334121" y="873440"/>
                </a:lnTo>
                <a:lnTo>
                  <a:pt x="1478364" y="873440"/>
                </a:lnTo>
                <a:lnTo>
                  <a:pt x="1478364" y="479412"/>
                </a:lnTo>
                <a:cubicBezTo>
                  <a:pt x="1478364" y="389129"/>
                  <a:pt x="1524810" y="336638"/>
                  <a:pt x="1599298" y="336638"/>
                </a:cubicBezTo>
                <a:cubicBezTo>
                  <a:pt x="1671332" y="336638"/>
                  <a:pt x="1703230" y="384230"/>
                  <a:pt x="1703230" y="456142"/>
                </a:cubicBezTo>
                <a:lnTo>
                  <a:pt x="1703230" y="873265"/>
                </a:lnTo>
                <a:lnTo>
                  <a:pt x="1847474" y="873265"/>
                </a:lnTo>
                <a:lnTo>
                  <a:pt x="1847474" y="455092"/>
                </a:lnTo>
                <a:cubicBezTo>
                  <a:pt x="1847474" y="329465"/>
                  <a:pt x="1781398" y="251429"/>
                  <a:pt x="1654331" y="251429"/>
                </a:cubicBezTo>
                <a:cubicBezTo>
                  <a:pt x="1563894" y="251429"/>
                  <a:pt x="1513768" y="290447"/>
                  <a:pt x="1485726" y="340488"/>
                </a:cubicBezTo>
                <a:lnTo>
                  <a:pt x="1478364" y="340488"/>
                </a:lnTo>
                <a:lnTo>
                  <a:pt x="1478364" y="19596"/>
                </a:lnTo>
                <a:moveTo>
                  <a:pt x="5871744" y="19596"/>
                </a:moveTo>
                <a:lnTo>
                  <a:pt x="5720315" y="19596"/>
                </a:lnTo>
                <a:lnTo>
                  <a:pt x="5720315" y="650356"/>
                </a:lnTo>
                <a:cubicBezTo>
                  <a:pt x="5720315" y="752887"/>
                  <a:pt x="5681231" y="813776"/>
                  <a:pt x="5588340" y="813776"/>
                </a:cubicBezTo>
                <a:cubicBezTo>
                  <a:pt x="5496676" y="813776"/>
                  <a:pt x="5456366" y="749213"/>
                  <a:pt x="5456366" y="638108"/>
                </a:cubicBezTo>
                <a:lnTo>
                  <a:pt x="5456366" y="521055"/>
                </a:lnTo>
                <a:lnTo>
                  <a:pt x="5304936" y="558848"/>
                </a:lnTo>
                <a:lnTo>
                  <a:pt x="5304936" y="611338"/>
                </a:lnTo>
                <a:cubicBezTo>
                  <a:pt x="5304936" y="771084"/>
                  <a:pt x="5384331" y="893212"/>
                  <a:pt x="5588515" y="893212"/>
                </a:cubicBezTo>
                <a:cubicBezTo>
                  <a:pt x="5792700" y="893212"/>
                  <a:pt x="5871920" y="771259"/>
                  <a:pt x="5871920" y="611338"/>
                </a:cubicBezTo>
                <a:lnTo>
                  <a:pt x="5871920" y="19596"/>
                </a:lnTo>
                <a:moveTo>
                  <a:pt x="6783125" y="19596"/>
                </a:moveTo>
                <a:lnTo>
                  <a:pt x="6638882" y="19596"/>
                </a:lnTo>
                <a:lnTo>
                  <a:pt x="6638882" y="873440"/>
                </a:lnTo>
                <a:lnTo>
                  <a:pt x="6783125" y="873440"/>
                </a:lnTo>
                <a:lnTo>
                  <a:pt x="6783125" y="479412"/>
                </a:lnTo>
                <a:cubicBezTo>
                  <a:pt x="6783125" y="389129"/>
                  <a:pt x="6829571" y="336638"/>
                  <a:pt x="6904059" y="336638"/>
                </a:cubicBezTo>
                <a:cubicBezTo>
                  <a:pt x="6976092" y="336638"/>
                  <a:pt x="7007991" y="384230"/>
                  <a:pt x="7007991" y="456142"/>
                </a:cubicBezTo>
                <a:lnTo>
                  <a:pt x="7007991" y="873265"/>
                </a:lnTo>
                <a:lnTo>
                  <a:pt x="7152234" y="873265"/>
                </a:lnTo>
                <a:lnTo>
                  <a:pt x="7152234" y="455092"/>
                </a:lnTo>
                <a:cubicBezTo>
                  <a:pt x="7152234" y="329465"/>
                  <a:pt x="7086335" y="251429"/>
                  <a:pt x="6959092" y="251429"/>
                </a:cubicBezTo>
                <a:cubicBezTo>
                  <a:pt x="6868655" y="251429"/>
                  <a:pt x="6818529" y="290447"/>
                  <a:pt x="6790486" y="340488"/>
                </a:cubicBezTo>
                <a:lnTo>
                  <a:pt x="6783125" y="340488"/>
                </a:lnTo>
                <a:lnTo>
                  <a:pt x="6783125" y="19596"/>
                </a:lnTo>
                <a:moveTo>
                  <a:pt x="4781944" y="803978"/>
                </a:moveTo>
                <a:cubicBezTo>
                  <a:pt x="4664691" y="803978"/>
                  <a:pt x="4592482" y="708795"/>
                  <a:pt x="4592482" y="607489"/>
                </a:cubicBezTo>
                <a:cubicBezTo>
                  <a:pt x="4592482" y="543976"/>
                  <a:pt x="4620524" y="485536"/>
                  <a:pt x="4666970" y="452642"/>
                </a:cubicBezTo>
                <a:lnTo>
                  <a:pt x="4943188" y="753937"/>
                </a:lnTo>
                <a:cubicBezTo>
                  <a:pt x="4892010" y="784382"/>
                  <a:pt x="4834523" y="803978"/>
                  <a:pt x="4781944" y="803978"/>
                </a:cubicBezTo>
                <a:moveTo>
                  <a:pt x="5050801" y="653855"/>
                </a:moveTo>
                <a:lnTo>
                  <a:pt x="4811388" y="390354"/>
                </a:lnTo>
                <a:cubicBezTo>
                  <a:pt x="4854153" y="373207"/>
                  <a:pt x="4895691" y="367083"/>
                  <a:pt x="4929868" y="367083"/>
                </a:cubicBezTo>
                <a:cubicBezTo>
                  <a:pt x="5028893" y="367083"/>
                  <a:pt x="5089885" y="424472"/>
                  <a:pt x="5089885" y="523154"/>
                </a:cubicBezTo>
                <a:cubicBezTo>
                  <a:pt x="5089885" y="567246"/>
                  <a:pt x="5077617" y="612388"/>
                  <a:pt x="5050801" y="653855"/>
                </a:cubicBezTo>
                <a:moveTo>
                  <a:pt x="4778263" y="355010"/>
                </a:moveTo>
                <a:lnTo>
                  <a:pt x="4725684" y="296396"/>
                </a:lnTo>
                <a:cubicBezTo>
                  <a:pt x="4679238" y="245130"/>
                  <a:pt x="4665743" y="213461"/>
                  <a:pt x="4665743" y="175668"/>
                </a:cubicBezTo>
                <a:cubicBezTo>
                  <a:pt x="4665743" y="104981"/>
                  <a:pt x="4710961" y="64738"/>
                  <a:pt x="4781768" y="64738"/>
                </a:cubicBezTo>
                <a:cubicBezTo>
                  <a:pt x="4853803" y="64738"/>
                  <a:pt x="4896568" y="106206"/>
                  <a:pt x="4896568" y="181792"/>
                </a:cubicBezTo>
                <a:cubicBezTo>
                  <a:pt x="4896743" y="251429"/>
                  <a:pt x="4862566" y="317217"/>
                  <a:pt x="4778263" y="355010"/>
                </a:cubicBezTo>
                <a:moveTo>
                  <a:pt x="4785624" y="0"/>
                </a:moveTo>
                <a:cubicBezTo>
                  <a:pt x="4617019" y="0"/>
                  <a:pt x="4533943" y="93958"/>
                  <a:pt x="4533943" y="211011"/>
                </a:cubicBezTo>
                <a:cubicBezTo>
                  <a:pt x="4533943" y="274350"/>
                  <a:pt x="4560759" y="337863"/>
                  <a:pt x="4631741" y="414674"/>
                </a:cubicBezTo>
                <a:lnTo>
                  <a:pt x="4632968" y="417124"/>
                </a:lnTo>
                <a:cubicBezTo>
                  <a:pt x="4513262" y="474513"/>
                  <a:pt x="4458228" y="567246"/>
                  <a:pt x="4458228" y="662254"/>
                </a:cubicBezTo>
                <a:cubicBezTo>
                  <a:pt x="4458228" y="787881"/>
                  <a:pt x="4554800" y="892862"/>
                  <a:pt x="4703775" y="892862"/>
                </a:cubicBezTo>
                <a:cubicBezTo>
                  <a:pt x="4789305" y="892862"/>
                  <a:pt x="4889557" y="857518"/>
                  <a:pt x="4979994" y="794005"/>
                </a:cubicBezTo>
                <a:lnTo>
                  <a:pt x="5053255" y="873265"/>
                </a:lnTo>
                <a:lnTo>
                  <a:pt x="5245170" y="873265"/>
                </a:lnTo>
                <a:lnTo>
                  <a:pt x="5245170" y="867141"/>
                </a:lnTo>
                <a:lnTo>
                  <a:pt x="5088834" y="695148"/>
                </a:lnTo>
                <a:cubicBezTo>
                  <a:pt x="5154909" y="617112"/>
                  <a:pt x="5192766" y="531728"/>
                  <a:pt x="5192766" y="457191"/>
                </a:cubicBezTo>
                <a:cubicBezTo>
                  <a:pt x="5192766" y="364458"/>
                  <a:pt x="5130372" y="302345"/>
                  <a:pt x="5032749" y="302345"/>
                </a:cubicBezTo>
                <a:cubicBezTo>
                  <a:pt x="4981396" y="302345"/>
                  <a:pt x="4923909" y="317042"/>
                  <a:pt x="4886051" y="331564"/>
                </a:cubicBezTo>
                <a:lnTo>
                  <a:pt x="4883598" y="326665"/>
                </a:lnTo>
                <a:cubicBezTo>
                  <a:pt x="4976489" y="276624"/>
                  <a:pt x="5015573" y="230258"/>
                  <a:pt x="5015573" y="165695"/>
                </a:cubicBezTo>
                <a:cubicBezTo>
                  <a:pt x="5015398" y="73312"/>
                  <a:pt x="4932322" y="0"/>
                  <a:pt x="4785624" y="0"/>
                </a:cubicBezTo>
                <a:moveTo>
                  <a:pt x="1128885" y="1543918"/>
                </a:moveTo>
                <a:cubicBezTo>
                  <a:pt x="1142381" y="1436662"/>
                  <a:pt x="1197239" y="1375599"/>
                  <a:pt x="1293810" y="1375599"/>
                </a:cubicBezTo>
                <a:cubicBezTo>
                  <a:pt x="1385474" y="1375599"/>
                  <a:pt x="1439280" y="1430538"/>
                  <a:pt x="1441734" y="1543918"/>
                </a:cubicBezTo>
                <a:lnTo>
                  <a:pt x="1128885" y="1543918"/>
                </a:lnTo>
                <a:moveTo>
                  <a:pt x="1293810" y="1292664"/>
                </a:moveTo>
                <a:cubicBezTo>
                  <a:pt x="1132566" y="1292664"/>
                  <a:pt x="1020045" y="1406043"/>
                  <a:pt x="1020045" y="1614780"/>
                </a:cubicBezTo>
                <a:cubicBezTo>
                  <a:pt x="1020045" y="1814768"/>
                  <a:pt x="1123978" y="1927098"/>
                  <a:pt x="1293810" y="1927098"/>
                </a:cubicBezTo>
                <a:cubicBezTo>
                  <a:pt x="1433146" y="1927098"/>
                  <a:pt x="1521129" y="1847837"/>
                  <a:pt x="1543037" y="1728334"/>
                </a:cubicBezTo>
                <a:lnTo>
                  <a:pt x="1450147" y="1704013"/>
                </a:lnTo>
                <a:cubicBezTo>
                  <a:pt x="1434198" y="1806545"/>
                  <a:pt x="1379339" y="1841888"/>
                  <a:pt x="1303450" y="1841888"/>
                </a:cubicBezTo>
                <a:cubicBezTo>
                  <a:pt x="1182516" y="1841888"/>
                  <a:pt x="1128710" y="1752829"/>
                  <a:pt x="1125029" y="1616180"/>
                </a:cubicBezTo>
                <a:lnTo>
                  <a:pt x="1544089" y="1616180"/>
                </a:lnTo>
                <a:lnTo>
                  <a:pt x="1544089" y="1582061"/>
                </a:lnTo>
                <a:cubicBezTo>
                  <a:pt x="1544440" y="1368250"/>
                  <a:pt x="1428238" y="1292664"/>
                  <a:pt x="1293810" y="1292664"/>
                </a:cubicBezTo>
                <a:moveTo>
                  <a:pt x="2967595" y="1543918"/>
                </a:moveTo>
                <a:cubicBezTo>
                  <a:pt x="2981091" y="1436662"/>
                  <a:pt x="3035949" y="1375599"/>
                  <a:pt x="3132520" y="1375599"/>
                </a:cubicBezTo>
                <a:cubicBezTo>
                  <a:pt x="3224184" y="1375599"/>
                  <a:pt x="3277991" y="1430538"/>
                  <a:pt x="3280444" y="1543918"/>
                </a:cubicBezTo>
                <a:lnTo>
                  <a:pt x="2967595" y="1543918"/>
                </a:lnTo>
                <a:moveTo>
                  <a:pt x="3132520" y="1292664"/>
                </a:moveTo>
                <a:cubicBezTo>
                  <a:pt x="2971276" y="1292664"/>
                  <a:pt x="2858756" y="1406043"/>
                  <a:pt x="2858756" y="1614780"/>
                </a:cubicBezTo>
                <a:cubicBezTo>
                  <a:pt x="2858756" y="1814768"/>
                  <a:pt x="2962688" y="1927098"/>
                  <a:pt x="3132520" y="1927098"/>
                </a:cubicBezTo>
                <a:cubicBezTo>
                  <a:pt x="3271856" y="1927098"/>
                  <a:pt x="3359839" y="1847837"/>
                  <a:pt x="3381748" y="1728334"/>
                </a:cubicBezTo>
                <a:lnTo>
                  <a:pt x="3288857" y="1704013"/>
                </a:lnTo>
                <a:cubicBezTo>
                  <a:pt x="3272908" y="1806545"/>
                  <a:pt x="3218050" y="1841888"/>
                  <a:pt x="3142160" y="1841888"/>
                </a:cubicBezTo>
                <a:cubicBezTo>
                  <a:pt x="3021227" y="1841888"/>
                  <a:pt x="2967420" y="1752829"/>
                  <a:pt x="2963740" y="1616180"/>
                </a:cubicBezTo>
                <a:lnTo>
                  <a:pt x="3382799" y="1616180"/>
                </a:lnTo>
                <a:lnTo>
                  <a:pt x="3382799" y="1582061"/>
                </a:lnTo>
                <a:cubicBezTo>
                  <a:pt x="3383150" y="1368250"/>
                  <a:pt x="3266949" y="1292664"/>
                  <a:pt x="3132520" y="1292664"/>
                </a:cubicBezTo>
                <a:moveTo>
                  <a:pt x="3766631" y="1292664"/>
                </a:moveTo>
                <a:cubicBezTo>
                  <a:pt x="3599252" y="1292664"/>
                  <a:pt x="3485505" y="1409717"/>
                  <a:pt x="3485505" y="1616005"/>
                </a:cubicBezTo>
                <a:cubicBezTo>
                  <a:pt x="3485505" y="1818442"/>
                  <a:pt x="3596623" y="1927098"/>
                  <a:pt x="3761723" y="1927098"/>
                </a:cubicBezTo>
                <a:cubicBezTo>
                  <a:pt x="3910874" y="1927098"/>
                  <a:pt x="3995177" y="1835589"/>
                  <a:pt x="4012178" y="1709962"/>
                </a:cubicBezTo>
                <a:lnTo>
                  <a:pt x="3915606" y="1686692"/>
                </a:lnTo>
                <a:cubicBezTo>
                  <a:pt x="3898430" y="1801296"/>
                  <a:pt x="3849531" y="1840313"/>
                  <a:pt x="3768909" y="1840313"/>
                </a:cubicBezTo>
                <a:cubicBezTo>
                  <a:pt x="3651657" y="1840313"/>
                  <a:pt x="3591716" y="1754929"/>
                  <a:pt x="3591716" y="1608481"/>
                </a:cubicBezTo>
                <a:cubicBezTo>
                  <a:pt x="3591716" y="1455909"/>
                  <a:pt x="3655337" y="1379098"/>
                  <a:pt x="3764002" y="1379098"/>
                </a:cubicBezTo>
                <a:cubicBezTo>
                  <a:pt x="3840943" y="1379098"/>
                  <a:pt x="3897204" y="1416891"/>
                  <a:pt x="3915606" y="1525546"/>
                </a:cubicBezTo>
                <a:lnTo>
                  <a:pt x="4012178" y="1502275"/>
                </a:lnTo>
                <a:cubicBezTo>
                  <a:pt x="3995177" y="1378048"/>
                  <a:pt x="3910874" y="1292664"/>
                  <a:pt x="3766631" y="1292664"/>
                </a:cubicBezTo>
                <a:moveTo>
                  <a:pt x="879833" y="1060831"/>
                </a:moveTo>
                <a:lnTo>
                  <a:pt x="718589" y="1060831"/>
                </a:lnTo>
                <a:lnTo>
                  <a:pt x="465680" y="1748805"/>
                </a:lnTo>
                <a:lnTo>
                  <a:pt x="211545" y="1060831"/>
                </a:lnTo>
                <a:lnTo>
                  <a:pt x="42765" y="1060831"/>
                </a:lnTo>
                <a:lnTo>
                  <a:pt x="42765" y="1914675"/>
                </a:lnTo>
                <a:lnTo>
                  <a:pt x="148976" y="1914675"/>
                </a:lnTo>
                <a:lnTo>
                  <a:pt x="148976" y="1179284"/>
                </a:lnTo>
                <a:lnTo>
                  <a:pt x="421513" y="1914850"/>
                </a:lnTo>
                <a:lnTo>
                  <a:pt x="503362" y="1914850"/>
                </a:lnTo>
                <a:lnTo>
                  <a:pt x="773447" y="1178060"/>
                </a:lnTo>
                <a:lnTo>
                  <a:pt x="773447" y="1914850"/>
                </a:lnTo>
                <a:lnTo>
                  <a:pt x="879833" y="1914850"/>
                </a:lnTo>
                <a:lnTo>
                  <a:pt x="879833" y="1060831"/>
                </a:lnTo>
                <a:moveTo>
                  <a:pt x="1920559" y="1840488"/>
                </a:moveTo>
                <a:cubicBezTo>
                  <a:pt x="1820307" y="1840488"/>
                  <a:pt x="1753181" y="1768577"/>
                  <a:pt x="1753181" y="1609881"/>
                </a:cubicBezTo>
                <a:cubicBezTo>
                  <a:pt x="1753181" y="1450135"/>
                  <a:pt x="1820307" y="1379273"/>
                  <a:pt x="1920559" y="1379273"/>
                </a:cubicBezTo>
                <a:cubicBezTo>
                  <a:pt x="2020811" y="1379273"/>
                  <a:pt x="2087938" y="1449960"/>
                  <a:pt x="2087938" y="1609881"/>
                </a:cubicBezTo>
                <a:cubicBezTo>
                  <a:pt x="2087938" y="1768402"/>
                  <a:pt x="2020811" y="1840488"/>
                  <a:pt x="1920559" y="1840488"/>
                </a:cubicBezTo>
                <a:moveTo>
                  <a:pt x="2186963" y="1060831"/>
                </a:moveTo>
                <a:lnTo>
                  <a:pt x="2085659" y="1060831"/>
                </a:lnTo>
                <a:lnTo>
                  <a:pt x="2085659" y="1421965"/>
                </a:lnTo>
                <a:cubicBezTo>
                  <a:pt x="2063576" y="1354777"/>
                  <a:pt x="2009945" y="1292664"/>
                  <a:pt x="1903559" y="1292664"/>
                </a:cubicBezTo>
                <a:cubicBezTo>
                  <a:pt x="1766676" y="1292664"/>
                  <a:pt x="1646970" y="1400094"/>
                  <a:pt x="1646970" y="1613555"/>
                </a:cubicBezTo>
                <a:cubicBezTo>
                  <a:pt x="1646970" y="1829465"/>
                  <a:pt x="1766676" y="1927098"/>
                  <a:pt x="1894971" y="1927098"/>
                </a:cubicBezTo>
                <a:cubicBezTo>
                  <a:pt x="1991542" y="1927098"/>
                  <a:pt x="2062349" y="1870933"/>
                  <a:pt x="2085659" y="1791672"/>
                </a:cubicBezTo>
                <a:lnTo>
                  <a:pt x="2085659" y="1838039"/>
                </a:lnTo>
                <a:cubicBezTo>
                  <a:pt x="2085659" y="1866034"/>
                  <a:pt x="2088113" y="1896653"/>
                  <a:pt x="2091794" y="1914850"/>
                </a:cubicBezTo>
                <a:lnTo>
                  <a:pt x="2194499" y="1914850"/>
                </a:lnTo>
                <a:cubicBezTo>
                  <a:pt x="2189592" y="1885630"/>
                  <a:pt x="2187138" y="1842938"/>
                  <a:pt x="2187138" y="1787998"/>
                </a:cubicBezTo>
                <a:lnTo>
                  <a:pt x="2187138" y="1060831"/>
                </a:lnTo>
                <a:moveTo>
                  <a:pt x="2956729" y="1060831"/>
                </a:moveTo>
                <a:lnTo>
                  <a:pt x="2296854" y="1060831"/>
                </a:lnTo>
                <a:lnTo>
                  <a:pt x="2296854" y="1149890"/>
                </a:lnTo>
                <a:lnTo>
                  <a:pt x="2574300" y="1149890"/>
                </a:lnTo>
                <a:lnTo>
                  <a:pt x="2574300" y="1914850"/>
                </a:lnTo>
                <a:lnTo>
                  <a:pt x="2680686" y="1914850"/>
                </a:lnTo>
                <a:lnTo>
                  <a:pt x="2680686" y="1149890"/>
                </a:lnTo>
                <a:lnTo>
                  <a:pt x="2956904" y="1149890"/>
                </a:lnTo>
                <a:lnTo>
                  <a:pt x="2956904" y="1060831"/>
                </a:lnTo>
                <a:moveTo>
                  <a:pt x="4229682" y="1060831"/>
                </a:moveTo>
                <a:lnTo>
                  <a:pt x="4128203" y="1060831"/>
                </a:lnTo>
                <a:lnTo>
                  <a:pt x="4128203" y="1914675"/>
                </a:lnTo>
                <a:lnTo>
                  <a:pt x="4229682" y="1914675"/>
                </a:lnTo>
                <a:lnTo>
                  <a:pt x="4229682" y="1513473"/>
                </a:lnTo>
                <a:cubicBezTo>
                  <a:pt x="4229682" y="1428089"/>
                  <a:pt x="4272447" y="1370699"/>
                  <a:pt x="4362884" y="1370699"/>
                </a:cubicBezTo>
                <a:cubicBezTo>
                  <a:pt x="4452094" y="1370699"/>
                  <a:pt x="4494859" y="1428089"/>
                  <a:pt x="4494859" y="1513473"/>
                </a:cubicBezTo>
                <a:lnTo>
                  <a:pt x="4494859" y="1914850"/>
                </a:lnTo>
                <a:lnTo>
                  <a:pt x="4596338" y="1914850"/>
                </a:lnTo>
                <a:lnTo>
                  <a:pt x="4596338" y="1492827"/>
                </a:lnTo>
                <a:cubicBezTo>
                  <a:pt x="4596338" y="1378223"/>
                  <a:pt x="4525530" y="1292839"/>
                  <a:pt x="4399515" y="1292839"/>
                </a:cubicBezTo>
                <a:cubicBezTo>
                  <a:pt x="4315212" y="1292839"/>
                  <a:pt x="4252817" y="1330632"/>
                  <a:pt x="4229682" y="1399044"/>
                </a:cubicBezTo>
                <a:lnTo>
                  <a:pt x="4229682" y="1060831"/>
                </a:lnTo>
              </a:path>
            </a:pathLst>
          </a:custGeom>
          <a:solidFill>
            <a:schemeClr val="bg1"/>
          </a:solidFill>
          <a:ln w="17520" cap="flat">
            <a:noFill/>
            <a:prstDash val="solid"/>
            <a:miter/>
          </a:ln>
        </p:spPr>
        <p:txBody>
          <a:bodyPr rtlCol="0" anchor="ctr"/>
          <a:lstStyle/>
          <a:p>
            <a:endParaRPr lang="en-GB"/>
          </a:p>
        </p:txBody>
      </p:sp>
      <p:grpSp>
        <p:nvGrpSpPr>
          <p:cNvPr id="5" name="Group 4">
            <a:extLst>
              <a:ext uri="{FF2B5EF4-FFF2-40B4-BE49-F238E27FC236}">
                <a16:creationId xmlns:a16="http://schemas.microsoft.com/office/drawing/2014/main" id="{41C817EC-B77D-FC6C-822C-6530E43A016A}"/>
              </a:ext>
            </a:extLst>
          </p:cNvPr>
          <p:cNvGrpSpPr/>
          <p:nvPr userDrawn="1"/>
        </p:nvGrpSpPr>
        <p:grpSpPr>
          <a:xfrm>
            <a:off x="10549117" y="6162338"/>
            <a:ext cx="1407244" cy="393192"/>
            <a:chOff x="10373732" y="6162338"/>
            <a:chExt cx="1407244" cy="393192"/>
          </a:xfrm>
        </p:grpSpPr>
        <p:sp>
          <p:nvSpPr>
            <p:cNvPr id="2" name="TextBox 1">
              <a:extLst>
                <a:ext uri="{FF2B5EF4-FFF2-40B4-BE49-F238E27FC236}">
                  <a16:creationId xmlns:a16="http://schemas.microsoft.com/office/drawing/2014/main" id="{76448AF7-6DAB-ECB4-60E8-12B52B0A72EA}"/>
                </a:ext>
              </a:extLst>
            </p:cNvPr>
            <p:cNvSpPr txBox="1"/>
            <p:nvPr userDrawn="1"/>
          </p:nvSpPr>
          <p:spPr>
            <a:xfrm>
              <a:off x="10500816" y="6254750"/>
              <a:ext cx="1280160" cy="246221"/>
            </a:xfrm>
            <a:prstGeom prst="rect">
              <a:avLst/>
            </a:prstGeom>
            <a:noFill/>
          </p:spPr>
          <p:txBody>
            <a:bodyPr wrap="square" lIns="0" tIns="0" rIns="0" bIns="0" rtlCol="0">
              <a:spAutoFit/>
            </a:bodyPr>
            <a:lstStyle/>
            <a:p>
              <a:pPr marL="0" lvl="0" indent="0" algn="l" defTabSz="914400" rtl="0" eaLnBrk="1" latinLnBrk="0" hangingPunct="1">
                <a:lnSpc>
                  <a:spcPct val="100000"/>
                </a:lnSpc>
                <a:spcBef>
                  <a:spcPts val="0"/>
                </a:spcBef>
                <a:spcAft>
                  <a:spcPts val="0"/>
                </a:spcAft>
                <a:buFont typeface="Arial" panose="020B0604020202020204" pitchFamily="34" charset="0"/>
                <a:buNone/>
                <a:tabLst/>
              </a:pPr>
              <a:r>
                <a:rPr lang="en-US" sz="1600" b="0" i="0" kern="1200">
                  <a:solidFill>
                    <a:schemeClr val="bg1"/>
                  </a:solidFill>
                  <a:latin typeface="+mn-lt"/>
                  <a:ea typeface="+mn-ea"/>
                  <a:cs typeface="+mn-cs"/>
                </a:rPr>
                <a:t>Orthopaedics</a:t>
              </a:r>
            </a:p>
          </p:txBody>
        </p:sp>
        <p:sp>
          <p:nvSpPr>
            <p:cNvPr id="4" name="Rectangle 3">
              <a:extLst>
                <a:ext uri="{FF2B5EF4-FFF2-40B4-BE49-F238E27FC236}">
                  <a16:creationId xmlns:a16="http://schemas.microsoft.com/office/drawing/2014/main" id="{5D4BAB53-2D5D-71A1-565A-A976D32F06CA}"/>
                </a:ext>
              </a:extLst>
            </p:cNvPr>
            <p:cNvSpPr/>
            <p:nvPr userDrawn="1"/>
          </p:nvSpPr>
          <p:spPr>
            <a:xfrm>
              <a:off x="10373732" y="6162338"/>
              <a:ext cx="18288" cy="3931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grpSp>
    </p:spTree>
    <p:extLst>
      <p:ext uri="{BB962C8B-B14F-4D97-AF65-F5344CB8AC3E}">
        <p14:creationId xmlns:p14="http://schemas.microsoft.com/office/powerpoint/2010/main" val="3479325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Accessible Vers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97A17AB-0114-CDE0-D80E-3AAA53BE4837}"/>
              </a:ext>
            </a:extLst>
          </p:cNvPr>
          <p:cNvSpPr>
            <a:spLocks noGrp="1"/>
          </p:cNvSpPr>
          <p:nvPr>
            <p:ph type="ctrTitle" hasCustomPrompt="1"/>
          </p:nvPr>
        </p:nvSpPr>
        <p:spPr>
          <a:xfrm>
            <a:off x="284805" y="261082"/>
            <a:ext cx="8676633" cy="3930563"/>
          </a:xfrm>
        </p:spPr>
        <p:txBody>
          <a:bodyPr anchor="t">
            <a:normAutofit/>
          </a:bodyPr>
          <a:lstStyle>
            <a:lvl1pPr algn="l">
              <a:lnSpc>
                <a:spcPct val="80000"/>
              </a:lnSpc>
              <a:defRPr sz="10500" b="0" i="0" spc="0" baseline="0">
                <a:solidFill>
                  <a:schemeClr val="accent1"/>
                </a:solidFill>
                <a:latin typeface="+mj-lt"/>
              </a:defRPr>
            </a:lvl1pPr>
          </a:lstStyle>
          <a:p>
            <a:r>
              <a:rPr lang="en-GB"/>
              <a:t>Longer titles will shrink automatically</a:t>
            </a:r>
          </a:p>
        </p:txBody>
      </p:sp>
      <p:sp>
        <p:nvSpPr>
          <p:cNvPr id="2" name="Subtitle 2">
            <a:extLst>
              <a:ext uri="{FF2B5EF4-FFF2-40B4-BE49-F238E27FC236}">
                <a16:creationId xmlns:a16="http://schemas.microsoft.com/office/drawing/2014/main" id="{55381F9E-8859-ADF8-D54A-1ABFE6EFC01B}"/>
              </a:ext>
            </a:extLst>
          </p:cNvPr>
          <p:cNvSpPr>
            <a:spLocks noGrp="1"/>
          </p:cNvSpPr>
          <p:nvPr>
            <p:ph type="subTitle" idx="1" hasCustomPrompt="1"/>
          </p:nvPr>
        </p:nvSpPr>
        <p:spPr>
          <a:xfrm>
            <a:off x="284806" y="4889500"/>
            <a:ext cx="2795587" cy="865834"/>
          </a:xfrm>
        </p:spPr>
        <p:txBody>
          <a:bodyPr anchor="b"/>
          <a:lstStyle>
            <a:lvl1pPr marL="0" indent="0" algn="l">
              <a:lnSpc>
                <a:spcPct val="100000"/>
              </a:lnSpc>
              <a:spcBef>
                <a:spcPts val="0"/>
              </a:spcBef>
              <a:spcAft>
                <a:spcPts val="0"/>
              </a:spcAft>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Supporting details. Delete if not required.</a:t>
            </a:r>
          </a:p>
        </p:txBody>
      </p:sp>
      <p:sp>
        <p:nvSpPr>
          <p:cNvPr id="5" name="Graphic 6">
            <a:extLst>
              <a:ext uri="{FF2B5EF4-FFF2-40B4-BE49-F238E27FC236}">
                <a16:creationId xmlns:a16="http://schemas.microsoft.com/office/drawing/2014/main" id="{E067425F-724C-B947-1197-E450A145B2AB}"/>
              </a:ext>
            </a:extLst>
          </p:cNvPr>
          <p:cNvSpPr>
            <a:spLocks noChangeAspect="1"/>
          </p:cNvSpPr>
          <p:nvPr userDrawn="1"/>
        </p:nvSpPr>
        <p:spPr>
          <a:xfrm>
            <a:off x="295014" y="6157305"/>
            <a:ext cx="2028986" cy="406800"/>
          </a:xfrm>
          <a:custGeom>
            <a:avLst/>
            <a:gdLst>
              <a:gd name="connsiteX0" fmla="*/ 950465 w 9611734"/>
              <a:gd name="connsiteY0" fmla="*/ 818675 h 1927097"/>
              <a:gd name="connsiteX1" fmla="*/ 803768 w 9611734"/>
              <a:gd name="connsiteY1" fmla="*/ 568646 h 1927097"/>
              <a:gd name="connsiteX2" fmla="*/ 950465 w 9611734"/>
              <a:gd name="connsiteY2" fmla="*/ 318617 h 1927097"/>
              <a:gd name="connsiteX3" fmla="*/ 1097162 w 9611734"/>
              <a:gd name="connsiteY3" fmla="*/ 568646 h 1927097"/>
              <a:gd name="connsiteX4" fmla="*/ 950465 w 9611734"/>
              <a:gd name="connsiteY4" fmla="*/ 818675 h 1927097"/>
              <a:gd name="connsiteX5" fmla="*/ 950465 w 9611734"/>
              <a:gd name="connsiteY5" fmla="*/ 251429 h 1927097"/>
              <a:gd name="connsiteX6" fmla="*/ 652338 w 9611734"/>
              <a:gd name="connsiteY6" fmla="*/ 568646 h 1927097"/>
              <a:gd name="connsiteX7" fmla="*/ 950465 w 9611734"/>
              <a:gd name="connsiteY7" fmla="*/ 885863 h 1927097"/>
              <a:gd name="connsiteX8" fmla="*/ 1248591 w 9611734"/>
              <a:gd name="connsiteY8" fmla="*/ 568646 h 1927097"/>
              <a:gd name="connsiteX9" fmla="*/ 950465 w 9611734"/>
              <a:gd name="connsiteY9" fmla="*/ 251429 h 1927097"/>
              <a:gd name="connsiteX10" fmla="*/ 2283534 w 9611734"/>
              <a:gd name="connsiteY10" fmla="*/ 251429 h 1927097"/>
              <a:gd name="connsiteX11" fmla="*/ 2114929 w 9611734"/>
              <a:gd name="connsiteY11" fmla="*/ 340488 h 1927097"/>
              <a:gd name="connsiteX12" fmla="*/ 2107568 w 9611734"/>
              <a:gd name="connsiteY12" fmla="*/ 340488 h 1927097"/>
              <a:gd name="connsiteX13" fmla="*/ 2107568 w 9611734"/>
              <a:gd name="connsiteY13" fmla="*/ 263677 h 1927097"/>
              <a:gd name="connsiteX14" fmla="*/ 1963324 w 9611734"/>
              <a:gd name="connsiteY14" fmla="*/ 263677 h 1927097"/>
              <a:gd name="connsiteX15" fmla="*/ 1963324 w 9611734"/>
              <a:gd name="connsiteY15" fmla="*/ 873615 h 1927097"/>
              <a:gd name="connsiteX16" fmla="*/ 2107568 w 9611734"/>
              <a:gd name="connsiteY16" fmla="*/ 873615 h 1927097"/>
              <a:gd name="connsiteX17" fmla="*/ 2107568 w 9611734"/>
              <a:gd name="connsiteY17" fmla="*/ 479412 h 1927097"/>
              <a:gd name="connsiteX18" fmla="*/ 2228501 w 9611734"/>
              <a:gd name="connsiteY18" fmla="*/ 336638 h 1927097"/>
              <a:gd name="connsiteX19" fmla="*/ 2332433 w 9611734"/>
              <a:gd name="connsiteY19" fmla="*/ 456142 h 1927097"/>
              <a:gd name="connsiteX20" fmla="*/ 2332433 w 9611734"/>
              <a:gd name="connsiteY20" fmla="*/ 873265 h 1927097"/>
              <a:gd name="connsiteX21" fmla="*/ 2476677 w 9611734"/>
              <a:gd name="connsiteY21" fmla="*/ 873265 h 1927097"/>
              <a:gd name="connsiteX22" fmla="*/ 2476677 w 9611734"/>
              <a:gd name="connsiteY22" fmla="*/ 455092 h 1927097"/>
              <a:gd name="connsiteX23" fmla="*/ 2283534 w 9611734"/>
              <a:gd name="connsiteY23" fmla="*/ 251429 h 1927097"/>
              <a:gd name="connsiteX24" fmla="*/ 2803897 w 9611734"/>
              <a:gd name="connsiteY24" fmla="*/ 251429 h 1927097"/>
              <a:gd name="connsiteX25" fmla="*/ 2570444 w 9611734"/>
              <a:gd name="connsiteY25" fmla="*/ 427097 h 1927097"/>
              <a:gd name="connsiteX26" fmla="*/ 2718368 w 9611734"/>
              <a:gd name="connsiteY26" fmla="*/ 602765 h 1927097"/>
              <a:gd name="connsiteX27" fmla="*/ 2840528 w 9611734"/>
              <a:gd name="connsiteY27" fmla="*/ 633209 h 1927097"/>
              <a:gd name="connsiteX28" fmla="*/ 2934645 w 9611734"/>
              <a:gd name="connsiteY28" fmla="*/ 723493 h 1927097"/>
              <a:gd name="connsiteX29" fmla="*/ 2813712 w 9611734"/>
              <a:gd name="connsiteY29" fmla="*/ 821125 h 1927097"/>
              <a:gd name="connsiteX30" fmla="*/ 2674376 w 9611734"/>
              <a:gd name="connsiteY30" fmla="*/ 679576 h 1927097"/>
              <a:gd name="connsiteX31" fmla="*/ 2544855 w 9611734"/>
              <a:gd name="connsiteY31" fmla="*/ 716144 h 1927097"/>
              <a:gd name="connsiteX32" fmla="*/ 2797763 w 9611734"/>
              <a:gd name="connsiteY32" fmla="*/ 885688 h 1927097"/>
              <a:gd name="connsiteX33" fmla="*/ 3051898 w 9611734"/>
              <a:gd name="connsiteY33" fmla="*/ 686924 h 1927097"/>
              <a:gd name="connsiteX34" fmla="*/ 2889427 w 9611734"/>
              <a:gd name="connsiteY34" fmla="*/ 503908 h 1927097"/>
              <a:gd name="connsiteX35" fmla="*/ 2772174 w 9611734"/>
              <a:gd name="connsiteY35" fmla="*/ 474688 h 1927097"/>
              <a:gd name="connsiteX36" fmla="*/ 2687872 w 9611734"/>
              <a:gd name="connsiteY36" fmla="*/ 394203 h 1927097"/>
              <a:gd name="connsiteX37" fmla="*/ 2791804 w 9611734"/>
              <a:gd name="connsiteY37" fmla="*/ 316167 h 1927097"/>
              <a:gd name="connsiteX38" fmla="*/ 2916418 w 9611734"/>
              <a:gd name="connsiteY38" fmla="*/ 433221 h 1927097"/>
              <a:gd name="connsiteX39" fmla="*/ 3038578 w 9611734"/>
              <a:gd name="connsiteY39" fmla="*/ 396652 h 1927097"/>
              <a:gd name="connsiteX40" fmla="*/ 2803897 w 9611734"/>
              <a:gd name="connsiteY40" fmla="*/ 251429 h 1927097"/>
              <a:gd name="connsiteX41" fmla="*/ 3409965 w 9611734"/>
              <a:gd name="connsiteY41" fmla="*/ 818675 h 1927097"/>
              <a:gd name="connsiteX42" fmla="*/ 3263268 w 9611734"/>
              <a:gd name="connsiteY42" fmla="*/ 568646 h 1927097"/>
              <a:gd name="connsiteX43" fmla="*/ 3409965 w 9611734"/>
              <a:gd name="connsiteY43" fmla="*/ 318617 h 1927097"/>
              <a:gd name="connsiteX44" fmla="*/ 3556663 w 9611734"/>
              <a:gd name="connsiteY44" fmla="*/ 568646 h 1927097"/>
              <a:gd name="connsiteX45" fmla="*/ 3409965 w 9611734"/>
              <a:gd name="connsiteY45" fmla="*/ 818675 h 1927097"/>
              <a:gd name="connsiteX46" fmla="*/ 3409965 w 9611734"/>
              <a:gd name="connsiteY46" fmla="*/ 251429 h 1927097"/>
              <a:gd name="connsiteX47" fmla="*/ 3111839 w 9611734"/>
              <a:gd name="connsiteY47" fmla="*/ 568646 h 1927097"/>
              <a:gd name="connsiteX48" fmla="*/ 3409965 w 9611734"/>
              <a:gd name="connsiteY48" fmla="*/ 885863 h 1927097"/>
              <a:gd name="connsiteX49" fmla="*/ 3708092 w 9611734"/>
              <a:gd name="connsiteY49" fmla="*/ 568646 h 1927097"/>
              <a:gd name="connsiteX50" fmla="*/ 3409965 w 9611734"/>
              <a:gd name="connsiteY50" fmla="*/ 251429 h 1927097"/>
              <a:gd name="connsiteX51" fmla="*/ 4113656 w 9611734"/>
              <a:gd name="connsiteY51" fmla="*/ 251429 h 1927097"/>
              <a:gd name="connsiteX52" fmla="*/ 3945051 w 9611734"/>
              <a:gd name="connsiteY52" fmla="*/ 340488 h 1927097"/>
              <a:gd name="connsiteX53" fmla="*/ 3937690 w 9611734"/>
              <a:gd name="connsiteY53" fmla="*/ 340488 h 1927097"/>
              <a:gd name="connsiteX54" fmla="*/ 3937690 w 9611734"/>
              <a:gd name="connsiteY54" fmla="*/ 263677 h 1927097"/>
              <a:gd name="connsiteX55" fmla="*/ 3793446 w 9611734"/>
              <a:gd name="connsiteY55" fmla="*/ 263677 h 1927097"/>
              <a:gd name="connsiteX56" fmla="*/ 3793446 w 9611734"/>
              <a:gd name="connsiteY56" fmla="*/ 873615 h 1927097"/>
              <a:gd name="connsiteX57" fmla="*/ 3937690 w 9611734"/>
              <a:gd name="connsiteY57" fmla="*/ 873615 h 1927097"/>
              <a:gd name="connsiteX58" fmla="*/ 3937690 w 9611734"/>
              <a:gd name="connsiteY58" fmla="*/ 479412 h 1927097"/>
              <a:gd name="connsiteX59" fmla="*/ 4058623 w 9611734"/>
              <a:gd name="connsiteY59" fmla="*/ 336638 h 1927097"/>
              <a:gd name="connsiteX60" fmla="*/ 4162555 w 9611734"/>
              <a:gd name="connsiteY60" fmla="*/ 456142 h 1927097"/>
              <a:gd name="connsiteX61" fmla="*/ 4162555 w 9611734"/>
              <a:gd name="connsiteY61" fmla="*/ 873265 h 1927097"/>
              <a:gd name="connsiteX62" fmla="*/ 4306799 w 9611734"/>
              <a:gd name="connsiteY62" fmla="*/ 873265 h 1927097"/>
              <a:gd name="connsiteX63" fmla="*/ 4306799 w 9611734"/>
              <a:gd name="connsiteY63" fmla="*/ 455092 h 1927097"/>
              <a:gd name="connsiteX64" fmla="*/ 4113656 w 9611734"/>
              <a:gd name="connsiteY64" fmla="*/ 251429 h 1927097"/>
              <a:gd name="connsiteX65" fmla="*/ 6255401 w 9611734"/>
              <a:gd name="connsiteY65" fmla="*/ 818675 h 1927097"/>
              <a:gd name="connsiteX66" fmla="*/ 6108704 w 9611734"/>
              <a:gd name="connsiteY66" fmla="*/ 568646 h 1927097"/>
              <a:gd name="connsiteX67" fmla="*/ 6255401 w 9611734"/>
              <a:gd name="connsiteY67" fmla="*/ 318617 h 1927097"/>
              <a:gd name="connsiteX68" fmla="*/ 6402098 w 9611734"/>
              <a:gd name="connsiteY68" fmla="*/ 568646 h 1927097"/>
              <a:gd name="connsiteX69" fmla="*/ 6255401 w 9611734"/>
              <a:gd name="connsiteY69" fmla="*/ 818675 h 1927097"/>
              <a:gd name="connsiteX70" fmla="*/ 6255401 w 9611734"/>
              <a:gd name="connsiteY70" fmla="*/ 251429 h 1927097"/>
              <a:gd name="connsiteX71" fmla="*/ 5957274 w 9611734"/>
              <a:gd name="connsiteY71" fmla="*/ 568646 h 1927097"/>
              <a:gd name="connsiteX72" fmla="*/ 6255401 w 9611734"/>
              <a:gd name="connsiteY72" fmla="*/ 885863 h 1927097"/>
              <a:gd name="connsiteX73" fmla="*/ 6553528 w 9611734"/>
              <a:gd name="connsiteY73" fmla="*/ 568646 h 1927097"/>
              <a:gd name="connsiteX74" fmla="*/ 6255401 w 9611734"/>
              <a:gd name="connsiteY74" fmla="*/ 251429 h 1927097"/>
              <a:gd name="connsiteX75" fmla="*/ 7588295 w 9611734"/>
              <a:gd name="connsiteY75" fmla="*/ 251429 h 1927097"/>
              <a:gd name="connsiteX76" fmla="*/ 7419689 w 9611734"/>
              <a:gd name="connsiteY76" fmla="*/ 340488 h 1927097"/>
              <a:gd name="connsiteX77" fmla="*/ 7412328 w 9611734"/>
              <a:gd name="connsiteY77" fmla="*/ 340488 h 1927097"/>
              <a:gd name="connsiteX78" fmla="*/ 7412328 w 9611734"/>
              <a:gd name="connsiteY78" fmla="*/ 263677 h 1927097"/>
              <a:gd name="connsiteX79" fmla="*/ 7268085 w 9611734"/>
              <a:gd name="connsiteY79" fmla="*/ 263677 h 1927097"/>
              <a:gd name="connsiteX80" fmla="*/ 7268085 w 9611734"/>
              <a:gd name="connsiteY80" fmla="*/ 873615 h 1927097"/>
              <a:gd name="connsiteX81" fmla="*/ 7412328 w 9611734"/>
              <a:gd name="connsiteY81" fmla="*/ 873615 h 1927097"/>
              <a:gd name="connsiteX82" fmla="*/ 7412328 w 9611734"/>
              <a:gd name="connsiteY82" fmla="*/ 479412 h 1927097"/>
              <a:gd name="connsiteX83" fmla="*/ 7533262 w 9611734"/>
              <a:gd name="connsiteY83" fmla="*/ 336638 h 1927097"/>
              <a:gd name="connsiteX84" fmla="*/ 7637194 w 9611734"/>
              <a:gd name="connsiteY84" fmla="*/ 456142 h 1927097"/>
              <a:gd name="connsiteX85" fmla="*/ 7637194 w 9611734"/>
              <a:gd name="connsiteY85" fmla="*/ 873265 h 1927097"/>
              <a:gd name="connsiteX86" fmla="*/ 7781438 w 9611734"/>
              <a:gd name="connsiteY86" fmla="*/ 873265 h 1927097"/>
              <a:gd name="connsiteX87" fmla="*/ 7781438 w 9611734"/>
              <a:gd name="connsiteY87" fmla="*/ 455092 h 1927097"/>
              <a:gd name="connsiteX88" fmla="*/ 7588295 w 9611734"/>
              <a:gd name="connsiteY88" fmla="*/ 251429 h 1927097"/>
              <a:gd name="connsiteX89" fmla="*/ 8108833 w 9611734"/>
              <a:gd name="connsiteY89" fmla="*/ 251429 h 1927097"/>
              <a:gd name="connsiteX90" fmla="*/ 7875380 w 9611734"/>
              <a:gd name="connsiteY90" fmla="*/ 427097 h 1927097"/>
              <a:gd name="connsiteX91" fmla="*/ 8023304 w 9611734"/>
              <a:gd name="connsiteY91" fmla="*/ 602765 h 1927097"/>
              <a:gd name="connsiteX92" fmla="*/ 8145464 w 9611734"/>
              <a:gd name="connsiteY92" fmla="*/ 633209 h 1927097"/>
              <a:gd name="connsiteX93" fmla="*/ 8239581 w 9611734"/>
              <a:gd name="connsiteY93" fmla="*/ 723493 h 1927097"/>
              <a:gd name="connsiteX94" fmla="*/ 8118648 w 9611734"/>
              <a:gd name="connsiteY94" fmla="*/ 821125 h 1927097"/>
              <a:gd name="connsiteX95" fmla="*/ 7979312 w 9611734"/>
              <a:gd name="connsiteY95" fmla="*/ 679576 h 1927097"/>
              <a:gd name="connsiteX96" fmla="*/ 7849791 w 9611734"/>
              <a:gd name="connsiteY96" fmla="*/ 716144 h 1927097"/>
              <a:gd name="connsiteX97" fmla="*/ 8102699 w 9611734"/>
              <a:gd name="connsiteY97" fmla="*/ 885688 h 1927097"/>
              <a:gd name="connsiteX98" fmla="*/ 8356834 w 9611734"/>
              <a:gd name="connsiteY98" fmla="*/ 686924 h 1927097"/>
              <a:gd name="connsiteX99" fmla="*/ 8194363 w 9611734"/>
              <a:gd name="connsiteY99" fmla="*/ 503908 h 1927097"/>
              <a:gd name="connsiteX100" fmla="*/ 8077110 w 9611734"/>
              <a:gd name="connsiteY100" fmla="*/ 474688 h 1927097"/>
              <a:gd name="connsiteX101" fmla="*/ 7992808 w 9611734"/>
              <a:gd name="connsiteY101" fmla="*/ 394203 h 1927097"/>
              <a:gd name="connsiteX102" fmla="*/ 8096740 w 9611734"/>
              <a:gd name="connsiteY102" fmla="*/ 316167 h 1927097"/>
              <a:gd name="connsiteX103" fmla="*/ 8221353 w 9611734"/>
              <a:gd name="connsiteY103" fmla="*/ 433221 h 1927097"/>
              <a:gd name="connsiteX104" fmla="*/ 8343514 w 9611734"/>
              <a:gd name="connsiteY104" fmla="*/ 396652 h 1927097"/>
              <a:gd name="connsiteX105" fmla="*/ 8108833 w 9611734"/>
              <a:gd name="connsiteY105" fmla="*/ 251429 h 1927097"/>
              <a:gd name="connsiteX106" fmla="*/ 8714726 w 9611734"/>
              <a:gd name="connsiteY106" fmla="*/ 818675 h 1927097"/>
              <a:gd name="connsiteX107" fmla="*/ 8568028 w 9611734"/>
              <a:gd name="connsiteY107" fmla="*/ 568646 h 1927097"/>
              <a:gd name="connsiteX108" fmla="*/ 8714726 w 9611734"/>
              <a:gd name="connsiteY108" fmla="*/ 318617 h 1927097"/>
              <a:gd name="connsiteX109" fmla="*/ 8861423 w 9611734"/>
              <a:gd name="connsiteY109" fmla="*/ 568646 h 1927097"/>
              <a:gd name="connsiteX110" fmla="*/ 8714726 w 9611734"/>
              <a:gd name="connsiteY110" fmla="*/ 818675 h 1927097"/>
              <a:gd name="connsiteX111" fmla="*/ 8714726 w 9611734"/>
              <a:gd name="connsiteY111" fmla="*/ 251429 h 1927097"/>
              <a:gd name="connsiteX112" fmla="*/ 8416599 w 9611734"/>
              <a:gd name="connsiteY112" fmla="*/ 568646 h 1927097"/>
              <a:gd name="connsiteX113" fmla="*/ 8714726 w 9611734"/>
              <a:gd name="connsiteY113" fmla="*/ 885863 h 1927097"/>
              <a:gd name="connsiteX114" fmla="*/ 9012852 w 9611734"/>
              <a:gd name="connsiteY114" fmla="*/ 568646 h 1927097"/>
              <a:gd name="connsiteX115" fmla="*/ 8714726 w 9611734"/>
              <a:gd name="connsiteY115" fmla="*/ 251429 h 1927097"/>
              <a:gd name="connsiteX116" fmla="*/ 9418592 w 9611734"/>
              <a:gd name="connsiteY116" fmla="*/ 251429 h 1927097"/>
              <a:gd name="connsiteX117" fmla="*/ 9249987 w 9611734"/>
              <a:gd name="connsiteY117" fmla="*/ 340488 h 1927097"/>
              <a:gd name="connsiteX118" fmla="*/ 9242625 w 9611734"/>
              <a:gd name="connsiteY118" fmla="*/ 340488 h 1927097"/>
              <a:gd name="connsiteX119" fmla="*/ 9242625 w 9611734"/>
              <a:gd name="connsiteY119" fmla="*/ 263677 h 1927097"/>
              <a:gd name="connsiteX120" fmla="*/ 9098382 w 9611734"/>
              <a:gd name="connsiteY120" fmla="*/ 263677 h 1927097"/>
              <a:gd name="connsiteX121" fmla="*/ 9098382 w 9611734"/>
              <a:gd name="connsiteY121" fmla="*/ 873615 h 1927097"/>
              <a:gd name="connsiteX122" fmla="*/ 9242625 w 9611734"/>
              <a:gd name="connsiteY122" fmla="*/ 873615 h 1927097"/>
              <a:gd name="connsiteX123" fmla="*/ 9242625 w 9611734"/>
              <a:gd name="connsiteY123" fmla="*/ 479412 h 1927097"/>
              <a:gd name="connsiteX124" fmla="*/ 9363559 w 9611734"/>
              <a:gd name="connsiteY124" fmla="*/ 336638 h 1927097"/>
              <a:gd name="connsiteX125" fmla="*/ 9467491 w 9611734"/>
              <a:gd name="connsiteY125" fmla="*/ 456142 h 1927097"/>
              <a:gd name="connsiteX126" fmla="*/ 9467491 w 9611734"/>
              <a:gd name="connsiteY126" fmla="*/ 873265 h 1927097"/>
              <a:gd name="connsiteX127" fmla="*/ 9611734 w 9611734"/>
              <a:gd name="connsiteY127" fmla="*/ 873265 h 1927097"/>
              <a:gd name="connsiteX128" fmla="*/ 9611734 w 9611734"/>
              <a:gd name="connsiteY128" fmla="*/ 455092 h 1927097"/>
              <a:gd name="connsiteX129" fmla="*/ 9418592 w 9611734"/>
              <a:gd name="connsiteY129" fmla="*/ 251429 h 1927097"/>
              <a:gd name="connsiteX130" fmla="*/ 566984 w 9611734"/>
              <a:gd name="connsiteY130" fmla="*/ 19596 h 1927097"/>
              <a:gd name="connsiteX131" fmla="*/ 415379 w 9611734"/>
              <a:gd name="connsiteY131" fmla="*/ 19596 h 1927097"/>
              <a:gd name="connsiteX132" fmla="*/ 415379 w 9611734"/>
              <a:gd name="connsiteY132" fmla="*/ 650356 h 1927097"/>
              <a:gd name="connsiteX133" fmla="*/ 283404 w 9611734"/>
              <a:gd name="connsiteY133" fmla="*/ 813776 h 1927097"/>
              <a:gd name="connsiteX134" fmla="*/ 151429 w 9611734"/>
              <a:gd name="connsiteY134" fmla="*/ 638108 h 1927097"/>
              <a:gd name="connsiteX135" fmla="*/ 151429 w 9611734"/>
              <a:gd name="connsiteY135" fmla="*/ 521055 h 1927097"/>
              <a:gd name="connsiteX136" fmla="*/ 0 w 9611734"/>
              <a:gd name="connsiteY136" fmla="*/ 558848 h 1927097"/>
              <a:gd name="connsiteX137" fmla="*/ 0 w 9611734"/>
              <a:gd name="connsiteY137" fmla="*/ 611338 h 1927097"/>
              <a:gd name="connsiteX138" fmla="*/ 283580 w 9611734"/>
              <a:gd name="connsiteY138" fmla="*/ 893212 h 1927097"/>
              <a:gd name="connsiteX139" fmla="*/ 566984 w 9611734"/>
              <a:gd name="connsiteY139" fmla="*/ 611338 h 1927097"/>
              <a:gd name="connsiteX140" fmla="*/ 566984 w 9611734"/>
              <a:gd name="connsiteY140" fmla="*/ 19596 h 1927097"/>
              <a:gd name="connsiteX141" fmla="*/ 1478364 w 9611734"/>
              <a:gd name="connsiteY141" fmla="*/ 19596 h 1927097"/>
              <a:gd name="connsiteX142" fmla="*/ 1334121 w 9611734"/>
              <a:gd name="connsiteY142" fmla="*/ 19596 h 1927097"/>
              <a:gd name="connsiteX143" fmla="*/ 1334121 w 9611734"/>
              <a:gd name="connsiteY143" fmla="*/ 873440 h 1927097"/>
              <a:gd name="connsiteX144" fmla="*/ 1478364 w 9611734"/>
              <a:gd name="connsiteY144" fmla="*/ 873440 h 1927097"/>
              <a:gd name="connsiteX145" fmla="*/ 1478364 w 9611734"/>
              <a:gd name="connsiteY145" fmla="*/ 479412 h 1927097"/>
              <a:gd name="connsiteX146" fmla="*/ 1599298 w 9611734"/>
              <a:gd name="connsiteY146" fmla="*/ 336638 h 1927097"/>
              <a:gd name="connsiteX147" fmla="*/ 1703230 w 9611734"/>
              <a:gd name="connsiteY147" fmla="*/ 456142 h 1927097"/>
              <a:gd name="connsiteX148" fmla="*/ 1703230 w 9611734"/>
              <a:gd name="connsiteY148" fmla="*/ 873265 h 1927097"/>
              <a:gd name="connsiteX149" fmla="*/ 1847474 w 9611734"/>
              <a:gd name="connsiteY149" fmla="*/ 873265 h 1927097"/>
              <a:gd name="connsiteX150" fmla="*/ 1847474 w 9611734"/>
              <a:gd name="connsiteY150" fmla="*/ 455092 h 1927097"/>
              <a:gd name="connsiteX151" fmla="*/ 1654331 w 9611734"/>
              <a:gd name="connsiteY151" fmla="*/ 251429 h 1927097"/>
              <a:gd name="connsiteX152" fmla="*/ 1485726 w 9611734"/>
              <a:gd name="connsiteY152" fmla="*/ 340488 h 1927097"/>
              <a:gd name="connsiteX153" fmla="*/ 1478364 w 9611734"/>
              <a:gd name="connsiteY153" fmla="*/ 340488 h 1927097"/>
              <a:gd name="connsiteX154" fmla="*/ 1478364 w 9611734"/>
              <a:gd name="connsiteY154" fmla="*/ 19596 h 1927097"/>
              <a:gd name="connsiteX155" fmla="*/ 5871744 w 9611734"/>
              <a:gd name="connsiteY155" fmla="*/ 19596 h 1927097"/>
              <a:gd name="connsiteX156" fmla="*/ 5720315 w 9611734"/>
              <a:gd name="connsiteY156" fmla="*/ 19596 h 1927097"/>
              <a:gd name="connsiteX157" fmla="*/ 5720315 w 9611734"/>
              <a:gd name="connsiteY157" fmla="*/ 650356 h 1927097"/>
              <a:gd name="connsiteX158" fmla="*/ 5588340 w 9611734"/>
              <a:gd name="connsiteY158" fmla="*/ 813776 h 1927097"/>
              <a:gd name="connsiteX159" fmla="*/ 5456366 w 9611734"/>
              <a:gd name="connsiteY159" fmla="*/ 638108 h 1927097"/>
              <a:gd name="connsiteX160" fmla="*/ 5456366 w 9611734"/>
              <a:gd name="connsiteY160" fmla="*/ 521055 h 1927097"/>
              <a:gd name="connsiteX161" fmla="*/ 5304936 w 9611734"/>
              <a:gd name="connsiteY161" fmla="*/ 558848 h 1927097"/>
              <a:gd name="connsiteX162" fmla="*/ 5304936 w 9611734"/>
              <a:gd name="connsiteY162" fmla="*/ 611338 h 1927097"/>
              <a:gd name="connsiteX163" fmla="*/ 5588515 w 9611734"/>
              <a:gd name="connsiteY163" fmla="*/ 893212 h 1927097"/>
              <a:gd name="connsiteX164" fmla="*/ 5871920 w 9611734"/>
              <a:gd name="connsiteY164" fmla="*/ 611338 h 1927097"/>
              <a:gd name="connsiteX165" fmla="*/ 5871920 w 9611734"/>
              <a:gd name="connsiteY165" fmla="*/ 19596 h 1927097"/>
              <a:gd name="connsiteX166" fmla="*/ 6783125 w 9611734"/>
              <a:gd name="connsiteY166" fmla="*/ 19596 h 1927097"/>
              <a:gd name="connsiteX167" fmla="*/ 6638882 w 9611734"/>
              <a:gd name="connsiteY167" fmla="*/ 19596 h 1927097"/>
              <a:gd name="connsiteX168" fmla="*/ 6638882 w 9611734"/>
              <a:gd name="connsiteY168" fmla="*/ 873440 h 1927097"/>
              <a:gd name="connsiteX169" fmla="*/ 6783125 w 9611734"/>
              <a:gd name="connsiteY169" fmla="*/ 873440 h 1927097"/>
              <a:gd name="connsiteX170" fmla="*/ 6783125 w 9611734"/>
              <a:gd name="connsiteY170" fmla="*/ 479412 h 1927097"/>
              <a:gd name="connsiteX171" fmla="*/ 6904059 w 9611734"/>
              <a:gd name="connsiteY171" fmla="*/ 336638 h 1927097"/>
              <a:gd name="connsiteX172" fmla="*/ 7007991 w 9611734"/>
              <a:gd name="connsiteY172" fmla="*/ 456142 h 1927097"/>
              <a:gd name="connsiteX173" fmla="*/ 7007991 w 9611734"/>
              <a:gd name="connsiteY173" fmla="*/ 873265 h 1927097"/>
              <a:gd name="connsiteX174" fmla="*/ 7152234 w 9611734"/>
              <a:gd name="connsiteY174" fmla="*/ 873265 h 1927097"/>
              <a:gd name="connsiteX175" fmla="*/ 7152234 w 9611734"/>
              <a:gd name="connsiteY175" fmla="*/ 455092 h 1927097"/>
              <a:gd name="connsiteX176" fmla="*/ 6959092 w 9611734"/>
              <a:gd name="connsiteY176" fmla="*/ 251429 h 1927097"/>
              <a:gd name="connsiteX177" fmla="*/ 6790486 w 9611734"/>
              <a:gd name="connsiteY177" fmla="*/ 340488 h 1927097"/>
              <a:gd name="connsiteX178" fmla="*/ 6783125 w 9611734"/>
              <a:gd name="connsiteY178" fmla="*/ 340488 h 1927097"/>
              <a:gd name="connsiteX179" fmla="*/ 6783125 w 9611734"/>
              <a:gd name="connsiteY179" fmla="*/ 19596 h 1927097"/>
              <a:gd name="connsiteX180" fmla="*/ 4781944 w 9611734"/>
              <a:gd name="connsiteY180" fmla="*/ 803978 h 1927097"/>
              <a:gd name="connsiteX181" fmla="*/ 4592482 w 9611734"/>
              <a:gd name="connsiteY181" fmla="*/ 607489 h 1927097"/>
              <a:gd name="connsiteX182" fmla="*/ 4666970 w 9611734"/>
              <a:gd name="connsiteY182" fmla="*/ 452642 h 1927097"/>
              <a:gd name="connsiteX183" fmla="*/ 4943188 w 9611734"/>
              <a:gd name="connsiteY183" fmla="*/ 753937 h 1927097"/>
              <a:gd name="connsiteX184" fmla="*/ 4781944 w 9611734"/>
              <a:gd name="connsiteY184" fmla="*/ 803978 h 1927097"/>
              <a:gd name="connsiteX185" fmla="*/ 5050801 w 9611734"/>
              <a:gd name="connsiteY185" fmla="*/ 653855 h 1927097"/>
              <a:gd name="connsiteX186" fmla="*/ 4811388 w 9611734"/>
              <a:gd name="connsiteY186" fmla="*/ 390354 h 1927097"/>
              <a:gd name="connsiteX187" fmla="*/ 4929868 w 9611734"/>
              <a:gd name="connsiteY187" fmla="*/ 367083 h 1927097"/>
              <a:gd name="connsiteX188" fmla="*/ 5089885 w 9611734"/>
              <a:gd name="connsiteY188" fmla="*/ 523154 h 1927097"/>
              <a:gd name="connsiteX189" fmla="*/ 5050801 w 9611734"/>
              <a:gd name="connsiteY189" fmla="*/ 653855 h 1927097"/>
              <a:gd name="connsiteX190" fmla="*/ 4778263 w 9611734"/>
              <a:gd name="connsiteY190" fmla="*/ 355010 h 1927097"/>
              <a:gd name="connsiteX191" fmla="*/ 4725684 w 9611734"/>
              <a:gd name="connsiteY191" fmla="*/ 296396 h 1927097"/>
              <a:gd name="connsiteX192" fmla="*/ 4665743 w 9611734"/>
              <a:gd name="connsiteY192" fmla="*/ 175668 h 1927097"/>
              <a:gd name="connsiteX193" fmla="*/ 4781768 w 9611734"/>
              <a:gd name="connsiteY193" fmla="*/ 64738 h 1927097"/>
              <a:gd name="connsiteX194" fmla="*/ 4896568 w 9611734"/>
              <a:gd name="connsiteY194" fmla="*/ 181792 h 1927097"/>
              <a:gd name="connsiteX195" fmla="*/ 4778263 w 9611734"/>
              <a:gd name="connsiteY195" fmla="*/ 355010 h 1927097"/>
              <a:gd name="connsiteX196" fmla="*/ 4785624 w 9611734"/>
              <a:gd name="connsiteY196" fmla="*/ 0 h 1927097"/>
              <a:gd name="connsiteX197" fmla="*/ 4533943 w 9611734"/>
              <a:gd name="connsiteY197" fmla="*/ 211011 h 1927097"/>
              <a:gd name="connsiteX198" fmla="*/ 4631741 w 9611734"/>
              <a:gd name="connsiteY198" fmla="*/ 414674 h 1927097"/>
              <a:gd name="connsiteX199" fmla="*/ 4632968 w 9611734"/>
              <a:gd name="connsiteY199" fmla="*/ 417124 h 1927097"/>
              <a:gd name="connsiteX200" fmla="*/ 4458228 w 9611734"/>
              <a:gd name="connsiteY200" fmla="*/ 662254 h 1927097"/>
              <a:gd name="connsiteX201" fmla="*/ 4703775 w 9611734"/>
              <a:gd name="connsiteY201" fmla="*/ 892862 h 1927097"/>
              <a:gd name="connsiteX202" fmla="*/ 4979994 w 9611734"/>
              <a:gd name="connsiteY202" fmla="*/ 794005 h 1927097"/>
              <a:gd name="connsiteX203" fmla="*/ 5053255 w 9611734"/>
              <a:gd name="connsiteY203" fmla="*/ 873265 h 1927097"/>
              <a:gd name="connsiteX204" fmla="*/ 5245170 w 9611734"/>
              <a:gd name="connsiteY204" fmla="*/ 873265 h 1927097"/>
              <a:gd name="connsiteX205" fmla="*/ 5245170 w 9611734"/>
              <a:gd name="connsiteY205" fmla="*/ 867141 h 1927097"/>
              <a:gd name="connsiteX206" fmla="*/ 5088834 w 9611734"/>
              <a:gd name="connsiteY206" fmla="*/ 695148 h 1927097"/>
              <a:gd name="connsiteX207" fmla="*/ 5192766 w 9611734"/>
              <a:gd name="connsiteY207" fmla="*/ 457191 h 1927097"/>
              <a:gd name="connsiteX208" fmla="*/ 5032749 w 9611734"/>
              <a:gd name="connsiteY208" fmla="*/ 302345 h 1927097"/>
              <a:gd name="connsiteX209" fmla="*/ 4886051 w 9611734"/>
              <a:gd name="connsiteY209" fmla="*/ 331564 h 1927097"/>
              <a:gd name="connsiteX210" fmla="*/ 4883598 w 9611734"/>
              <a:gd name="connsiteY210" fmla="*/ 326665 h 1927097"/>
              <a:gd name="connsiteX211" fmla="*/ 5015573 w 9611734"/>
              <a:gd name="connsiteY211" fmla="*/ 165695 h 1927097"/>
              <a:gd name="connsiteX212" fmla="*/ 4785624 w 9611734"/>
              <a:gd name="connsiteY212" fmla="*/ 0 h 1927097"/>
              <a:gd name="connsiteX213" fmla="*/ 1128885 w 9611734"/>
              <a:gd name="connsiteY213" fmla="*/ 1543918 h 1927097"/>
              <a:gd name="connsiteX214" fmla="*/ 1293810 w 9611734"/>
              <a:gd name="connsiteY214" fmla="*/ 1375599 h 1927097"/>
              <a:gd name="connsiteX215" fmla="*/ 1441734 w 9611734"/>
              <a:gd name="connsiteY215" fmla="*/ 1543918 h 1927097"/>
              <a:gd name="connsiteX216" fmla="*/ 1128885 w 9611734"/>
              <a:gd name="connsiteY216" fmla="*/ 1543918 h 1927097"/>
              <a:gd name="connsiteX217" fmla="*/ 1293810 w 9611734"/>
              <a:gd name="connsiteY217" fmla="*/ 1292664 h 1927097"/>
              <a:gd name="connsiteX218" fmla="*/ 1020045 w 9611734"/>
              <a:gd name="connsiteY218" fmla="*/ 1614780 h 1927097"/>
              <a:gd name="connsiteX219" fmla="*/ 1293810 w 9611734"/>
              <a:gd name="connsiteY219" fmla="*/ 1927098 h 1927097"/>
              <a:gd name="connsiteX220" fmla="*/ 1543037 w 9611734"/>
              <a:gd name="connsiteY220" fmla="*/ 1728334 h 1927097"/>
              <a:gd name="connsiteX221" fmla="*/ 1450147 w 9611734"/>
              <a:gd name="connsiteY221" fmla="*/ 1704013 h 1927097"/>
              <a:gd name="connsiteX222" fmla="*/ 1303450 w 9611734"/>
              <a:gd name="connsiteY222" fmla="*/ 1841888 h 1927097"/>
              <a:gd name="connsiteX223" fmla="*/ 1125029 w 9611734"/>
              <a:gd name="connsiteY223" fmla="*/ 1616180 h 1927097"/>
              <a:gd name="connsiteX224" fmla="*/ 1544089 w 9611734"/>
              <a:gd name="connsiteY224" fmla="*/ 1616180 h 1927097"/>
              <a:gd name="connsiteX225" fmla="*/ 1544089 w 9611734"/>
              <a:gd name="connsiteY225" fmla="*/ 1582061 h 1927097"/>
              <a:gd name="connsiteX226" fmla="*/ 1293810 w 9611734"/>
              <a:gd name="connsiteY226" fmla="*/ 1292664 h 1927097"/>
              <a:gd name="connsiteX227" fmla="*/ 2967595 w 9611734"/>
              <a:gd name="connsiteY227" fmla="*/ 1543918 h 1927097"/>
              <a:gd name="connsiteX228" fmla="*/ 3132520 w 9611734"/>
              <a:gd name="connsiteY228" fmla="*/ 1375599 h 1927097"/>
              <a:gd name="connsiteX229" fmla="*/ 3280444 w 9611734"/>
              <a:gd name="connsiteY229" fmla="*/ 1543918 h 1927097"/>
              <a:gd name="connsiteX230" fmla="*/ 2967595 w 9611734"/>
              <a:gd name="connsiteY230" fmla="*/ 1543918 h 1927097"/>
              <a:gd name="connsiteX231" fmla="*/ 3132520 w 9611734"/>
              <a:gd name="connsiteY231" fmla="*/ 1292664 h 1927097"/>
              <a:gd name="connsiteX232" fmla="*/ 2858756 w 9611734"/>
              <a:gd name="connsiteY232" fmla="*/ 1614780 h 1927097"/>
              <a:gd name="connsiteX233" fmla="*/ 3132520 w 9611734"/>
              <a:gd name="connsiteY233" fmla="*/ 1927098 h 1927097"/>
              <a:gd name="connsiteX234" fmla="*/ 3381748 w 9611734"/>
              <a:gd name="connsiteY234" fmla="*/ 1728334 h 1927097"/>
              <a:gd name="connsiteX235" fmla="*/ 3288857 w 9611734"/>
              <a:gd name="connsiteY235" fmla="*/ 1704013 h 1927097"/>
              <a:gd name="connsiteX236" fmla="*/ 3142160 w 9611734"/>
              <a:gd name="connsiteY236" fmla="*/ 1841888 h 1927097"/>
              <a:gd name="connsiteX237" fmla="*/ 2963740 w 9611734"/>
              <a:gd name="connsiteY237" fmla="*/ 1616180 h 1927097"/>
              <a:gd name="connsiteX238" fmla="*/ 3382799 w 9611734"/>
              <a:gd name="connsiteY238" fmla="*/ 1616180 h 1927097"/>
              <a:gd name="connsiteX239" fmla="*/ 3382799 w 9611734"/>
              <a:gd name="connsiteY239" fmla="*/ 1582061 h 1927097"/>
              <a:gd name="connsiteX240" fmla="*/ 3132520 w 9611734"/>
              <a:gd name="connsiteY240" fmla="*/ 1292664 h 1927097"/>
              <a:gd name="connsiteX241" fmla="*/ 3766631 w 9611734"/>
              <a:gd name="connsiteY241" fmla="*/ 1292664 h 1927097"/>
              <a:gd name="connsiteX242" fmla="*/ 3485505 w 9611734"/>
              <a:gd name="connsiteY242" fmla="*/ 1616005 h 1927097"/>
              <a:gd name="connsiteX243" fmla="*/ 3761723 w 9611734"/>
              <a:gd name="connsiteY243" fmla="*/ 1927098 h 1927097"/>
              <a:gd name="connsiteX244" fmla="*/ 4012178 w 9611734"/>
              <a:gd name="connsiteY244" fmla="*/ 1709962 h 1927097"/>
              <a:gd name="connsiteX245" fmla="*/ 3915606 w 9611734"/>
              <a:gd name="connsiteY245" fmla="*/ 1686692 h 1927097"/>
              <a:gd name="connsiteX246" fmla="*/ 3768909 w 9611734"/>
              <a:gd name="connsiteY246" fmla="*/ 1840313 h 1927097"/>
              <a:gd name="connsiteX247" fmla="*/ 3591716 w 9611734"/>
              <a:gd name="connsiteY247" fmla="*/ 1608481 h 1927097"/>
              <a:gd name="connsiteX248" fmla="*/ 3764002 w 9611734"/>
              <a:gd name="connsiteY248" fmla="*/ 1379098 h 1927097"/>
              <a:gd name="connsiteX249" fmla="*/ 3915606 w 9611734"/>
              <a:gd name="connsiteY249" fmla="*/ 1525546 h 1927097"/>
              <a:gd name="connsiteX250" fmla="*/ 4012178 w 9611734"/>
              <a:gd name="connsiteY250" fmla="*/ 1502275 h 1927097"/>
              <a:gd name="connsiteX251" fmla="*/ 3766631 w 9611734"/>
              <a:gd name="connsiteY251" fmla="*/ 1292664 h 1927097"/>
              <a:gd name="connsiteX252" fmla="*/ 879833 w 9611734"/>
              <a:gd name="connsiteY252" fmla="*/ 1060831 h 1927097"/>
              <a:gd name="connsiteX253" fmla="*/ 718589 w 9611734"/>
              <a:gd name="connsiteY253" fmla="*/ 1060831 h 1927097"/>
              <a:gd name="connsiteX254" fmla="*/ 465680 w 9611734"/>
              <a:gd name="connsiteY254" fmla="*/ 1748805 h 1927097"/>
              <a:gd name="connsiteX255" fmla="*/ 211545 w 9611734"/>
              <a:gd name="connsiteY255" fmla="*/ 1060831 h 1927097"/>
              <a:gd name="connsiteX256" fmla="*/ 42765 w 9611734"/>
              <a:gd name="connsiteY256" fmla="*/ 1060831 h 1927097"/>
              <a:gd name="connsiteX257" fmla="*/ 42765 w 9611734"/>
              <a:gd name="connsiteY257" fmla="*/ 1914675 h 1927097"/>
              <a:gd name="connsiteX258" fmla="*/ 148976 w 9611734"/>
              <a:gd name="connsiteY258" fmla="*/ 1914675 h 1927097"/>
              <a:gd name="connsiteX259" fmla="*/ 148976 w 9611734"/>
              <a:gd name="connsiteY259" fmla="*/ 1179284 h 1927097"/>
              <a:gd name="connsiteX260" fmla="*/ 421513 w 9611734"/>
              <a:gd name="connsiteY260" fmla="*/ 1914850 h 1927097"/>
              <a:gd name="connsiteX261" fmla="*/ 503362 w 9611734"/>
              <a:gd name="connsiteY261" fmla="*/ 1914850 h 1927097"/>
              <a:gd name="connsiteX262" fmla="*/ 773447 w 9611734"/>
              <a:gd name="connsiteY262" fmla="*/ 1178060 h 1927097"/>
              <a:gd name="connsiteX263" fmla="*/ 773447 w 9611734"/>
              <a:gd name="connsiteY263" fmla="*/ 1914850 h 1927097"/>
              <a:gd name="connsiteX264" fmla="*/ 879833 w 9611734"/>
              <a:gd name="connsiteY264" fmla="*/ 1914850 h 1927097"/>
              <a:gd name="connsiteX265" fmla="*/ 879833 w 9611734"/>
              <a:gd name="connsiteY265" fmla="*/ 1060831 h 1927097"/>
              <a:gd name="connsiteX266" fmla="*/ 1920559 w 9611734"/>
              <a:gd name="connsiteY266" fmla="*/ 1840488 h 1927097"/>
              <a:gd name="connsiteX267" fmla="*/ 1753181 w 9611734"/>
              <a:gd name="connsiteY267" fmla="*/ 1609881 h 1927097"/>
              <a:gd name="connsiteX268" fmla="*/ 1920559 w 9611734"/>
              <a:gd name="connsiteY268" fmla="*/ 1379273 h 1927097"/>
              <a:gd name="connsiteX269" fmla="*/ 2087938 w 9611734"/>
              <a:gd name="connsiteY269" fmla="*/ 1609881 h 1927097"/>
              <a:gd name="connsiteX270" fmla="*/ 1920559 w 9611734"/>
              <a:gd name="connsiteY270" fmla="*/ 1840488 h 1927097"/>
              <a:gd name="connsiteX271" fmla="*/ 2186963 w 9611734"/>
              <a:gd name="connsiteY271" fmla="*/ 1060831 h 1927097"/>
              <a:gd name="connsiteX272" fmla="*/ 2085659 w 9611734"/>
              <a:gd name="connsiteY272" fmla="*/ 1060831 h 1927097"/>
              <a:gd name="connsiteX273" fmla="*/ 2085659 w 9611734"/>
              <a:gd name="connsiteY273" fmla="*/ 1421965 h 1927097"/>
              <a:gd name="connsiteX274" fmla="*/ 1903559 w 9611734"/>
              <a:gd name="connsiteY274" fmla="*/ 1292664 h 1927097"/>
              <a:gd name="connsiteX275" fmla="*/ 1646970 w 9611734"/>
              <a:gd name="connsiteY275" fmla="*/ 1613555 h 1927097"/>
              <a:gd name="connsiteX276" fmla="*/ 1894971 w 9611734"/>
              <a:gd name="connsiteY276" fmla="*/ 1927098 h 1927097"/>
              <a:gd name="connsiteX277" fmla="*/ 2085659 w 9611734"/>
              <a:gd name="connsiteY277" fmla="*/ 1791672 h 1927097"/>
              <a:gd name="connsiteX278" fmla="*/ 2085659 w 9611734"/>
              <a:gd name="connsiteY278" fmla="*/ 1838039 h 1927097"/>
              <a:gd name="connsiteX279" fmla="*/ 2091794 w 9611734"/>
              <a:gd name="connsiteY279" fmla="*/ 1914850 h 1927097"/>
              <a:gd name="connsiteX280" fmla="*/ 2194499 w 9611734"/>
              <a:gd name="connsiteY280" fmla="*/ 1914850 h 1927097"/>
              <a:gd name="connsiteX281" fmla="*/ 2187138 w 9611734"/>
              <a:gd name="connsiteY281" fmla="*/ 1787998 h 1927097"/>
              <a:gd name="connsiteX282" fmla="*/ 2187138 w 9611734"/>
              <a:gd name="connsiteY282" fmla="*/ 1060831 h 1927097"/>
              <a:gd name="connsiteX283" fmla="*/ 2956729 w 9611734"/>
              <a:gd name="connsiteY283" fmla="*/ 1060831 h 1927097"/>
              <a:gd name="connsiteX284" fmla="*/ 2296854 w 9611734"/>
              <a:gd name="connsiteY284" fmla="*/ 1060831 h 1927097"/>
              <a:gd name="connsiteX285" fmla="*/ 2296854 w 9611734"/>
              <a:gd name="connsiteY285" fmla="*/ 1149890 h 1927097"/>
              <a:gd name="connsiteX286" fmla="*/ 2574300 w 9611734"/>
              <a:gd name="connsiteY286" fmla="*/ 1149890 h 1927097"/>
              <a:gd name="connsiteX287" fmla="*/ 2574300 w 9611734"/>
              <a:gd name="connsiteY287" fmla="*/ 1914850 h 1927097"/>
              <a:gd name="connsiteX288" fmla="*/ 2680686 w 9611734"/>
              <a:gd name="connsiteY288" fmla="*/ 1914850 h 1927097"/>
              <a:gd name="connsiteX289" fmla="*/ 2680686 w 9611734"/>
              <a:gd name="connsiteY289" fmla="*/ 1149890 h 1927097"/>
              <a:gd name="connsiteX290" fmla="*/ 2956904 w 9611734"/>
              <a:gd name="connsiteY290" fmla="*/ 1149890 h 1927097"/>
              <a:gd name="connsiteX291" fmla="*/ 2956904 w 9611734"/>
              <a:gd name="connsiteY291" fmla="*/ 1060831 h 1927097"/>
              <a:gd name="connsiteX292" fmla="*/ 4229682 w 9611734"/>
              <a:gd name="connsiteY292" fmla="*/ 1060831 h 1927097"/>
              <a:gd name="connsiteX293" fmla="*/ 4128203 w 9611734"/>
              <a:gd name="connsiteY293" fmla="*/ 1060831 h 1927097"/>
              <a:gd name="connsiteX294" fmla="*/ 4128203 w 9611734"/>
              <a:gd name="connsiteY294" fmla="*/ 1914675 h 1927097"/>
              <a:gd name="connsiteX295" fmla="*/ 4229682 w 9611734"/>
              <a:gd name="connsiteY295" fmla="*/ 1914675 h 1927097"/>
              <a:gd name="connsiteX296" fmla="*/ 4229682 w 9611734"/>
              <a:gd name="connsiteY296" fmla="*/ 1513473 h 1927097"/>
              <a:gd name="connsiteX297" fmla="*/ 4362884 w 9611734"/>
              <a:gd name="connsiteY297" fmla="*/ 1370699 h 1927097"/>
              <a:gd name="connsiteX298" fmla="*/ 4494859 w 9611734"/>
              <a:gd name="connsiteY298" fmla="*/ 1513473 h 1927097"/>
              <a:gd name="connsiteX299" fmla="*/ 4494859 w 9611734"/>
              <a:gd name="connsiteY299" fmla="*/ 1914850 h 1927097"/>
              <a:gd name="connsiteX300" fmla="*/ 4596338 w 9611734"/>
              <a:gd name="connsiteY300" fmla="*/ 1914850 h 1927097"/>
              <a:gd name="connsiteX301" fmla="*/ 4596338 w 9611734"/>
              <a:gd name="connsiteY301" fmla="*/ 1492827 h 1927097"/>
              <a:gd name="connsiteX302" fmla="*/ 4399515 w 9611734"/>
              <a:gd name="connsiteY302" fmla="*/ 1292839 h 1927097"/>
              <a:gd name="connsiteX303" fmla="*/ 4229682 w 9611734"/>
              <a:gd name="connsiteY303" fmla="*/ 1399044 h 1927097"/>
              <a:gd name="connsiteX304" fmla="*/ 4229682 w 9611734"/>
              <a:gd name="connsiteY304" fmla="*/ 1060831 h 192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Lst>
            <a:rect l="l" t="t" r="r" b="b"/>
            <a:pathLst>
              <a:path w="9611734" h="1927097">
                <a:moveTo>
                  <a:pt x="950465" y="818675"/>
                </a:moveTo>
                <a:cubicBezTo>
                  <a:pt x="856347" y="818675"/>
                  <a:pt x="803768" y="729617"/>
                  <a:pt x="803768" y="568646"/>
                </a:cubicBezTo>
                <a:cubicBezTo>
                  <a:pt x="803768" y="405226"/>
                  <a:pt x="856347" y="318617"/>
                  <a:pt x="950465" y="318617"/>
                </a:cubicBezTo>
                <a:cubicBezTo>
                  <a:pt x="1044582" y="318617"/>
                  <a:pt x="1097162" y="406451"/>
                  <a:pt x="1097162" y="568646"/>
                </a:cubicBezTo>
                <a:cubicBezTo>
                  <a:pt x="1097162" y="732066"/>
                  <a:pt x="1044582" y="818675"/>
                  <a:pt x="950465" y="818675"/>
                </a:cubicBezTo>
                <a:moveTo>
                  <a:pt x="950465" y="251429"/>
                </a:moveTo>
                <a:cubicBezTo>
                  <a:pt x="758549" y="251429"/>
                  <a:pt x="652338" y="394203"/>
                  <a:pt x="652338" y="568646"/>
                </a:cubicBezTo>
                <a:cubicBezTo>
                  <a:pt x="652338" y="743089"/>
                  <a:pt x="758724" y="885863"/>
                  <a:pt x="950465" y="885863"/>
                </a:cubicBezTo>
                <a:cubicBezTo>
                  <a:pt x="1142381" y="885863"/>
                  <a:pt x="1248591" y="743089"/>
                  <a:pt x="1248591" y="568646"/>
                </a:cubicBezTo>
                <a:cubicBezTo>
                  <a:pt x="1248767" y="394028"/>
                  <a:pt x="1142381" y="251429"/>
                  <a:pt x="950465" y="251429"/>
                </a:cubicBezTo>
                <a:moveTo>
                  <a:pt x="2283534" y="251429"/>
                </a:moveTo>
                <a:cubicBezTo>
                  <a:pt x="2193097" y="251429"/>
                  <a:pt x="2142971" y="290447"/>
                  <a:pt x="2114929" y="340488"/>
                </a:cubicBezTo>
                <a:lnTo>
                  <a:pt x="2107568" y="340488"/>
                </a:lnTo>
                <a:lnTo>
                  <a:pt x="2107568" y="263677"/>
                </a:lnTo>
                <a:lnTo>
                  <a:pt x="1963324" y="263677"/>
                </a:lnTo>
                <a:lnTo>
                  <a:pt x="1963324" y="873615"/>
                </a:lnTo>
                <a:lnTo>
                  <a:pt x="2107568" y="873615"/>
                </a:lnTo>
                <a:lnTo>
                  <a:pt x="2107568" y="479412"/>
                </a:lnTo>
                <a:cubicBezTo>
                  <a:pt x="2107568" y="389129"/>
                  <a:pt x="2154013" y="336638"/>
                  <a:pt x="2228501" y="336638"/>
                </a:cubicBezTo>
                <a:cubicBezTo>
                  <a:pt x="2300535" y="336638"/>
                  <a:pt x="2332433" y="384230"/>
                  <a:pt x="2332433" y="456142"/>
                </a:cubicBezTo>
                <a:lnTo>
                  <a:pt x="2332433" y="873265"/>
                </a:lnTo>
                <a:lnTo>
                  <a:pt x="2476677" y="873265"/>
                </a:lnTo>
                <a:lnTo>
                  <a:pt x="2476677" y="455092"/>
                </a:lnTo>
                <a:cubicBezTo>
                  <a:pt x="2476502" y="329465"/>
                  <a:pt x="2410602" y="251429"/>
                  <a:pt x="2283534" y="251429"/>
                </a:cubicBezTo>
                <a:moveTo>
                  <a:pt x="2803897" y="251429"/>
                </a:moveTo>
                <a:cubicBezTo>
                  <a:pt x="2670696" y="251429"/>
                  <a:pt x="2570444" y="307594"/>
                  <a:pt x="2570444" y="427097"/>
                </a:cubicBezTo>
                <a:cubicBezTo>
                  <a:pt x="2570444" y="528403"/>
                  <a:pt x="2640024" y="583168"/>
                  <a:pt x="2718368" y="602765"/>
                </a:cubicBezTo>
                <a:lnTo>
                  <a:pt x="2840528" y="633209"/>
                </a:lnTo>
                <a:cubicBezTo>
                  <a:pt x="2905201" y="649131"/>
                  <a:pt x="2934645" y="672227"/>
                  <a:pt x="2934645" y="723493"/>
                </a:cubicBezTo>
                <a:cubicBezTo>
                  <a:pt x="2934645" y="785781"/>
                  <a:pt x="2890654" y="821125"/>
                  <a:pt x="2813712" y="821125"/>
                </a:cubicBezTo>
                <a:cubicBezTo>
                  <a:pt x="2730636" y="821125"/>
                  <a:pt x="2687872" y="780882"/>
                  <a:pt x="2674376" y="679576"/>
                </a:cubicBezTo>
                <a:lnTo>
                  <a:pt x="2544855" y="716144"/>
                </a:lnTo>
                <a:cubicBezTo>
                  <a:pt x="2552216" y="821125"/>
                  <a:pt x="2650014" y="885688"/>
                  <a:pt x="2797763" y="885688"/>
                </a:cubicBezTo>
                <a:cubicBezTo>
                  <a:pt x="2962688" y="885688"/>
                  <a:pt x="3051898" y="808877"/>
                  <a:pt x="3051898" y="686924"/>
                </a:cubicBezTo>
                <a:cubicBezTo>
                  <a:pt x="3051898" y="572320"/>
                  <a:pt x="2972503" y="524729"/>
                  <a:pt x="2889427" y="503908"/>
                </a:cubicBezTo>
                <a:lnTo>
                  <a:pt x="2772174" y="474688"/>
                </a:lnTo>
                <a:cubicBezTo>
                  <a:pt x="2713461" y="459991"/>
                  <a:pt x="2687872" y="433221"/>
                  <a:pt x="2687872" y="394203"/>
                </a:cubicBezTo>
                <a:cubicBezTo>
                  <a:pt x="2687872" y="345387"/>
                  <a:pt x="2729409" y="316167"/>
                  <a:pt x="2791804" y="316167"/>
                </a:cubicBezTo>
                <a:cubicBezTo>
                  <a:pt x="2865065" y="316167"/>
                  <a:pt x="2910284" y="356410"/>
                  <a:pt x="2916418" y="433221"/>
                </a:cubicBezTo>
                <a:lnTo>
                  <a:pt x="3038578" y="396652"/>
                </a:lnTo>
                <a:cubicBezTo>
                  <a:pt x="3023856" y="311093"/>
                  <a:pt x="2939553" y="251429"/>
                  <a:pt x="2803897" y="251429"/>
                </a:cubicBezTo>
                <a:moveTo>
                  <a:pt x="3409965" y="818675"/>
                </a:moveTo>
                <a:cubicBezTo>
                  <a:pt x="3315848" y="818675"/>
                  <a:pt x="3263268" y="729617"/>
                  <a:pt x="3263268" y="568646"/>
                </a:cubicBezTo>
                <a:cubicBezTo>
                  <a:pt x="3263268" y="405226"/>
                  <a:pt x="3315848" y="318617"/>
                  <a:pt x="3409965" y="318617"/>
                </a:cubicBezTo>
                <a:cubicBezTo>
                  <a:pt x="3504083" y="318617"/>
                  <a:pt x="3556663" y="406451"/>
                  <a:pt x="3556663" y="568646"/>
                </a:cubicBezTo>
                <a:cubicBezTo>
                  <a:pt x="3556487" y="732066"/>
                  <a:pt x="3504083" y="818675"/>
                  <a:pt x="3409965" y="818675"/>
                </a:cubicBezTo>
                <a:moveTo>
                  <a:pt x="3409965" y="251429"/>
                </a:moveTo>
                <a:cubicBezTo>
                  <a:pt x="3218050" y="251429"/>
                  <a:pt x="3111839" y="394203"/>
                  <a:pt x="3111839" y="568646"/>
                </a:cubicBezTo>
                <a:cubicBezTo>
                  <a:pt x="3111839" y="743089"/>
                  <a:pt x="3218225" y="885863"/>
                  <a:pt x="3409965" y="885863"/>
                </a:cubicBezTo>
                <a:cubicBezTo>
                  <a:pt x="3601881" y="885863"/>
                  <a:pt x="3708092" y="743089"/>
                  <a:pt x="3708092" y="568646"/>
                </a:cubicBezTo>
                <a:cubicBezTo>
                  <a:pt x="3708092" y="394028"/>
                  <a:pt x="3601706" y="251429"/>
                  <a:pt x="3409965" y="251429"/>
                </a:cubicBezTo>
                <a:moveTo>
                  <a:pt x="4113656" y="251429"/>
                </a:moveTo>
                <a:cubicBezTo>
                  <a:pt x="4023219" y="251429"/>
                  <a:pt x="3973094" y="290447"/>
                  <a:pt x="3945051" y="340488"/>
                </a:cubicBezTo>
                <a:lnTo>
                  <a:pt x="3937690" y="340488"/>
                </a:lnTo>
                <a:lnTo>
                  <a:pt x="3937690" y="263677"/>
                </a:lnTo>
                <a:lnTo>
                  <a:pt x="3793446" y="263677"/>
                </a:lnTo>
                <a:lnTo>
                  <a:pt x="3793446" y="873615"/>
                </a:lnTo>
                <a:lnTo>
                  <a:pt x="3937690" y="873615"/>
                </a:lnTo>
                <a:lnTo>
                  <a:pt x="3937690" y="479412"/>
                </a:lnTo>
                <a:cubicBezTo>
                  <a:pt x="3937690" y="389129"/>
                  <a:pt x="3984135" y="336638"/>
                  <a:pt x="4058623" y="336638"/>
                </a:cubicBezTo>
                <a:cubicBezTo>
                  <a:pt x="4130657" y="336638"/>
                  <a:pt x="4162555" y="384230"/>
                  <a:pt x="4162555" y="456142"/>
                </a:cubicBezTo>
                <a:lnTo>
                  <a:pt x="4162555" y="873265"/>
                </a:lnTo>
                <a:lnTo>
                  <a:pt x="4306799" y="873265"/>
                </a:lnTo>
                <a:lnTo>
                  <a:pt x="4306799" y="455092"/>
                </a:lnTo>
                <a:cubicBezTo>
                  <a:pt x="4306799" y="329465"/>
                  <a:pt x="4240724" y="251429"/>
                  <a:pt x="4113656" y="251429"/>
                </a:cubicBezTo>
                <a:moveTo>
                  <a:pt x="6255401" y="818675"/>
                </a:moveTo>
                <a:cubicBezTo>
                  <a:pt x="6161283" y="818675"/>
                  <a:pt x="6108704" y="729617"/>
                  <a:pt x="6108704" y="568646"/>
                </a:cubicBezTo>
                <a:cubicBezTo>
                  <a:pt x="6108704" y="405226"/>
                  <a:pt x="6161283" y="318617"/>
                  <a:pt x="6255401" y="318617"/>
                </a:cubicBezTo>
                <a:cubicBezTo>
                  <a:pt x="6349518" y="318617"/>
                  <a:pt x="6402098" y="406451"/>
                  <a:pt x="6402098" y="568646"/>
                </a:cubicBezTo>
                <a:cubicBezTo>
                  <a:pt x="6402098" y="732066"/>
                  <a:pt x="6349518" y="818675"/>
                  <a:pt x="6255401" y="818675"/>
                </a:cubicBezTo>
                <a:moveTo>
                  <a:pt x="6255401" y="251429"/>
                </a:moveTo>
                <a:cubicBezTo>
                  <a:pt x="6063485" y="251429"/>
                  <a:pt x="5957274" y="394203"/>
                  <a:pt x="5957274" y="568646"/>
                </a:cubicBezTo>
                <a:cubicBezTo>
                  <a:pt x="5957274" y="743089"/>
                  <a:pt x="6063660" y="885863"/>
                  <a:pt x="6255401" y="885863"/>
                </a:cubicBezTo>
                <a:cubicBezTo>
                  <a:pt x="6447316" y="885863"/>
                  <a:pt x="6553528" y="743089"/>
                  <a:pt x="6553528" y="568646"/>
                </a:cubicBezTo>
                <a:cubicBezTo>
                  <a:pt x="6553528" y="394028"/>
                  <a:pt x="6447316" y="251429"/>
                  <a:pt x="6255401" y="251429"/>
                </a:cubicBezTo>
                <a:moveTo>
                  <a:pt x="7588295" y="251429"/>
                </a:moveTo>
                <a:cubicBezTo>
                  <a:pt x="7497858" y="251429"/>
                  <a:pt x="7447732" y="290447"/>
                  <a:pt x="7419689" y="340488"/>
                </a:cubicBezTo>
                <a:lnTo>
                  <a:pt x="7412328" y="340488"/>
                </a:lnTo>
                <a:lnTo>
                  <a:pt x="7412328" y="263677"/>
                </a:lnTo>
                <a:lnTo>
                  <a:pt x="7268085" y="263677"/>
                </a:lnTo>
                <a:lnTo>
                  <a:pt x="7268085" y="873615"/>
                </a:lnTo>
                <a:lnTo>
                  <a:pt x="7412328" y="873615"/>
                </a:lnTo>
                <a:lnTo>
                  <a:pt x="7412328" y="479412"/>
                </a:lnTo>
                <a:cubicBezTo>
                  <a:pt x="7412328" y="389129"/>
                  <a:pt x="7458774" y="336638"/>
                  <a:pt x="7533262" y="336638"/>
                </a:cubicBezTo>
                <a:cubicBezTo>
                  <a:pt x="7605295" y="336638"/>
                  <a:pt x="7637194" y="384230"/>
                  <a:pt x="7637194" y="456142"/>
                </a:cubicBezTo>
                <a:lnTo>
                  <a:pt x="7637194" y="873265"/>
                </a:lnTo>
                <a:lnTo>
                  <a:pt x="7781438" y="873265"/>
                </a:lnTo>
                <a:lnTo>
                  <a:pt x="7781438" y="455092"/>
                </a:lnTo>
                <a:cubicBezTo>
                  <a:pt x="7781438" y="329465"/>
                  <a:pt x="7715362" y="251429"/>
                  <a:pt x="7588295" y="251429"/>
                </a:cubicBezTo>
                <a:moveTo>
                  <a:pt x="8108833" y="251429"/>
                </a:moveTo>
                <a:cubicBezTo>
                  <a:pt x="7975631" y="251429"/>
                  <a:pt x="7875380" y="307594"/>
                  <a:pt x="7875380" y="427097"/>
                </a:cubicBezTo>
                <a:cubicBezTo>
                  <a:pt x="7875380" y="528403"/>
                  <a:pt x="7944960" y="583168"/>
                  <a:pt x="8023304" y="602765"/>
                </a:cubicBezTo>
                <a:lnTo>
                  <a:pt x="8145464" y="633209"/>
                </a:lnTo>
                <a:cubicBezTo>
                  <a:pt x="8210137" y="649131"/>
                  <a:pt x="8239581" y="672227"/>
                  <a:pt x="8239581" y="723493"/>
                </a:cubicBezTo>
                <a:cubicBezTo>
                  <a:pt x="8239581" y="785781"/>
                  <a:pt x="8195589" y="821125"/>
                  <a:pt x="8118648" y="821125"/>
                </a:cubicBezTo>
                <a:cubicBezTo>
                  <a:pt x="8035573" y="821125"/>
                  <a:pt x="7992808" y="780882"/>
                  <a:pt x="7979312" y="679576"/>
                </a:cubicBezTo>
                <a:lnTo>
                  <a:pt x="7849791" y="716144"/>
                </a:lnTo>
                <a:cubicBezTo>
                  <a:pt x="7857152" y="821125"/>
                  <a:pt x="7954950" y="885688"/>
                  <a:pt x="8102699" y="885688"/>
                </a:cubicBezTo>
                <a:cubicBezTo>
                  <a:pt x="8267624" y="885688"/>
                  <a:pt x="8356834" y="808877"/>
                  <a:pt x="8356834" y="686924"/>
                </a:cubicBezTo>
                <a:cubicBezTo>
                  <a:pt x="8356834" y="572320"/>
                  <a:pt x="8277439" y="524729"/>
                  <a:pt x="8194363" y="503908"/>
                </a:cubicBezTo>
                <a:lnTo>
                  <a:pt x="8077110" y="474688"/>
                </a:lnTo>
                <a:cubicBezTo>
                  <a:pt x="8018396" y="459991"/>
                  <a:pt x="7992808" y="433221"/>
                  <a:pt x="7992808" y="394203"/>
                </a:cubicBezTo>
                <a:cubicBezTo>
                  <a:pt x="7992808" y="345387"/>
                  <a:pt x="8034346" y="316167"/>
                  <a:pt x="8096740" y="316167"/>
                </a:cubicBezTo>
                <a:cubicBezTo>
                  <a:pt x="8170001" y="316167"/>
                  <a:pt x="8215220" y="356410"/>
                  <a:pt x="8221353" y="433221"/>
                </a:cubicBezTo>
                <a:lnTo>
                  <a:pt x="8343514" y="396652"/>
                </a:lnTo>
                <a:cubicBezTo>
                  <a:pt x="8328791" y="311093"/>
                  <a:pt x="8244489" y="251429"/>
                  <a:pt x="8108833" y="251429"/>
                </a:cubicBezTo>
                <a:moveTo>
                  <a:pt x="8714726" y="818675"/>
                </a:moveTo>
                <a:cubicBezTo>
                  <a:pt x="8620608" y="818675"/>
                  <a:pt x="8568028" y="729617"/>
                  <a:pt x="8568028" y="568646"/>
                </a:cubicBezTo>
                <a:cubicBezTo>
                  <a:pt x="8568028" y="405226"/>
                  <a:pt x="8620608" y="318617"/>
                  <a:pt x="8714726" y="318617"/>
                </a:cubicBezTo>
                <a:cubicBezTo>
                  <a:pt x="8808844" y="318617"/>
                  <a:pt x="8861423" y="406451"/>
                  <a:pt x="8861423" y="568646"/>
                </a:cubicBezTo>
                <a:cubicBezTo>
                  <a:pt x="8861423" y="732066"/>
                  <a:pt x="8808844" y="818675"/>
                  <a:pt x="8714726" y="818675"/>
                </a:cubicBezTo>
                <a:moveTo>
                  <a:pt x="8714726" y="251429"/>
                </a:moveTo>
                <a:cubicBezTo>
                  <a:pt x="8522810" y="251429"/>
                  <a:pt x="8416599" y="394203"/>
                  <a:pt x="8416599" y="568646"/>
                </a:cubicBezTo>
                <a:cubicBezTo>
                  <a:pt x="8416599" y="743089"/>
                  <a:pt x="8522810" y="885863"/>
                  <a:pt x="8714726" y="885863"/>
                </a:cubicBezTo>
                <a:cubicBezTo>
                  <a:pt x="8906641" y="885863"/>
                  <a:pt x="9012852" y="743089"/>
                  <a:pt x="9012852" y="568646"/>
                </a:cubicBezTo>
                <a:cubicBezTo>
                  <a:pt x="9012852" y="394028"/>
                  <a:pt x="8906641" y="251429"/>
                  <a:pt x="8714726" y="251429"/>
                </a:cubicBezTo>
                <a:moveTo>
                  <a:pt x="9418592" y="251429"/>
                </a:moveTo>
                <a:cubicBezTo>
                  <a:pt x="9328155" y="251429"/>
                  <a:pt x="9278029" y="290447"/>
                  <a:pt x="9249987" y="340488"/>
                </a:cubicBezTo>
                <a:lnTo>
                  <a:pt x="9242625" y="340488"/>
                </a:lnTo>
                <a:lnTo>
                  <a:pt x="9242625" y="263677"/>
                </a:lnTo>
                <a:lnTo>
                  <a:pt x="9098382" y="263677"/>
                </a:lnTo>
                <a:lnTo>
                  <a:pt x="9098382" y="873615"/>
                </a:lnTo>
                <a:lnTo>
                  <a:pt x="9242625" y="873615"/>
                </a:lnTo>
                <a:lnTo>
                  <a:pt x="9242625" y="479412"/>
                </a:lnTo>
                <a:cubicBezTo>
                  <a:pt x="9242625" y="389129"/>
                  <a:pt x="9289071" y="336638"/>
                  <a:pt x="9363559" y="336638"/>
                </a:cubicBezTo>
                <a:cubicBezTo>
                  <a:pt x="9435593" y="336638"/>
                  <a:pt x="9467491" y="384230"/>
                  <a:pt x="9467491" y="456142"/>
                </a:cubicBezTo>
                <a:lnTo>
                  <a:pt x="9467491" y="873265"/>
                </a:lnTo>
                <a:lnTo>
                  <a:pt x="9611734" y="873265"/>
                </a:lnTo>
                <a:lnTo>
                  <a:pt x="9611734" y="455092"/>
                </a:lnTo>
                <a:cubicBezTo>
                  <a:pt x="9611560" y="329465"/>
                  <a:pt x="9545660" y="251429"/>
                  <a:pt x="9418592" y="251429"/>
                </a:cubicBezTo>
                <a:moveTo>
                  <a:pt x="566984" y="19596"/>
                </a:moveTo>
                <a:lnTo>
                  <a:pt x="415379" y="19596"/>
                </a:lnTo>
                <a:lnTo>
                  <a:pt x="415379" y="650356"/>
                </a:lnTo>
                <a:cubicBezTo>
                  <a:pt x="415379" y="752887"/>
                  <a:pt x="376295" y="813776"/>
                  <a:pt x="283404" y="813776"/>
                </a:cubicBezTo>
                <a:cubicBezTo>
                  <a:pt x="191740" y="813776"/>
                  <a:pt x="151429" y="749213"/>
                  <a:pt x="151429" y="638108"/>
                </a:cubicBezTo>
                <a:lnTo>
                  <a:pt x="151429" y="521055"/>
                </a:lnTo>
                <a:lnTo>
                  <a:pt x="0" y="558848"/>
                </a:lnTo>
                <a:lnTo>
                  <a:pt x="0" y="611338"/>
                </a:lnTo>
                <a:cubicBezTo>
                  <a:pt x="0" y="771084"/>
                  <a:pt x="79395" y="893212"/>
                  <a:pt x="283580" y="893212"/>
                </a:cubicBezTo>
                <a:cubicBezTo>
                  <a:pt x="487589" y="893212"/>
                  <a:pt x="566984" y="771259"/>
                  <a:pt x="566984" y="611338"/>
                </a:cubicBezTo>
                <a:lnTo>
                  <a:pt x="566984" y="19596"/>
                </a:lnTo>
                <a:moveTo>
                  <a:pt x="1478364" y="19596"/>
                </a:moveTo>
                <a:lnTo>
                  <a:pt x="1334121" y="19596"/>
                </a:lnTo>
                <a:lnTo>
                  <a:pt x="1334121" y="873440"/>
                </a:lnTo>
                <a:lnTo>
                  <a:pt x="1478364" y="873440"/>
                </a:lnTo>
                <a:lnTo>
                  <a:pt x="1478364" y="479412"/>
                </a:lnTo>
                <a:cubicBezTo>
                  <a:pt x="1478364" y="389129"/>
                  <a:pt x="1524810" y="336638"/>
                  <a:pt x="1599298" y="336638"/>
                </a:cubicBezTo>
                <a:cubicBezTo>
                  <a:pt x="1671332" y="336638"/>
                  <a:pt x="1703230" y="384230"/>
                  <a:pt x="1703230" y="456142"/>
                </a:cubicBezTo>
                <a:lnTo>
                  <a:pt x="1703230" y="873265"/>
                </a:lnTo>
                <a:lnTo>
                  <a:pt x="1847474" y="873265"/>
                </a:lnTo>
                <a:lnTo>
                  <a:pt x="1847474" y="455092"/>
                </a:lnTo>
                <a:cubicBezTo>
                  <a:pt x="1847474" y="329465"/>
                  <a:pt x="1781398" y="251429"/>
                  <a:pt x="1654331" y="251429"/>
                </a:cubicBezTo>
                <a:cubicBezTo>
                  <a:pt x="1563894" y="251429"/>
                  <a:pt x="1513768" y="290447"/>
                  <a:pt x="1485726" y="340488"/>
                </a:cubicBezTo>
                <a:lnTo>
                  <a:pt x="1478364" y="340488"/>
                </a:lnTo>
                <a:lnTo>
                  <a:pt x="1478364" y="19596"/>
                </a:lnTo>
                <a:moveTo>
                  <a:pt x="5871744" y="19596"/>
                </a:moveTo>
                <a:lnTo>
                  <a:pt x="5720315" y="19596"/>
                </a:lnTo>
                <a:lnTo>
                  <a:pt x="5720315" y="650356"/>
                </a:lnTo>
                <a:cubicBezTo>
                  <a:pt x="5720315" y="752887"/>
                  <a:pt x="5681231" y="813776"/>
                  <a:pt x="5588340" y="813776"/>
                </a:cubicBezTo>
                <a:cubicBezTo>
                  <a:pt x="5496676" y="813776"/>
                  <a:pt x="5456366" y="749213"/>
                  <a:pt x="5456366" y="638108"/>
                </a:cubicBezTo>
                <a:lnTo>
                  <a:pt x="5456366" y="521055"/>
                </a:lnTo>
                <a:lnTo>
                  <a:pt x="5304936" y="558848"/>
                </a:lnTo>
                <a:lnTo>
                  <a:pt x="5304936" y="611338"/>
                </a:lnTo>
                <a:cubicBezTo>
                  <a:pt x="5304936" y="771084"/>
                  <a:pt x="5384331" y="893212"/>
                  <a:pt x="5588515" y="893212"/>
                </a:cubicBezTo>
                <a:cubicBezTo>
                  <a:pt x="5792700" y="893212"/>
                  <a:pt x="5871920" y="771259"/>
                  <a:pt x="5871920" y="611338"/>
                </a:cubicBezTo>
                <a:lnTo>
                  <a:pt x="5871920" y="19596"/>
                </a:lnTo>
                <a:moveTo>
                  <a:pt x="6783125" y="19596"/>
                </a:moveTo>
                <a:lnTo>
                  <a:pt x="6638882" y="19596"/>
                </a:lnTo>
                <a:lnTo>
                  <a:pt x="6638882" y="873440"/>
                </a:lnTo>
                <a:lnTo>
                  <a:pt x="6783125" y="873440"/>
                </a:lnTo>
                <a:lnTo>
                  <a:pt x="6783125" y="479412"/>
                </a:lnTo>
                <a:cubicBezTo>
                  <a:pt x="6783125" y="389129"/>
                  <a:pt x="6829571" y="336638"/>
                  <a:pt x="6904059" y="336638"/>
                </a:cubicBezTo>
                <a:cubicBezTo>
                  <a:pt x="6976092" y="336638"/>
                  <a:pt x="7007991" y="384230"/>
                  <a:pt x="7007991" y="456142"/>
                </a:cubicBezTo>
                <a:lnTo>
                  <a:pt x="7007991" y="873265"/>
                </a:lnTo>
                <a:lnTo>
                  <a:pt x="7152234" y="873265"/>
                </a:lnTo>
                <a:lnTo>
                  <a:pt x="7152234" y="455092"/>
                </a:lnTo>
                <a:cubicBezTo>
                  <a:pt x="7152234" y="329465"/>
                  <a:pt x="7086335" y="251429"/>
                  <a:pt x="6959092" y="251429"/>
                </a:cubicBezTo>
                <a:cubicBezTo>
                  <a:pt x="6868655" y="251429"/>
                  <a:pt x="6818529" y="290447"/>
                  <a:pt x="6790486" y="340488"/>
                </a:cubicBezTo>
                <a:lnTo>
                  <a:pt x="6783125" y="340488"/>
                </a:lnTo>
                <a:lnTo>
                  <a:pt x="6783125" y="19596"/>
                </a:lnTo>
                <a:moveTo>
                  <a:pt x="4781944" y="803978"/>
                </a:moveTo>
                <a:cubicBezTo>
                  <a:pt x="4664691" y="803978"/>
                  <a:pt x="4592482" y="708795"/>
                  <a:pt x="4592482" y="607489"/>
                </a:cubicBezTo>
                <a:cubicBezTo>
                  <a:pt x="4592482" y="543976"/>
                  <a:pt x="4620524" y="485536"/>
                  <a:pt x="4666970" y="452642"/>
                </a:cubicBezTo>
                <a:lnTo>
                  <a:pt x="4943188" y="753937"/>
                </a:lnTo>
                <a:cubicBezTo>
                  <a:pt x="4892010" y="784382"/>
                  <a:pt x="4834523" y="803978"/>
                  <a:pt x="4781944" y="803978"/>
                </a:cubicBezTo>
                <a:moveTo>
                  <a:pt x="5050801" y="653855"/>
                </a:moveTo>
                <a:lnTo>
                  <a:pt x="4811388" y="390354"/>
                </a:lnTo>
                <a:cubicBezTo>
                  <a:pt x="4854153" y="373207"/>
                  <a:pt x="4895691" y="367083"/>
                  <a:pt x="4929868" y="367083"/>
                </a:cubicBezTo>
                <a:cubicBezTo>
                  <a:pt x="5028893" y="367083"/>
                  <a:pt x="5089885" y="424472"/>
                  <a:pt x="5089885" y="523154"/>
                </a:cubicBezTo>
                <a:cubicBezTo>
                  <a:pt x="5089885" y="567246"/>
                  <a:pt x="5077617" y="612388"/>
                  <a:pt x="5050801" y="653855"/>
                </a:cubicBezTo>
                <a:moveTo>
                  <a:pt x="4778263" y="355010"/>
                </a:moveTo>
                <a:lnTo>
                  <a:pt x="4725684" y="296396"/>
                </a:lnTo>
                <a:cubicBezTo>
                  <a:pt x="4679238" y="245130"/>
                  <a:pt x="4665743" y="213461"/>
                  <a:pt x="4665743" y="175668"/>
                </a:cubicBezTo>
                <a:cubicBezTo>
                  <a:pt x="4665743" y="104981"/>
                  <a:pt x="4710961" y="64738"/>
                  <a:pt x="4781768" y="64738"/>
                </a:cubicBezTo>
                <a:cubicBezTo>
                  <a:pt x="4853803" y="64738"/>
                  <a:pt x="4896568" y="106206"/>
                  <a:pt x="4896568" y="181792"/>
                </a:cubicBezTo>
                <a:cubicBezTo>
                  <a:pt x="4896743" y="251429"/>
                  <a:pt x="4862566" y="317217"/>
                  <a:pt x="4778263" y="355010"/>
                </a:cubicBezTo>
                <a:moveTo>
                  <a:pt x="4785624" y="0"/>
                </a:moveTo>
                <a:cubicBezTo>
                  <a:pt x="4617019" y="0"/>
                  <a:pt x="4533943" y="93958"/>
                  <a:pt x="4533943" y="211011"/>
                </a:cubicBezTo>
                <a:cubicBezTo>
                  <a:pt x="4533943" y="274350"/>
                  <a:pt x="4560759" y="337863"/>
                  <a:pt x="4631741" y="414674"/>
                </a:cubicBezTo>
                <a:lnTo>
                  <a:pt x="4632968" y="417124"/>
                </a:lnTo>
                <a:cubicBezTo>
                  <a:pt x="4513262" y="474513"/>
                  <a:pt x="4458228" y="567246"/>
                  <a:pt x="4458228" y="662254"/>
                </a:cubicBezTo>
                <a:cubicBezTo>
                  <a:pt x="4458228" y="787881"/>
                  <a:pt x="4554800" y="892862"/>
                  <a:pt x="4703775" y="892862"/>
                </a:cubicBezTo>
                <a:cubicBezTo>
                  <a:pt x="4789305" y="892862"/>
                  <a:pt x="4889557" y="857518"/>
                  <a:pt x="4979994" y="794005"/>
                </a:cubicBezTo>
                <a:lnTo>
                  <a:pt x="5053255" y="873265"/>
                </a:lnTo>
                <a:lnTo>
                  <a:pt x="5245170" y="873265"/>
                </a:lnTo>
                <a:lnTo>
                  <a:pt x="5245170" y="867141"/>
                </a:lnTo>
                <a:lnTo>
                  <a:pt x="5088834" y="695148"/>
                </a:lnTo>
                <a:cubicBezTo>
                  <a:pt x="5154909" y="617112"/>
                  <a:pt x="5192766" y="531728"/>
                  <a:pt x="5192766" y="457191"/>
                </a:cubicBezTo>
                <a:cubicBezTo>
                  <a:pt x="5192766" y="364458"/>
                  <a:pt x="5130372" y="302345"/>
                  <a:pt x="5032749" y="302345"/>
                </a:cubicBezTo>
                <a:cubicBezTo>
                  <a:pt x="4981396" y="302345"/>
                  <a:pt x="4923909" y="317042"/>
                  <a:pt x="4886051" y="331564"/>
                </a:cubicBezTo>
                <a:lnTo>
                  <a:pt x="4883598" y="326665"/>
                </a:lnTo>
                <a:cubicBezTo>
                  <a:pt x="4976489" y="276624"/>
                  <a:pt x="5015573" y="230258"/>
                  <a:pt x="5015573" y="165695"/>
                </a:cubicBezTo>
                <a:cubicBezTo>
                  <a:pt x="5015398" y="73312"/>
                  <a:pt x="4932322" y="0"/>
                  <a:pt x="4785624" y="0"/>
                </a:cubicBezTo>
                <a:moveTo>
                  <a:pt x="1128885" y="1543918"/>
                </a:moveTo>
                <a:cubicBezTo>
                  <a:pt x="1142381" y="1436662"/>
                  <a:pt x="1197239" y="1375599"/>
                  <a:pt x="1293810" y="1375599"/>
                </a:cubicBezTo>
                <a:cubicBezTo>
                  <a:pt x="1385474" y="1375599"/>
                  <a:pt x="1439280" y="1430538"/>
                  <a:pt x="1441734" y="1543918"/>
                </a:cubicBezTo>
                <a:lnTo>
                  <a:pt x="1128885" y="1543918"/>
                </a:lnTo>
                <a:moveTo>
                  <a:pt x="1293810" y="1292664"/>
                </a:moveTo>
                <a:cubicBezTo>
                  <a:pt x="1132566" y="1292664"/>
                  <a:pt x="1020045" y="1406043"/>
                  <a:pt x="1020045" y="1614780"/>
                </a:cubicBezTo>
                <a:cubicBezTo>
                  <a:pt x="1020045" y="1814768"/>
                  <a:pt x="1123978" y="1927098"/>
                  <a:pt x="1293810" y="1927098"/>
                </a:cubicBezTo>
                <a:cubicBezTo>
                  <a:pt x="1433146" y="1927098"/>
                  <a:pt x="1521129" y="1847837"/>
                  <a:pt x="1543037" y="1728334"/>
                </a:cubicBezTo>
                <a:lnTo>
                  <a:pt x="1450147" y="1704013"/>
                </a:lnTo>
                <a:cubicBezTo>
                  <a:pt x="1434198" y="1806545"/>
                  <a:pt x="1379339" y="1841888"/>
                  <a:pt x="1303450" y="1841888"/>
                </a:cubicBezTo>
                <a:cubicBezTo>
                  <a:pt x="1182516" y="1841888"/>
                  <a:pt x="1128710" y="1752829"/>
                  <a:pt x="1125029" y="1616180"/>
                </a:cubicBezTo>
                <a:lnTo>
                  <a:pt x="1544089" y="1616180"/>
                </a:lnTo>
                <a:lnTo>
                  <a:pt x="1544089" y="1582061"/>
                </a:lnTo>
                <a:cubicBezTo>
                  <a:pt x="1544440" y="1368250"/>
                  <a:pt x="1428238" y="1292664"/>
                  <a:pt x="1293810" y="1292664"/>
                </a:cubicBezTo>
                <a:moveTo>
                  <a:pt x="2967595" y="1543918"/>
                </a:moveTo>
                <a:cubicBezTo>
                  <a:pt x="2981091" y="1436662"/>
                  <a:pt x="3035949" y="1375599"/>
                  <a:pt x="3132520" y="1375599"/>
                </a:cubicBezTo>
                <a:cubicBezTo>
                  <a:pt x="3224184" y="1375599"/>
                  <a:pt x="3277991" y="1430538"/>
                  <a:pt x="3280444" y="1543918"/>
                </a:cubicBezTo>
                <a:lnTo>
                  <a:pt x="2967595" y="1543918"/>
                </a:lnTo>
                <a:moveTo>
                  <a:pt x="3132520" y="1292664"/>
                </a:moveTo>
                <a:cubicBezTo>
                  <a:pt x="2971276" y="1292664"/>
                  <a:pt x="2858756" y="1406043"/>
                  <a:pt x="2858756" y="1614780"/>
                </a:cubicBezTo>
                <a:cubicBezTo>
                  <a:pt x="2858756" y="1814768"/>
                  <a:pt x="2962688" y="1927098"/>
                  <a:pt x="3132520" y="1927098"/>
                </a:cubicBezTo>
                <a:cubicBezTo>
                  <a:pt x="3271856" y="1927098"/>
                  <a:pt x="3359839" y="1847837"/>
                  <a:pt x="3381748" y="1728334"/>
                </a:cubicBezTo>
                <a:lnTo>
                  <a:pt x="3288857" y="1704013"/>
                </a:lnTo>
                <a:cubicBezTo>
                  <a:pt x="3272908" y="1806545"/>
                  <a:pt x="3218050" y="1841888"/>
                  <a:pt x="3142160" y="1841888"/>
                </a:cubicBezTo>
                <a:cubicBezTo>
                  <a:pt x="3021227" y="1841888"/>
                  <a:pt x="2967420" y="1752829"/>
                  <a:pt x="2963740" y="1616180"/>
                </a:cubicBezTo>
                <a:lnTo>
                  <a:pt x="3382799" y="1616180"/>
                </a:lnTo>
                <a:lnTo>
                  <a:pt x="3382799" y="1582061"/>
                </a:lnTo>
                <a:cubicBezTo>
                  <a:pt x="3383150" y="1368250"/>
                  <a:pt x="3266949" y="1292664"/>
                  <a:pt x="3132520" y="1292664"/>
                </a:cubicBezTo>
                <a:moveTo>
                  <a:pt x="3766631" y="1292664"/>
                </a:moveTo>
                <a:cubicBezTo>
                  <a:pt x="3599252" y="1292664"/>
                  <a:pt x="3485505" y="1409717"/>
                  <a:pt x="3485505" y="1616005"/>
                </a:cubicBezTo>
                <a:cubicBezTo>
                  <a:pt x="3485505" y="1818442"/>
                  <a:pt x="3596623" y="1927098"/>
                  <a:pt x="3761723" y="1927098"/>
                </a:cubicBezTo>
                <a:cubicBezTo>
                  <a:pt x="3910874" y="1927098"/>
                  <a:pt x="3995177" y="1835589"/>
                  <a:pt x="4012178" y="1709962"/>
                </a:cubicBezTo>
                <a:lnTo>
                  <a:pt x="3915606" y="1686692"/>
                </a:lnTo>
                <a:cubicBezTo>
                  <a:pt x="3898430" y="1801296"/>
                  <a:pt x="3849531" y="1840313"/>
                  <a:pt x="3768909" y="1840313"/>
                </a:cubicBezTo>
                <a:cubicBezTo>
                  <a:pt x="3651657" y="1840313"/>
                  <a:pt x="3591716" y="1754929"/>
                  <a:pt x="3591716" y="1608481"/>
                </a:cubicBezTo>
                <a:cubicBezTo>
                  <a:pt x="3591716" y="1455909"/>
                  <a:pt x="3655337" y="1379098"/>
                  <a:pt x="3764002" y="1379098"/>
                </a:cubicBezTo>
                <a:cubicBezTo>
                  <a:pt x="3840943" y="1379098"/>
                  <a:pt x="3897204" y="1416891"/>
                  <a:pt x="3915606" y="1525546"/>
                </a:cubicBezTo>
                <a:lnTo>
                  <a:pt x="4012178" y="1502275"/>
                </a:lnTo>
                <a:cubicBezTo>
                  <a:pt x="3995177" y="1378048"/>
                  <a:pt x="3910874" y="1292664"/>
                  <a:pt x="3766631" y="1292664"/>
                </a:cubicBezTo>
                <a:moveTo>
                  <a:pt x="879833" y="1060831"/>
                </a:moveTo>
                <a:lnTo>
                  <a:pt x="718589" y="1060831"/>
                </a:lnTo>
                <a:lnTo>
                  <a:pt x="465680" y="1748805"/>
                </a:lnTo>
                <a:lnTo>
                  <a:pt x="211545" y="1060831"/>
                </a:lnTo>
                <a:lnTo>
                  <a:pt x="42765" y="1060831"/>
                </a:lnTo>
                <a:lnTo>
                  <a:pt x="42765" y="1914675"/>
                </a:lnTo>
                <a:lnTo>
                  <a:pt x="148976" y="1914675"/>
                </a:lnTo>
                <a:lnTo>
                  <a:pt x="148976" y="1179284"/>
                </a:lnTo>
                <a:lnTo>
                  <a:pt x="421513" y="1914850"/>
                </a:lnTo>
                <a:lnTo>
                  <a:pt x="503362" y="1914850"/>
                </a:lnTo>
                <a:lnTo>
                  <a:pt x="773447" y="1178060"/>
                </a:lnTo>
                <a:lnTo>
                  <a:pt x="773447" y="1914850"/>
                </a:lnTo>
                <a:lnTo>
                  <a:pt x="879833" y="1914850"/>
                </a:lnTo>
                <a:lnTo>
                  <a:pt x="879833" y="1060831"/>
                </a:lnTo>
                <a:moveTo>
                  <a:pt x="1920559" y="1840488"/>
                </a:moveTo>
                <a:cubicBezTo>
                  <a:pt x="1820307" y="1840488"/>
                  <a:pt x="1753181" y="1768577"/>
                  <a:pt x="1753181" y="1609881"/>
                </a:cubicBezTo>
                <a:cubicBezTo>
                  <a:pt x="1753181" y="1450135"/>
                  <a:pt x="1820307" y="1379273"/>
                  <a:pt x="1920559" y="1379273"/>
                </a:cubicBezTo>
                <a:cubicBezTo>
                  <a:pt x="2020811" y="1379273"/>
                  <a:pt x="2087938" y="1449960"/>
                  <a:pt x="2087938" y="1609881"/>
                </a:cubicBezTo>
                <a:cubicBezTo>
                  <a:pt x="2087938" y="1768402"/>
                  <a:pt x="2020811" y="1840488"/>
                  <a:pt x="1920559" y="1840488"/>
                </a:cubicBezTo>
                <a:moveTo>
                  <a:pt x="2186963" y="1060831"/>
                </a:moveTo>
                <a:lnTo>
                  <a:pt x="2085659" y="1060831"/>
                </a:lnTo>
                <a:lnTo>
                  <a:pt x="2085659" y="1421965"/>
                </a:lnTo>
                <a:cubicBezTo>
                  <a:pt x="2063576" y="1354777"/>
                  <a:pt x="2009945" y="1292664"/>
                  <a:pt x="1903559" y="1292664"/>
                </a:cubicBezTo>
                <a:cubicBezTo>
                  <a:pt x="1766676" y="1292664"/>
                  <a:pt x="1646970" y="1400094"/>
                  <a:pt x="1646970" y="1613555"/>
                </a:cubicBezTo>
                <a:cubicBezTo>
                  <a:pt x="1646970" y="1829465"/>
                  <a:pt x="1766676" y="1927098"/>
                  <a:pt x="1894971" y="1927098"/>
                </a:cubicBezTo>
                <a:cubicBezTo>
                  <a:pt x="1991542" y="1927098"/>
                  <a:pt x="2062349" y="1870933"/>
                  <a:pt x="2085659" y="1791672"/>
                </a:cubicBezTo>
                <a:lnTo>
                  <a:pt x="2085659" y="1838039"/>
                </a:lnTo>
                <a:cubicBezTo>
                  <a:pt x="2085659" y="1866034"/>
                  <a:pt x="2088113" y="1896653"/>
                  <a:pt x="2091794" y="1914850"/>
                </a:cubicBezTo>
                <a:lnTo>
                  <a:pt x="2194499" y="1914850"/>
                </a:lnTo>
                <a:cubicBezTo>
                  <a:pt x="2189592" y="1885630"/>
                  <a:pt x="2187138" y="1842938"/>
                  <a:pt x="2187138" y="1787998"/>
                </a:cubicBezTo>
                <a:lnTo>
                  <a:pt x="2187138" y="1060831"/>
                </a:lnTo>
                <a:moveTo>
                  <a:pt x="2956729" y="1060831"/>
                </a:moveTo>
                <a:lnTo>
                  <a:pt x="2296854" y="1060831"/>
                </a:lnTo>
                <a:lnTo>
                  <a:pt x="2296854" y="1149890"/>
                </a:lnTo>
                <a:lnTo>
                  <a:pt x="2574300" y="1149890"/>
                </a:lnTo>
                <a:lnTo>
                  <a:pt x="2574300" y="1914850"/>
                </a:lnTo>
                <a:lnTo>
                  <a:pt x="2680686" y="1914850"/>
                </a:lnTo>
                <a:lnTo>
                  <a:pt x="2680686" y="1149890"/>
                </a:lnTo>
                <a:lnTo>
                  <a:pt x="2956904" y="1149890"/>
                </a:lnTo>
                <a:lnTo>
                  <a:pt x="2956904" y="1060831"/>
                </a:lnTo>
                <a:moveTo>
                  <a:pt x="4229682" y="1060831"/>
                </a:moveTo>
                <a:lnTo>
                  <a:pt x="4128203" y="1060831"/>
                </a:lnTo>
                <a:lnTo>
                  <a:pt x="4128203" y="1914675"/>
                </a:lnTo>
                <a:lnTo>
                  <a:pt x="4229682" y="1914675"/>
                </a:lnTo>
                <a:lnTo>
                  <a:pt x="4229682" y="1513473"/>
                </a:lnTo>
                <a:cubicBezTo>
                  <a:pt x="4229682" y="1428089"/>
                  <a:pt x="4272447" y="1370699"/>
                  <a:pt x="4362884" y="1370699"/>
                </a:cubicBezTo>
                <a:cubicBezTo>
                  <a:pt x="4452094" y="1370699"/>
                  <a:pt x="4494859" y="1428089"/>
                  <a:pt x="4494859" y="1513473"/>
                </a:cubicBezTo>
                <a:lnTo>
                  <a:pt x="4494859" y="1914850"/>
                </a:lnTo>
                <a:lnTo>
                  <a:pt x="4596338" y="1914850"/>
                </a:lnTo>
                <a:lnTo>
                  <a:pt x="4596338" y="1492827"/>
                </a:lnTo>
                <a:cubicBezTo>
                  <a:pt x="4596338" y="1378223"/>
                  <a:pt x="4525530" y="1292839"/>
                  <a:pt x="4399515" y="1292839"/>
                </a:cubicBezTo>
                <a:cubicBezTo>
                  <a:pt x="4315212" y="1292839"/>
                  <a:pt x="4252817" y="1330632"/>
                  <a:pt x="4229682" y="1399044"/>
                </a:cubicBezTo>
                <a:lnTo>
                  <a:pt x="4229682" y="1060831"/>
                </a:lnTo>
              </a:path>
            </a:pathLst>
          </a:custGeom>
          <a:solidFill>
            <a:schemeClr val="accent1"/>
          </a:solidFill>
          <a:ln w="17520" cap="flat">
            <a:noFill/>
            <a:prstDash val="solid"/>
            <a:miter/>
          </a:ln>
        </p:spPr>
        <p:txBody>
          <a:bodyPr rtlCol="0" anchor="ctr"/>
          <a:lstStyle/>
          <a:p>
            <a:endParaRPr lang="en-GB"/>
          </a:p>
        </p:txBody>
      </p:sp>
      <p:grpSp>
        <p:nvGrpSpPr>
          <p:cNvPr id="4" name="Group 3">
            <a:extLst>
              <a:ext uri="{FF2B5EF4-FFF2-40B4-BE49-F238E27FC236}">
                <a16:creationId xmlns:a16="http://schemas.microsoft.com/office/drawing/2014/main" id="{14BA7954-2B5F-D719-0016-03B5F07BAA1F}"/>
              </a:ext>
            </a:extLst>
          </p:cNvPr>
          <p:cNvGrpSpPr/>
          <p:nvPr userDrawn="1"/>
        </p:nvGrpSpPr>
        <p:grpSpPr>
          <a:xfrm>
            <a:off x="10549117" y="6162338"/>
            <a:ext cx="1407244" cy="393192"/>
            <a:chOff x="10373732" y="6162338"/>
            <a:chExt cx="1407244" cy="393192"/>
          </a:xfrm>
        </p:grpSpPr>
        <p:sp>
          <p:nvSpPr>
            <p:cNvPr id="9" name="TextBox 8">
              <a:extLst>
                <a:ext uri="{FF2B5EF4-FFF2-40B4-BE49-F238E27FC236}">
                  <a16:creationId xmlns:a16="http://schemas.microsoft.com/office/drawing/2014/main" id="{72CC8BA7-557B-EB34-0C1B-AB502771195B}"/>
                </a:ext>
              </a:extLst>
            </p:cNvPr>
            <p:cNvSpPr txBox="1"/>
            <p:nvPr userDrawn="1"/>
          </p:nvSpPr>
          <p:spPr>
            <a:xfrm>
              <a:off x="10500816" y="6254750"/>
              <a:ext cx="1280160" cy="246221"/>
            </a:xfrm>
            <a:prstGeom prst="rect">
              <a:avLst/>
            </a:prstGeom>
            <a:noFill/>
          </p:spPr>
          <p:txBody>
            <a:bodyPr wrap="square" lIns="0" tIns="0" rIns="0" bIns="0" rtlCol="0">
              <a:spAutoFit/>
            </a:bodyPr>
            <a:lstStyle/>
            <a:p>
              <a:pPr marL="0" lvl="0" indent="0" algn="l" defTabSz="914400" rtl="0" eaLnBrk="1" latinLnBrk="0" hangingPunct="1">
                <a:lnSpc>
                  <a:spcPct val="100000"/>
                </a:lnSpc>
                <a:spcBef>
                  <a:spcPts val="0"/>
                </a:spcBef>
                <a:spcAft>
                  <a:spcPts val="0"/>
                </a:spcAft>
                <a:buFont typeface="Arial" panose="020B0604020202020204" pitchFamily="34" charset="0"/>
                <a:buNone/>
                <a:tabLst/>
              </a:pPr>
              <a:r>
                <a:rPr lang="en-US" sz="1600" b="0" i="0" kern="1200">
                  <a:solidFill>
                    <a:schemeClr val="accent1"/>
                  </a:solidFill>
                  <a:latin typeface="+mn-lt"/>
                  <a:ea typeface="+mn-ea"/>
                  <a:cs typeface="+mn-cs"/>
                </a:rPr>
                <a:t>Orthopaedics</a:t>
              </a:r>
            </a:p>
          </p:txBody>
        </p:sp>
        <p:sp>
          <p:nvSpPr>
            <p:cNvPr id="10" name="Rectangle 9">
              <a:extLst>
                <a:ext uri="{FF2B5EF4-FFF2-40B4-BE49-F238E27FC236}">
                  <a16:creationId xmlns:a16="http://schemas.microsoft.com/office/drawing/2014/main" id="{2F7E3E2F-2291-4F9A-66E4-E8AD89D60C07}"/>
                </a:ext>
              </a:extLst>
            </p:cNvPr>
            <p:cNvSpPr/>
            <p:nvPr userDrawn="1"/>
          </p:nvSpPr>
          <p:spPr>
            <a:xfrm>
              <a:off x="10373732" y="6162338"/>
              <a:ext cx="18288" cy="3931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grpSp>
    </p:spTree>
    <p:extLst>
      <p:ext uri="{BB962C8B-B14F-4D97-AF65-F5344CB8AC3E}">
        <p14:creationId xmlns:p14="http://schemas.microsoft.com/office/powerpoint/2010/main" val="2170667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lide with Image - Long titles ">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F71E3-AC39-2207-0CC4-1E2486610795}"/>
              </a:ext>
            </a:extLst>
          </p:cNvPr>
          <p:cNvSpPr>
            <a:spLocks noGrp="1"/>
          </p:cNvSpPr>
          <p:nvPr>
            <p:ph type="ctrTitle" hasCustomPrompt="1"/>
          </p:nvPr>
        </p:nvSpPr>
        <p:spPr>
          <a:xfrm>
            <a:off x="285980" y="266955"/>
            <a:ext cx="5734050" cy="3482172"/>
          </a:xfrm>
        </p:spPr>
        <p:txBody>
          <a:bodyPr wrap="square" anchor="t">
            <a:normAutofit/>
          </a:bodyPr>
          <a:lstStyle>
            <a:lvl1pPr algn="l">
              <a:lnSpc>
                <a:spcPct val="80000"/>
              </a:lnSpc>
              <a:defRPr sz="7000" b="0" i="0" spc="0" baseline="0">
                <a:solidFill>
                  <a:schemeClr val="bg1"/>
                </a:solidFill>
                <a:latin typeface="+mj-lt"/>
              </a:defRPr>
            </a:lvl1pPr>
          </a:lstStyle>
          <a:p>
            <a:r>
              <a:rPr lang="en-GB"/>
              <a:t>Longer titles will shrink automatically</a:t>
            </a:r>
            <a:br>
              <a:rPr lang="en-GB"/>
            </a:br>
            <a:endParaRPr lang="en-GB"/>
          </a:p>
        </p:txBody>
      </p:sp>
      <p:sp>
        <p:nvSpPr>
          <p:cNvPr id="9" name="Subtitle 2">
            <a:extLst>
              <a:ext uri="{FF2B5EF4-FFF2-40B4-BE49-F238E27FC236}">
                <a16:creationId xmlns:a16="http://schemas.microsoft.com/office/drawing/2014/main" id="{52CA5BFA-B5A6-B786-4C05-6FD9C9E49AB2}"/>
              </a:ext>
            </a:extLst>
          </p:cNvPr>
          <p:cNvSpPr>
            <a:spLocks noGrp="1"/>
          </p:cNvSpPr>
          <p:nvPr>
            <p:ph type="subTitle" idx="1" hasCustomPrompt="1"/>
          </p:nvPr>
        </p:nvSpPr>
        <p:spPr>
          <a:xfrm>
            <a:off x="284806" y="4889500"/>
            <a:ext cx="2795587" cy="865834"/>
          </a:xfrm>
        </p:spPr>
        <p:txBody>
          <a:bodyPr anchor="b"/>
          <a:lstStyle>
            <a:lvl1pPr marL="0" indent="0" algn="l">
              <a:lnSpc>
                <a:spcPct val="100000"/>
              </a:lnSpc>
              <a:spcBef>
                <a:spcPts val="0"/>
              </a:spcBef>
              <a:spcAft>
                <a:spcPts val="0"/>
              </a:spcAft>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Supporting details. Delete if not required.</a:t>
            </a:r>
          </a:p>
        </p:txBody>
      </p:sp>
      <p:sp>
        <p:nvSpPr>
          <p:cNvPr id="4" name="Graphic 6">
            <a:extLst>
              <a:ext uri="{FF2B5EF4-FFF2-40B4-BE49-F238E27FC236}">
                <a16:creationId xmlns:a16="http://schemas.microsoft.com/office/drawing/2014/main" id="{AB69AD5F-A895-4683-A45E-35ACF9591B0A}"/>
              </a:ext>
            </a:extLst>
          </p:cNvPr>
          <p:cNvSpPr>
            <a:spLocks noChangeAspect="1"/>
          </p:cNvSpPr>
          <p:nvPr userDrawn="1"/>
        </p:nvSpPr>
        <p:spPr>
          <a:xfrm>
            <a:off x="295014" y="6157305"/>
            <a:ext cx="2028986" cy="406800"/>
          </a:xfrm>
          <a:custGeom>
            <a:avLst/>
            <a:gdLst>
              <a:gd name="connsiteX0" fmla="*/ 950465 w 9611734"/>
              <a:gd name="connsiteY0" fmla="*/ 818675 h 1927097"/>
              <a:gd name="connsiteX1" fmla="*/ 803768 w 9611734"/>
              <a:gd name="connsiteY1" fmla="*/ 568646 h 1927097"/>
              <a:gd name="connsiteX2" fmla="*/ 950465 w 9611734"/>
              <a:gd name="connsiteY2" fmla="*/ 318617 h 1927097"/>
              <a:gd name="connsiteX3" fmla="*/ 1097162 w 9611734"/>
              <a:gd name="connsiteY3" fmla="*/ 568646 h 1927097"/>
              <a:gd name="connsiteX4" fmla="*/ 950465 w 9611734"/>
              <a:gd name="connsiteY4" fmla="*/ 818675 h 1927097"/>
              <a:gd name="connsiteX5" fmla="*/ 950465 w 9611734"/>
              <a:gd name="connsiteY5" fmla="*/ 251429 h 1927097"/>
              <a:gd name="connsiteX6" fmla="*/ 652338 w 9611734"/>
              <a:gd name="connsiteY6" fmla="*/ 568646 h 1927097"/>
              <a:gd name="connsiteX7" fmla="*/ 950465 w 9611734"/>
              <a:gd name="connsiteY7" fmla="*/ 885863 h 1927097"/>
              <a:gd name="connsiteX8" fmla="*/ 1248591 w 9611734"/>
              <a:gd name="connsiteY8" fmla="*/ 568646 h 1927097"/>
              <a:gd name="connsiteX9" fmla="*/ 950465 w 9611734"/>
              <a:gd name="connsiteY9" fmla="*/ 251429 h 1927097"/>
              <a:gd name="connsiteX10" fmla="*/ 2283534 w 9611734"/>
              <a:gd name="connsiteY10" fmla="*/ 251429 h 1927097"/>
              <a:gd name="connsiteX11" fmla="*/ 2114929 w 9611734"/>
              <a:gd name="connsiteY11" fmla="*/ 340488 h 1927097"/>
              <a:gd name="connsiteX12" fmla="*/ 2107568 w 9611734"/>
              <a:gd name="connsiteY12" fmla="*/ 340488 h 1927097"/>
              <a:gd name="connsiteX13" fmla="*/ 2107568 w 9611734"/>
              <a:gd name="connsiteY13" fmla="*/ 263677 h 1927097"/>
              <a:gd name="connsiteX14" fmla="*/ 1963324 w 9611734"/>
              <a:gd name="connsiteY14" fmla="*/ 263677 h 1927097"/>
              <a:gd name="connsiteX15" fmla="*/ 1963324 w 9611734"/>
              <a:gd name="connsiteY15" fmla="*/ 873615 h 1927097"/>
              <a:gd name="connsiteX16" fmla="*/ 2107568 w 9611734"/>
              <a:gd name="connsiteY16" fmla="*/ 873615 h 1927097"/>
              <a:gd name="connsiteX17" fmla="*/ 2107568 w 9611734"/>
              <a:gd name="connsiteY17" fmla="*/ 479412 h 1927097"/>
              <a:gd name="connsiteX18" fmla="*/ 2228501 w 9611734"/>
              <a:gd name="connsiteY18" fmla="*/ 336638 h 1927097"/>
              <a:gd name="connsiteX19" fmla="*/ 2332433 w 9611734"/>
              <a:gd name="connsiteY19" fmla="*/ 456142 h 1927097"/>
              <a:gd name="connsiteX20" fmla="*/ 2332433 w 9611734"/>
              <a:gd name="connsiteY20" fmla="*/ 873265 h 1927097"/>
              <a:gd name="connsiteX21" fmla="*/ 2476677 w 9611734"/>
              <a:gd name="connsiteY21" fmla="*/ 873265 h 1927097"/>
              <a:gd name="connsiteX22" fmla="*/ 2476677 w 9611734"/>
              <a:gd name="connsiteY22" fmla="*/ 455092 h 1927097"/>
              <a:gd name="connsiteX23" fmla="*/ 2283534 w 9611734"/>
              <a:gd name="connsiteY23" fmla="*/ 251429 h 1927097"/>
              <a:gd name="connsiteX24" fmla="*/ 2803897 w 9611734"/>
              <a:gd name="connsiteY24" fmla="*/ 251429 h 1927097"/>
              <a:gd name="connsiteX25" fmla="*/ 2570444 w 9611734"/>
              <a:gd name="connsiteY25" fmla="*/ 427097 h 1927097"/>
              <a:gd name="connsiteX26" fmla="*/ 2718368 w 9611734"/>
              <a:gd name="connsiteY26" fmla="*/ 602765 h 1927097"/>
              <a:gd name="connsiteX27" fmla="*/ 2840528 w 9611734"/>
              <a:gd name="connsiteY27" fmla="*/ 633209 h 1927097"/>
              <a:gd name="connsiteX28" fmla="*/ 2934645 w 9611734"/>
              <a:gd name="connsiteY28" fmla="*/ 723493 h 1927097"/>
              <a:gd name="connsiteX29" fmla="*/ 2813712 w 9611734"/>
              <a:gd name="connsiteY29" fmla="*/ 821125 h 1927097"/>
              <a:gd name="connsiteX30" fmla="*/ 2674376 w 9611734"/>
              <a:gd name="connsiteY30" fmla="*/ 679576 h 1927097"/>
              <a:gd name="connsiteX31" fmla="*/ 2544855 w 9611734"/>
              <a:gd name="connsiteY31" fmla="*/ 716144 h 1927097"/>
              <a:gd name="connsiteX32" fmla="*/ 2797763 w 9611734"/>
              <a:gd name="connsiteY32" fmla="*/ 885688 h 1927097"/>
              <a:gd name="connsiteX33" fmla="*/ 3051898 w 9611734"/>
              <a:gd name="connsiteY33" fmla="*/ 686924 h 1927097"/>
              <a:gd name="connsiteX34" fmla="*/ 2889427 w 9611734"/>
              <a:gd name="connsiteY34" fmla="*/ 503908 h 1927097"/>
              <a:gd name="connsiteX35" fmla="*/ 2772174 w 9611734"/>
              <a:gd name="connsiteY35" fmla="*/ 474688 h 1927097"/>
              <a:gd name="connsiteX36" fmla="*/ 2687872 w 9611734"/>
              <a:gd name="connsiteY36" fmla="*/ 394203 h 1927097"/>
              <a:gd name="connsiteX37" fmla="*/ 2791804 w 9611734"/>
              <a:gd name="connsiteY37" fmla="*/ 316167 h 1927097"/>
              <a:gd name="connsiteX38" fmla="*/ 2916418 w 9611734"/>
              <a:gd name="connsiteY38" fmla="*/ 433221 h 1927097"/>
              <a:gd name="connsiteX39" fmla="*/ 3038578 w 9611734"/>
              <a:gd name="connsiteY39" fmla="*/ 396652 h 1927097"/>
              <a:gd name="connsiteX40" fmla="*/ 2803897 w 9611734"/>
              <a:gd name="connsiteY40" fmla="*/ 251429 h 1927097"/>
              <a:gd name="connsiteX41" fmla="*/ 3409965 w 9611734"/>
              <a:gd name="connsiteY41" fmla="*/ 818675 h 1927097"/>
              <a:gd name="connsiteX42" fmla="*/ 3263268 w 9611734"/>
              <a:gd name="connsiteY42" fmla="*/ 568646 h 1927097"/>
              <a:gd name="connsiteX43" fmla="*/ 3409965 w 9611734"/>
              <a:gd name="connsiteY43" fmla="*/ 318617 h 1927097"/>
              <a:gd name="connsiteX44" fmla="*/ 3556663 w 9611734"/>
              <a:gd name="connsiteY44" fmla="*/ 568646 h 1927097"/>
              <a:gd name="connsiteX45" fmla="*/ 3409965 w 9611734"/>
              <a:gd name="connsiteY45" fmla="*/ 818675 h 1927097"/>
              <a:gd name="connsiteX46" fmla="*/ 3409965 w 9611734"/>
              <a:gd name="connsiteY46" fmla="*/ 251429 h 1927097"/>
              <a:gd name="connsiteX47" fmla="*/ 3111839 w 9611734"/>
              <a:gd name="connsiteY47" fmla="*/ 568646 h 1927097"/>
              <a:gd name="connsiteX48" fmla="*/ 3409965 w 9611734"/>
              <a:gd name="connsiteY48" fmla="*/ 885863 h 1927097"/>
              <a:gd name="connsiteX49" fmla="*/ 3708092 w 9611734"/>
              <a:gd name="connsiteY49" fmla="*/ 568646 h 1927097"/>
              <a:gd name="connsiteX50" fmla="*/ 3409965 w 9611734"/>
              <a:gd name="connsiteY50" fmla="*/ 251429 h 1927097"/>
              <a:gd name="connsiteX51" fmla="*/ 4113656 w 9611734"/>
              <a:gd name="connsiteY51" fmla="*/ 251429 h 1927097"/>
              <a:gd name="connsiteX52" fmla="*/ 3945051 w 9611734"/>
              <a:gd name="connsiteY52" fmla="*/ 340488 h 1927097"/>
              <a:gd name="connsiteX53" fmla="*/ 3937690 w 9611734"/>
              <a:gd name="connsiteY53" fmla="*/ 340488 h 1927097"/>
              <a:gd name="connsiteX54" fmla="*/ 3937690 w 9611734"/>
              <a:gd name="connsiteY54" fmla="*/ 263677 h 1927097"/>
              <a:gd name="connsiteX55" fmla="*/ 3793446 w 9611734"/>
              <a:gd name="connsiteY55" fmla="*/ 263677 h 1927097"/>
              <a:gd name="connsiteX56" fmla="*/ 3793446 w 9611734"/>
              <a:gd name="connsiteY56" fmla="*/ 873615 h 1927097"/>
              <a:gd name="connsiteX57" fmla="*/ 3937690 w 9611734"/>
              <a:gd name="connsiteY57" fmla="*/ 873615 h 1927097"/>
              <a:gd name="connsiteX58" fmla="*/ 3937690 w 9611734"/>
              <a:gd name="connsiteY58" fmla="*/ 479412 h 1927097"/>
              <a:gd name="connsiteX59" fmla="*/ 4058623 w 9611734"/>
              <a:gd name="connsiteY59" fmla="*/ 336638 h 1927097"/>
              <a:gd name="connsiteX60" fmla="*/ 4162555 w 9611734"/>
              <a:gd name="connsiteY60" fmla="*/ 456142 h 1927097"/>
              <a:gd name="connsiteX61" fmla="*/ 4162555 w 9611734"/>
              <a:gd name="connsiteY61" fmla="*/ 873265 h 1927097"/>
              <a:gd name="connsiteX62" fmla="*/ 4306799 w 9611734"/>
              <a:gd name="connsiteY62" fmla="*/ 873265 h 1927097"/>
              <a:gd name="connsiteX63" fmla="*/ 4306799 w 9611734"/>
              <a:gd name="connsiteY63" fmla="*/ 455092 h 1927097"/>
              <a:gd name="connsiteX64" fmla="*/ 4113656 w 9611734"/>
              <a:gd name="connsiteY64" fmla="*/ 251429 h 1927097"/>
              <a:gd name="connsiteX65" fmla="*/ 6255401 w 9611734"/>
              <a:gd name="connsiteY65" fmla="*/ 818675 h 1927097"/>
              <a:gd name="connsiteX66" fmla="*/ 6108704 w 9611734"/>
              <a:gd name="connsiteY66" fmla="*/ 568646 h 1927097"/>
              <a:gd name="connsiteX67" fmla="*/ 6255401 w 9611734"/>
              <a:gd name="connsiteY67" fmla="*/ 318617 h 1927097"/>
              <a:gd name="connsiteX68" fmla="*/ 6402098 w 9611734"/>
              <a:gd name="connsiteY68" fmla="*/ 568646 h 1927097"/>
              <a:gd name="connsiteX69" fmla="*/ 6255401 w 9611734"/>
              <a:gd name="connsiteY69" fmla="*/ 818675 h 1927097"/>
              <a:gd name="connsiteX70" fmla="*/ 6255401 w 9611734"/>
              <a:gd name="connsiteY70" fmla="*/ 251429 h 1927097"/>
              <a:gd name="connsiteX71" fmla="*/ 5957274 w 9611734"/>
              <a:gd name="connsiteY71" fmla="*/ 568646 h 1927097"/>
              <a:gd name="connsiteX72" fmla="*/ 6255401 w 9611734"/>
              <a:gd name="connsiteY72" fmla="*/ 885863 h 1927097"/>
              <a:gd name="connsiteX73" fmla="*/ 6553528 w 9611734"/>
              <a:gd name="connsiteY73" fmla="*/ 568646 h 1927097"/>
              <a:gd name="connsiteX74" fmla="*/ 6255401 w 9611734"/>
              <a:gd name="connsiteY74" fmla="*/ 251429 h 1927097"/>
              <a:gd name="connsiteX75" fmla="*/ 7588295 w 9611734"/>
              <a:gd name="connsiteY75" fmla="*/ 251429 h 1927097"/>
              <a:gd name="connsiteX76" fmla="*/ 7419689 w 9611734"/>
              <a:gd name="connsiteY76" fmla="*/ 340488 h 1927097"/>
              <a:gd name="connsiteX77" fmla="*/ 7412328 w 9611734"/>
              <a:gd name="connsiteY77" fmla="*/ 340488 h 1927097"/>
              <a:gd name="connsiteX78" fmla="*/ 7412328 w 9611734"/>
              <a:gd name="connsiteY78" fmla="*/ 263677 h 1927097"/>
              <a:gd name="connsiteX79" fmla="*/ 7268085 w 9611734"/>
              <a:gd name="connsiteY79" fmla="*/ 263677 h 1927097"/>
              <a:gd name="connsiteX80" fmla="*/ 7268085 w 9611734"/>
              <a:gd name="connsiteY80" fmla="*/ 873615 h 1927097"/>
              <a:gd name="connsiteX81" fmla="*/ 7412328 w 9611734"/>
              <a:gd name="connsiteY81" fmla="*/ 873615 h 1927097"/>
              <a:gd name="connsiteX82" fmla="*/ 7412328 w 9611734"/>
              <a:gd name="connsiteY82" fmla="*/ 479412 h 1927097"/>
              <a:gd name="connsiteX83" fmla="*/ 7533262 w 9611734"/>
              <a:gd name="connsiteY83" fmla="*/ 336638 h 1927097"/>
              <a:gd name="connsiteX84" fmla="*/ 7637194 w 9611734"/>
              <a:gd name="connsiteY84" fmla="*/ 456142 h 1927097"/>
              <a:gd name="connsiteX85" fmla="*/ 7637194 w 9611734"/>
              <a:gd name="connsiteY85" fmla="*/ 873265 h 1927097"/>
              <a:gd name="connsiteX86" fmla="*/ 7781438 w 9611734"/>
              <a:gd name="connsiteY86" fmla="*/ 873265 h 1927097"/>
              <a:gd name="connsiteX87" fmla="*/ 7781438 w 9611734"/>
              <a:gd name="connsiteY87" fmla="*/ 455092 h 1927097"/>
              <a:gd name="connsiteX88" fmla="*/ 7588295 w 9611734"/>
              <a:gd name="connsiteY88" fmla="*/ 251429 h 1927097"/>
              <a:gd name="connsiteX89" fmla="*/ 8108833 w 9611734"/>
              <a:gd name="connsiteY89" fmla="*/ 251429 h 1927097"/>
              <a:gd name="connsiteX90" fmla="*/ 7875380 w 9611734"/>
              <a:gd name="connsiteY90" fmla="*/ 427097 h 1927097"/>
              <a:gd name="connsiteX91" fmla="*/ 8023304 w 9611734"/>
              <a:gd name="connsiteY91" fmla="*/ 602765 h 1927097"/>
              <a:gd name="connsiteX92" fmla="*/ 8145464 w 9611734"/>
              <a:gd name="connsiteY92" fmla="*/ 633209 h 1927097"/>
              <a:gd name="connsiteX93" fmla="*/ 8239581 w 9611734"/>
              <a:gd name="connsiteY93" fmla="*/ 723493 h 1927097"/>
              <a:gd name="connsiteX94" fmla="*/ 8118648 w 9611734"/>
              <a:gd name="connsiteY94" fmla="*/ 821125 h 1927097"/>
              <a:gd name="connsiteX95" fmla="*/ 7979312 w 9611734"/>
              <a:gd name="connsiteY95" fmla="*/ 679576 h 1927097"/>
              <a:gd name="connsiteX96" fmla="*/ 7849791 w 9611734"/>
              <a:gd name="connsiteY96" fmla="*/ 716144 h 1927097"/>
              <a:gd name="connsiteX97" fmla="*/ 8102699 w 9611734"/>
              <a:gd name="connsiteY97" fmla="*/ 885688 h 1927097"/>
              <a:gd name="connsiteX98" fmla="*/ 8356834 w 9611734"/>
              <a:gd name="connsiteY98" fmla="*/ 686924 h 1927097"/>
              <a:gd name="connsiteX99" fmla="*/ 8194363 w 9611734"/>
              <a:gd name="connsiteY99" fmla="*/ 503908 h 1927097"/>
              <a:gd name="connsiteX100" fmla="*/ 8077110 w 9611734"/>
              <a:gd name="connsiteY100" fmla="*/ 474688 h 1927097"/>
              <a:gd name="connsiteX101" fmla="*/ 7992808 w 9611734"/>
              <a:gd name="connsiteY101" fmla="*/ 394203 h 1927097"/>
              <a:gd name="connsiteX102" fmla="*/ 8096740 w 9611734"/>
              <a:gd name="connsiteY102" fmla="*/ 316167 h 1927097"/>
              <a:gd name="connsiteX103" fmla="*/ 8221353 w 9611734"/>
              <a:gd name="connsiteY103" fmla="*/ 433221 h 1927097"/>
              <a:gd name="connsiteX104" fmla="*/ 8343514 w 9611734"/>
              <a:gd name="connsiteY104" fmla="*/ 396652 h 1927097"/>
              <a:gd name="connsiteX105" fmla="*/ 8108833 w 9611734"/>
              <a:gd name="connsiteY105" fmla="*/ 251429 h 1927097"/>
              <a:gd name="connsiteX106" fmla="*/ 8714726 w 9611734"/>
              <a:gd name="connsiteY106" fmla="*/ 818675 h 1927097"/>
              <a:gd name="connsiteX107" fmla="*/ 8568028 w 9611734"/>
              <a:gd name="connsiteY107" fmla="*/ 568646 h 1927097"/>
              <a:gd name="connsiteX108" fmla="*/ 8714726 w 9611734"/>
              <a:gd name="connsiteY108" fmla="*/ 318617 h 1927097"/>
              <a:gd name="connsiteX109" fmla="*/ 8861423 w 9611734"/>
              <a:gd name="connsiteY109" fmla="*/ 568646 h 1927097"/>
              <a:gd name="connsiteX110" fmla="*/ 8714726 w 9611734"/>
              <a:gd name="connsiteY110" fmla="*/ 818675 h 1927097"/>
              <a:gd name="connsiteX111" fmla="*/ 8714726 w 9611734"/>
              <a:gd name="connsiteY111" fmla="*/ 251429 h 1927097"/>
              <a:gd name="connsiteX112" fmla="*/ 8416599 w 9611734"/>
              <a:gd name="connsiteY112" fmla="*/ 568646 h 1927097"/>
              <a:gd name="connsiteX113" fmla="*/ 8714726 w 9611734"/>
              <a:gd name="connsiteY113" fmla="*/ 885863 h 1927097"/>
              <a:gd name="connsiteX114" fmla="*/ 9012852 w 9611734"/>
              <a:gd name="connsiteY114" fmla="*/ 568646 h 1927097"/>
              <a:gd name="connsiteX115" fmla="*/ 8714726 w 9611734"/>
              <a:gd name="connsiteY115" fmla="*/ 251429 h 1927097"/>
              <a:gd name="connsiteX116" fmla="*/ 9418592 w 9611734"/>
              <a:gd name="connsiteY116" fmla="*/ 251429 h 1927097"/>
              <a:gd name="connsiteX117" fmla="*/ 9249987 w 9611734"/>
              <a:gd name="connsiteY117" fmla="*/ 340488 h 1927097"/>
              <a:gd name="connsiteX118" fmla="*/ 9242625 w 9611734"/>
              <a:gd name="connsiteY118" fmla="*/ 340488 h 1927097"/>
              <a:gd name="connsiteX119" fmla="*/ 9242625 w 9611734"/>
              <a:gd name="connsiteY119" fmla="*/ 263677 h 1927097"/>
              <a:gd name="connsiteX120" fmla="*/ 9098382 w 9611734"/>
              <a:gd name="connsiteY120" fmla="*/ 263677 h 1927097"/>
              <a:gd name="connsiteX121" fmla="*/ 9098382 w 9611734"/>
              <a:gd name="connsiteY121" fmla="*/ 873615 h 1927097"/>
              <a:gd name="connsiteX122" fmla="*/ 9242625 w 9611734"/>
              <a:gd name="connsiteY122" fmla="*/ 873615 h 1927097"/>
              <a:gd name="connsiteX123" fmla="*/ 9242625 w 9611734"/>
              <a:gd name="connsiteY123" fmla="*/ 479412 h 1927097"/>
              <a:gd name="connsiteX124" fmla="*/ 9363559 w 9611734"/>
              <a:gd name="connsiteY124" fmla="*/ 336638 h 1927097"/>
              <a:gd name="connsiteX125" fmla="*/ 9467491 w 9611734"/>
              <a:gd name="connsiteY125" fmla="*/ 456142 h 1927097"/>
              <a:gd name="connsiteX126" fmla="*/ 9467491 w 9611734"/>
              <a:gd name="connsiteY126" fmla="*/ 873265 h 1927097"/>
              <a:gd name="connsiteX127" fmla="*/ 9611734 w 9611734"/>
              <a:gd name="connsiteY127" fmla="*/ 873265 h 1927097"/>
              <a:gd name="connsiteX128" fmla="*/ 9611734 w 9611734"/>
              <a:gd name="connsiteY128" fmla="*/ 455092 h 1927097"/>
              <a:gd name="connsiteX129" fmla="*/ 9418592 w 9611734"/>
              <a:gd name="connsiteY129" fmla="*/ 251429 h 1927097"/>
              <a:gd name="connsiteX130" fmla="*/ 566984 w 9611734"/>
              <a:gd name="connsiteY130" fmla="*/ 19596 h 1927097"/>
              <a:gd name="connsiteX131" fmla="*/ 415379 w 9611734"/>
              <a:gd name="connsiteY131" fmla="*/ 19596 h 1927097"/>
              <a:gd name="connsiteX132" fmla="*/ 415379 w 9611734"/>
              <a:gd name="connsiteY132" fmla="*/ 650356 h 1927097"/>
              <a:gd name="connsiteX133" fmla="*/ 283404 w 9611734"/>
              <a:gd name="connsiteY133" fmla="*/ 813776 h 1927097"/>
              <a:gd name="connsiteX134" fmla="*/ 151429 w 9611734"/>
              <a:gd name="connsiteY134" fmla="*/ 638108 h 1927097"/>
              <a:gd name="connsiteX135" fmla="*/ 151429 w 9611734"/>
              <a:gd name="connsiteY135" fmla="*/ 521055 h 1927097"/>
              <a:gd name="connsiteX136" fmla="*/ 0 w 9611734"/>
              <a:gd name="connsiteY136" fmla="*/ 558848 h 1927097"/>
              <a:gd name="connsiteX137" fmla="*/ 0 w 9611734"/>
              <a:gd name="connsiteY137" fmla="*/ 611338 h 1927097"/>
              <a:gd name="connsiteX138" fmla="*/ 283580 w 9611734"/>
              <a:gd name="connsiteY138" fmla="*/ 893212 h 1927097"/>
              <a:gd name="connsiteX139" fmla="*/ 566984 w 9611734"/>
              <a:gd name="connsiteY139" fmla="*/ 611338 h 1927097"/>
              <a:gd name="connsiteX140" fmla="*/ 566984 w 9611734"/>
              <a:gd name="connsiteY140" fmla="*/ 19596 h 1927097"/>
              <a:gd name="connsiteX141" fmla="*/ 1478364 w 9611734"/>
              <a:gd name="connsiteY141" fmla="*/ 19596 h 1927097"/>
              <a:gd name="connsiteX142" fmla="*/ 1334121 w 9611734"/>
              <a:gd name="connsiteY142" fmla="*/ 19596 h 1927097"/>
              <a:gd name="connsiteX143" fmla="*/ 1334121 w 9611734"/>
              <a:gd name="connsiteY143" fmla="*/ 873440 h 1927097"/>
              <a:gd name="connsiteX144" fmla="*/ 1478364 w 9611734"/>
              <a:gd name="connsiteY144" fmla="*/ 873440 h 1927097"/>
              <a:gd name="connsiteX145" fmla="*/ 1478364 w 9611734"/>
              <a:gd name="connsiteY145" fmla="*/ 479412 h 1927097"/>
              <a:gd name="connsiteX146" fmla="*/ 1599298 w 9611734"/>
              <a:gd name="connsiteY146" fmla="*/ 336638 h 1927097"/>
              <a:gd name="connsiteX147" fmla="*/ 1703230 w 9611734"/>
              <a:gd name="connsiteY147" fmla="*/ 456142 h 1927097"/>
              <a:gd name="connsiteX148" fmla="*/ 1703230 w 9611734"/>
              <a:gd name="connsiteY148" fmla="*/ 873265 h 1927097"/>
              <a:gd name="connsiteX149" fmla="*/ 1847474 w 9611734"/>
              <a:gd name="connsiteY149" fmla="*/ 873265 h 1927097"/>
              <a:gd name="connsiteX150" fmla="*/ 1847474 w 9611734"/>
              <a:gd name="connsiteY150" fmla="*/ 455092 h 1927097"/>
              <a:gd name="connsiteX151" fmla="*/ 1654331 w 9611734"/>
              <a:gd name="connsiteY151" fmla="*/ 251429 h 1927097"/>
              <a:gd name="connsiteX152" fmla="*/ 1485726 w 9611734"/>
              <a:gd name="connsiteY152" fmla="*/ 340488 h 1927097"/>
              <a:gd name="connsiteX153" fmla="*/ 1478364 w 9611734"/>
              <a:gd name="connsiteY153" fmla="*/ 340488 h 1927097"/>
              <a:gd name="connsiteX154" fmla="*/ 1478364 w 9611734"/>
              <a:gd name="connsiteY154" fmla="*/ 19596 h 1927097"/>
              <a:gd name="connsiteX155" fmla="*/ 5871744 w 9611734"/>
              <a:gd name="connsiteY155" fmla="*/ 19596 h 1927097"/>
              <a:gd name="connsiteX156" fmla="*/ 5720315 w 9611734"/>
              <a:gd name="connsiteY156" fmla="*/ 19596 h 1927097"/>
              <a:gd name="connsiteX157" fmla="*/ 5720315 w 9611734"/>
              <a:gd name="connsiteY157" fmla="*/ 650356 h 1927097"/>
              <a:gd name="connsiteX158" fmla="*/ 5588340 w 9611734"/>
              <a:gd name="connsiteY158" fmla="*/ 813776 h 1927097"/>
              <a:gd name="connsiteX159" fmla="*/ 5456366 w 9611734"/>
              <a:gd name="connsiteY159" fmla="*/ 638108 h 1927097"/>
              <a:gd name="connsiteX160" fmla="*/ 5456366 w 9611734"/>
              <a:gd name="connsiteY160" fmla="*/ 521055 h 1927097"/>
              <a:gd name="connsiteX161" fmla="*/ 5304936 w 9611734"/>
              <a:gd name="connsiteY161" fmla="*/ 558848 h 1927097"/>
              <a:gd name="connsiteX162" fmla="*/ 5304936 w 9611734"/>
              <a:gd name="connsiteY162" fmla="*/ 611338 h 1927097"/>
              <a:gd name="connsiteX163" fmla="*/ 5588515 w 9611734"/>
              <a:gd name="connsiteY163" fmla="*/ 893212 h 1927097"/>
              <a:gd name="connsiteX164" fmla="*/ 5871920 w 9611734"/>
              <a:gd name="connsiteY164" fmla="*/ 611338 h 1927097"/>
              <a:gd name="connsiteX165" fmla="*/ 5871920 w 9611734"/>
              <a:gd name="connsiteY165" fmla="*/ 19596 h 1927097"/>
              <a:gd name="connsiteX166" fmla="*/ 6783125 w 9611734"/>
              <a:gd name="connsiteY166" fmla="*/ 19596 h 1927097"/>
              <a:gd name="connsiteX167" fmla="*/ 6638882 w 9611734"/>
              <a:gd name="connsiteY167" fmla="*/ 19596 h 1927097"/>
              <a:gd name="connsiteX168" fmla="*/ 6638882 w 9611734"/>
              <a:gd name="connsiteY168" fmla="*/ 873440 h 1927097"/>
              <a:gd name="connsiteX169" fmla="*/ 6783125 w 9611734"/>
              <a:gd name="connsiteY169" fmla="*/ 873440 h 1927097"/>
              <a:gd name="connsiteX170" fmla="*/ 6783125 w 9611734"/>
              <a:gd name="connsiteY170" fmla="*/ 479412 h 1927097"/>
              <a:gd name="connsiteX171" fmla="*/ 6904059 w 9611734"/>
              <a:gd name="connsiteY171" fmla="*/ 336638 h 1927097"/>
              <a:gd name="connsiteX172" fmla="*/ 7007991 w 9611734"/>
              <a:gd name="connsiteY172" fmla="*/ 456142 h 1927097"/>
              <a:gd name="connsiteX173" fmla="*/ 7007991 w 9611734"/>
              <a:gd name="connsiteY173" fmla="*/ 873265 h 1927097"/>
              <a:gd name="connsiteX174" fmla="*/ 7152234 w 9611734"/>
              <a:gd name="connsiteY174" fmla="*/ 873265 h 1927097"/>
              <a:gd name="connsiteX175" fmla="*/ 7152234 w 9611734"/>
              <a:gd name="connsiteY175" fmla="*/ 455092 h 1927097"/>
              <a:gd name="connsiteX176" fmla="*/ 6959092 w 9611734"/>
              <a:gd name="connsiteY176" fmla="*/ 251429 h 1927097"/>
              <a:gd name="connsiteX177" fmla="*/ 6790486 w 9611734"/>
              <a:gd name="connsiteY177" fmla="*/ 340488 h 1927097"/>
              <a:gd name="connsiteX178" fmla="*/ 6783125 w 9611734"/>
              <a:gd name="connsiteY178" fmla="*/ 340488 h 1927097"/>
              <a:gd name="connsiteX179" fmla="*/ 6783125 w 9611734"/>
              <a:gd name="connsiteY179" fmla="*/ 19596 h 1927097"/>
              <a:gd name="connsiteX180" fmla="*/ 4781944 w 9611734"/>
              <a:gd name="connsiteY180" fmla="*/ 803978 h 1927097"/>
              <a:gd name="connsiteX181" fmla="*/ 4592482 w 9611734"/>
              <a:gd name="connsiteY181" fmla="*/ 607489 h 1927097"/>
              <a:gd name="connsiteX182" fmla="*/ 4666970 w 9611734"/>
              <a:gd name="connsiteY182" fmla="*/ 452642 h 1927097"/>
              <a:gd name="connsiteX183" fmla="*/ 4943188 w 9611734"/>
              <a:gd name="connsiteY183" fmla="*/ 753937 h 1927097"/>
              <a:gd name="connsiteX184" fmla="*/ 4781944 w 9611734"/>
              <a:gd name="connsiteY184" fmla="*/ 803978 h 1927097"/>
              <a:gd name="connsiteX185" fmla="*/ 5050801 w 9611734"/>
              <a:gd name="connsiteY185" fmla="*/ 653855 h 1927097"/>
              <a:gd name="connsiteX186" fmla="*/ 4811388 w 9611734"/>
              <a:gd name="connsiteY186" fmla="*/ 390354 h 1927097"/>
              <a:gd name="connsiteX187" fmla="*/ 4929868 w 9611734"/>
              <a:gd name="connsiteY187" fmla="*/ 367083 h 1927097"/>
              <a:gd name="connsiteX188" fmla="*/ 5089885 w 9611734"/>
              <a:gd name="connsiteY188" fmla="*/ 523154 h 1927097"/>
              <a:gd name="connsiteX189" fmla="*/ 5050801 w 9611734"/>
              <a:gd name="connsiteY189" fmla="*/ 653855 h 1927097"/>
              <a:gd name="connsiteX190" fmla="*/ 4778263 w 9611734"/>
              <a:gd name="connsiteY190" fmla="*/ 355010 h 1927097"/>
              <a:gd name="connsiteX191" fmla="*/ 4725684 w 9611734"/>
              <a:gd name="connsiteY191" fmla="*/ 296396 h 1927097"/>
              <a:gd name="connsiteX192" fmla="*/ 4665743 w 9611734"/>
              <a:gd name="connsiteY192" fmla="*/ 175668 h 1927097"/>
              <a:gd name="connsiteX193" fmla="*/ 4781768 w 9611734"/>
              <a:gd name="connsiteY193" fmla="*/ 64738 h 1927097"/>
              <a:gd name="connsiteX194" fmla="*/ 4896568 w 9611734"/>
              <a:gd name="connsiteY194" fmla="*/ 181792 h 1927097"/>
              <a:gd name="connsiteX195" fmla="*/ 4778263 w 9611734"/>
              <a:gd name="connsiteY195" fmla="*/ 355010 h 1927097"/>
              <a:gd name="connsiteX196" fmla="*/ 4785624 w 9611734"/>
              <a:gd name="connsiteY196" fmla="*/ 0 h 1927097"/>
              <a:gd name="connsiteX197" fmla="*/ 4533943 w 9611734"/>
              <a:gd name="connsiteY197" fmla="*/ 211011 h 1927097"/>
              <a:gd name="connsiteX198" fmla="*/ 4631741 w 9611734"/>
              <a:gd name="connsiteY198" fmla="*/ 414674 h 1927097"/>
              <a:gd name="connsiteX199" fmla="*/ 4632968 w 9611734"/>
              <a:gd name="connsiteY199" fmla="*/ 417124 h 1927097"/>
              <a:gd name="connsiteX200" fmla="*/ 4458228 w 9611734"/>
              <a:gd name="connsiteY200" fmla="*/ 662254 h 1927097"/>
              <a:gd name="connsiteX201" fmla="*/ 4703775 w 9611734"/>
              <a:gd name="connsiteY201" fmla="*/ 892862 h 1927097"/>
              <a:gd name="connsiteX202" fmla="*/ 4979994 w 9611734"/>
              <a:gd name="connsiteY202" fmla="*/ 794005 h 1927097"/>
              <a:gd name="connsiteX203" fmla="*/ 5053255 w 9611734"/>
              <a:gd name="connsiteY203" fmla="*/ 873265 h 1927097"/>
              <a:gd name="connsiteX204" fmla="*/ 5245170 w 9611734"/>
              <a:gd name="connsiteY204" fmla="*/ 873265 h 1927097"/>
              <a:gd name="connsiteX205" fmla="*/ 5245170 w 9611734"/>
              <a:gd name="connsiteY205" fmla="*/ 867141 h 1927097"/>
              <a:gd name="connsiteX206" fmla="*/ 5088834 w 9611734"/>
              <a:gd name="connsiteY206" fmla="*/ 695148 h 1927097"/>
              <a:gd name="connsiteX207" fmla="*/ 5192766 w 9611734"/>
              <a:gd name="connsiteY207" fmla="*/ 457191 h 1927097"/>
              <a:gd name="connsiteX208" fmla="*/ 5032749 w 9611734"/>
              <a:gd name="connsiteY208" fmla="*/ 302345 h 1927097"/>
              <a:gd name="connsiteX209" fmla="*/ 4886051 w 9611734"/>
              <a:gd name="connsiteY209" fmla="*/ 331564 h 1927097"/>
              <a:gd name="connsiteX210" fmla="*/ 4883598 w 9611734"/>
              <a:gd name="connsiteY210" fmla="*/ 326665 h 1927097"/>
              <a:gd name="connsiteX211" fmla="*/ 5015573 w 9611734"/>
              <a:gd name="connsiteY211" fmla="*/ 165695 h 1927097"/>
              <a:gd name="connsiteX212" fmla="*/ 4785624 w 9611734"/>
              <a:gd name="connsiteY212" fmla="*/ 0 h 1927097"/>
              <a:gd name="connsiteX213" fmla="*/ 1128885 w 9611734"/>
              <a:gd name="connsiteY213" fmla="*/ 1543918 h 1927097"/>
              <a:gd name="connsiteX214" fmla="*/ 1293810 w 9611734"/>
              <a:gd name="connsiteY214" fmla="*/ 1375599 h 1927097"/>
              <a:gd name="connsiteX215" fmla="*/ 1441734 w 9611734"/>
              <a:gd name="connsiteY215" fmla="*/ 1543918 h 1927097"/>
              <a:gd name="connsiteX216" fmla="*/ 1128885 w 9611734"/>
              <a:gd name="connsiteY216" fmla="*/ 1543918 h 1927097"/>
              <a:gd name="connsiteX217" fmla="*/ 1293810 w 9611734"/>
              <a:gd name="connsiteY217" fmla="*/ 1292664 h 1927097"/>
              <a:gd name="connsiteX218" fmla="*/ 1020045 w 9611734"/>
              <a:gd name="connsiteY218" fmla="*/ 1614780 h 1927097"/>
              <a:gd name="connsiteX219" fmla="*/ 1293810 w 9611734"/>
              <a:gd name="connsiteY219" fmla="*/ 1927098 h 1927097"/>
              <a:gd name="connsiteX220" fmla="*/ 1543037 w 9611734"/>
              <a:gd name="connsiteY220" fmla="*/ 1728334 h 1927097"/>
              <a:gd name="connsiteX221" fmla="*/ 1450147 w 9611734"/>
              <a:gd name="connsiteY221" fmla="*/ 1704013 h 1927097"/>
              <a:gd name="connsiteX222" fmla="*/ 1303450 w 9611734"/>
              <a:gd name="connsiteY222" fmla="*/ 1841888 h 1927097"/>
              <a:gd name="connsiteX223" fmla="*/ 1125029 w 9611734"/>
              <a:gd name="connsiteY223" fmla="*/ 1616180 h 1927097"/>
              <a:gd name="connsiteX224" fmla="*/ 1544089 w 9611734"/>
              <a:gd name="connsiteY224" fmla="*/ 1616180 h 1927097"/>
              <a:gd name="connsiteX225" fmla="*/ 1544089 w 9611734"/>
              <a:gd name="connsiteY225" fmla="*/ 1582061 h 1927097"/>
              <a:gd name="connsiteX226" fmla="*/ 1293810 w 9611734"/>
              <a:gd name="connsiteY226" fmla="*/ 1292664 h 1927097"/>
              <a:gd name="connsiteX227" fmla="*/ 2967595 w 9611734"/>
              <a:gd name="connsiteY227" fmla="*/ 1543918 h 1927097"/>
              <a:gd name="connsiteX228" fmla="*/ 3132520 w 9611734"/>
              <a:gd name="connsiteY228" fmla="*/ 1375599 h 1927097"/>
              <a:gd name="connsiteX229" fmla="*/ 3280444 w 9611734"/>
              <a:gd name="connsiteY229" fmla="*/ 1543918 h 1927097"/>
              <a:gd name="connsiteX230" fmla="*/ 2967595 w 9611734"/>
              <a:gd name="connsiteY230" fmla="*/ 1543918 h 1927097"/>
              <a:gd name="connsiteX231" fmla="*/ 3132520 w 9611734"/>
              <a:gd name="connsiteY231" fmla="*/ 1292664 h 1927097"/>
              <a:gd name="connsiteX232" fmla="*/ 2858756 w 9611734"/>
              <a:gd name="connsiteY232" fmla="*/ 1614780 h 1927097"/>
              <a:gd name="connsiteX233" fmla="*/ 3132520 w 9611734"/>
              <a:gd name="connsiteY233" fmla="*/ 1927098 h 1927097"/>
              <a:gd name="connsiteX234" fmla="*/ 3381748 w 9611734"/>
              <a:gd name="connsiteY234" fmla="*/ 1728334 h 1927097"/>
              <a:gd name="connsiteX235" fmla="*/ 3288857 w 9611734"/>
              <a:gd name="connsiteY235" fmla="*/ 1704013 h 1927097"/>
              <a:gd name="connsiteX236" fmla="*/ 3142160 w 9611734"/>
              <a:gd name="connsiteY236" fmla="*/ 1841888 h 1927097"/>
              <a:gd name="connsiteX237" fmla="*/ 2963740 w 9611734"/>
              <a:gd name="connsiteY237" fmla="*/ 1616180 h 1927097"/>
              <a:gd name="connsiteX238" fmla="*/ 3382799 w 9611734"/>
              <a:gd name="connsiteY238" fmla="*/ 1616180 h 1927097"/>
              <a:gd name="connsiteX239" fmla="*/ 3382799 w 9611734"/>
              <a:gd name="connsiteY239" fmla="*/ 1582061 h 1927097"/>
              <a:gd name="connsiteX240" fmla="*/ 3132520 w 9611734"/>
              <a:gd name="connsiteY240" fmla="*/ 1292664 h 1927097"/>
              <a:gd name="connsiteX241" fmla="*/ 3766631 w 9611734"/>
              <a:gd name="connsiteY241" fmla="*/ 1292664 h 1927097"/>
              <a:gd name="connsiteX242" fmla="*/ 3485505 w 9611734"/>
              <a:gd name="connsiteY242" fmla="*/ 1616005 h 1927097"/>
              <a:gd name="connsiteX243" fmla="*/ 3761723 w 9611734"/>
              <a:gd name="connsiteY243" fmla="*/ 1927098 h 1927097"/>
              <a:gd name="connsiteX244" fmla="*/ 4012178 w 9611734"/>
              <a:gd name="connsiteY244" fmla="*/ 1709962 h 1927097"/>
              <a:gd name="connsiteX245" fmla="*/ 3915606 w 9611734"/>
              <a:gd name="connsiteY245" fmla="*/ 1686692 h 1927097"/>
              <a:gd name="connsiteX246" fmla="*/ 3768909 w 9611734"/>
              <a:gd name="connsiteY246" fmla="*/ 1840313 h 1927097"/>
              <a:gd name="connsiteX247" fmla="*/ 3591716 w 9611734"/>
              <a:gd name="connsiteY247" fmla="*/ 1608481 h 1927097"/>
              <a:gd name="connsiteX248" fmla="*/ 3764002 w 9611734"/>
              <a:gd name="connsiteY248" fmla="*/ 1379098 h 1927097"/>
              <a:gd name="connsiteX249" fmla="*/ 3915606 w 9611734"/>
              <a:gd name="connsiteY249" fmla="*/ 1525546 h 1927097"/>
              <a:gd name="connsiteX250" fmla="*/ 4012178 w 9611734"/>
              <a:gd name="connsiteY250" fmla="*/ 1502275 h 1927097"/>
              <a:gd name="connsiteX251" fmla="*/ 3766631 w 9611734"/>
              <a:gd name="connsiteY251" fmla="*/ 1292664 h 1927097"/>
              <a:gd name="connsiteX252" fmla="*/ 879833 w 9611734"/>
              <a:gd name="connsiteY252" fmla="*/ 1060831 h 1927097"/>
              <a:gd name="connsiteX253" fmla="*/ 718589 w 9611734"/>
              <a:gd name="connsiteY253" fmla="*/ 1060831 h 1927097"/>
              <a:gd name="connsiteX254" fmla="*/ 465680 w 9611734"/>
              <a:gd name="connsiteY254" fmla="*/ 1748805 h 1927097"/>
              <a:gd name="connsiteX255" fmla="*/ 211545 w 9611734"/>
              <a:gd name="connsiteY255" fmla="*/ 1060831 h 1927097"/>
              <a:gd name="connsiteX256" fmla="*/ 42765 w 9611734"/>
              <a:gd name="connsiteY256" fmla="*/ 1060831 h 1927097"/>
              <a:gd name="connsiteX257" fmla="*/ 42765 w 9611734"/>
              <a:gd name="connsiteY257" fmla="*/ 1914675 h 1927097"/>
              <a:gd name="connsiteX258" fmla="*/ 148976 w 9611734"/>
              <a:gd name="connsiteY258" fmla="*/ 1914675 h 1927097"/>
              <a:gd name="connsiteX259" fmla="*/ 148976 w 9611734"/>
              <a:gd name="connsiteY259" fmla="*/ 1179284 h 1927097"/>
              <a:gd name="connsiteX260" fmla="*/ 421513 w 9611734"/>
              <a:gd name="connsiteY260" fmla="*/ 1914850 h 1927097"/>
              <a:gd name="connsiteX261" fmla="*/ 503362 w 9611734"/>
              <a:gd name="connsiteY261" fmla="*/ 1914850 h 1927097"/>
              <a:gd name="connsiteX262" fmla="*/ 773447 w 9611734"/>
              <a:gd name="connsiteY262" fmla="*/ 1178060 h 1927097"/>
              <a:gd name="connsiteX263" fmla="*/ 773447 w 9611734"/>
              <a:gd name="connsiteY263" fmla="*/ 1914850 h 1927097"/>
              <a:gd name="connsiteX264" fmla="*/ 879833 w 9611734"/>
              <a:gd name="connsiteY264" fmla="*/ 1914850 h 1927097"/>
              <a:gd name="connsiteX265" fmla="*/ 879833 w 9611734"/>
              <a:gd name="connsiteY265" fmla="*/ 1060831 h 1927097"/>
              <a:gd name="connsiteX266" fmla="*/ 1920559 w 9611734"/>
              <a:gd name="connsiteY266" fmla="*/ 1840488 h 1927097"/>
              <a:gd name="connsiteX267" fmla="*/ 1753181 w 9611734"/>
              <a:gd name="connsiteY267" fmla="*/ 1609881 h 1927097"/>
              <a:gd name="connsiteX268" fmla="*/ 1920559 w 9611734"/>
              <a:gd name="connsiteY268" fmla="*/ 1379273 h 1927097"/>
              <a:gd name="connsiteX269" fmla="*/ 2087938 w 9611734"/>
              <a:gd name="connsiteY269" fmla="*/ 1609881 h 1927097"/>
              <a:gd name="connsiteX270" fmla="*/ 1920559 w 9611734"/>
              <a:gd name="connsiteY270" fmla="*/ 1840488 h 1927097"/>
              <a:gd name="connsiteX271" fmla="*/ 2186963 w 9611734"/>
              <a:gd name="connsiteY271" fmla="*/ 1060831 h 1927097"/>
              <a:gd name="connsiteX272" fmla="*/ 2085659 w 9611734"/>
              <a:gd name="connsiteY272" fmla="*/ 1060831 h 1927097"/>
              <a:gd name="connsiteX273" fmla="*/ 2085659 w 9611734"/>
              <a:gd name="connsiteY273" fmla="*/ 1421965 h 1927097"/>
              <a:gd name="connsiteX274" fmla="*/ 1903559 w 9611734"/>
              <a:gd name="connsiteY274" fmla="*/ 1292664 h 1927097"/>
              <a:gd name="connsiteX275" fmla="*/ 1646970 w 9611734"/>
              <a:gd name="connsiteY275" fmla="*/ 1613555 h 1927097"/>
              <a:gd name="connsiteX276" fmla="*/ 1894971 w 9611734"/>
              <a:gd name="connsiteY276" fmla="*/ 1927098 h 1927097"/>
              <a:gd name="connsiteX277" fmla="*/ 2085659 w 9611734"/>
              <a:gd name="connsiteY277" fmla="*/ 1791672 h 1927097"/>
              <a:gd name="connsiteX278" fmla="*/ 2085659 w 9611734"/>
              <a:gd name="connsiteY278" fmla="*/ 1838039 h 1927097"/>
              <a:gd name="connsiteX279" fmla="*/ 2091794 w 9611734"/>
              <a:gd name="connsiteY279" fmla="*/ 1914850 h 1927097"/>
              <a:gd name="connsiteX280" fmla="*/ 2194499 w 9611734"/>
              <a:gd name="connsiteY280" fmla="*/ 1914850 h 1927097"/>
              <a:gd name="connsiteX281" fmla="*/ 2187138 w 9611734"/>
              <a:gd name="connsiteY281" fmla="*/ 1787998 h 1927097"/>
              <a:gd name="connsiteX282" fmla="*/ 2187138 w 9611734"/>
              <a:gd name="connsiteY282" fmla="*/ 1060831 h 1927097"/>
              <a:gd name="connsiteX283" fmla="*/ 2956729 w 9611734"/>
              <a:gd name="connsiteY283" fmla="*/ 1060831 h 1927097"/>
              <a:gd name="connsiteX284" fmla="*/ 2296854 w 9611734"/>
              <a:gd name="connsiteY284" fmla="*/ 1060831 h 1927097"/>
              <a:gd name="connsiteX285" fmla="*/ 2296854 w 9611734"/>
              <a:gd name="connsiteY285" fmla="*/ 1149890 h 1927097"/>
              <a:gd name="connsiteX286" fmla="*/ 2574300 w 9611734"/>
              <a:gd name="connsiteY286" fmla="*/ 1149890 h 1927097"/>
              <a:gd name="connsiteX287" fmla="*/ 2574300 w 9611734"/>
              <a:gd name="connsiteY287" fmla="*/ 1914850 h 1927097"/>
              <a:gd name="connsiteX288" fmla="*/ 2680686 w 9611734"/>
              <a:gd name="connsiteY288" fmla="*/ 1914850 h 1927097"/>
              <a:gd name="connsiteX289" fmla="*/ 2680686 w 9611734"/>
              <a:gd name="connsiteY289" fmla="*/ 1149890 h 1927097"/>
              <a:gd name="connsiteX290" fmla="*/ 2956904 w 9611734"/>
              <a:gd name="connsiteY290" fmla="*/ 1149890 h 1927097"/>
              <a:gd name="connsiteX291" fmla="*/ 2956904 w 9611734"/>
              <a:gd name="connsiteY291" fmla="*/ 1060831 h 1927097"/>
              <a:gd name="connsiteX292" fmla="*/ 4229682 w 9611734"/>
              <a:gd name="connsiteY292" fmla="*/ 1060831 h 1927097"/>
              <a:gd name="connsiteX293" fmla="*/ 4128203 w 9611734"/>
              <a:gd name="connsiteY293" fmla="*/ 1060831 h 1927097"/>
              <a:gd name="connsiteX294" fmla="*/ 4128203 w 9611734"/>
              <a:gd name="connsiteY294" fmla="*/ 1914675 h 1927097"/>
              <a:gd name="connsiteX295" fmla="*/ 4229682 w 9611734"/>
              <a:gd name="connsiteY295" fmla="*/ 1914675 h 1927097"/>
              <a:gd name="connsiteX296" fmla="*/ 4229682 w 9611734"/>
              <a:gd name="connsiteY296" fmla="*/ 1513473 h 1927097"/>
              <a:gd name="connsiteX297" fmla="*/ 4362884 w 9611734"/>
              <a:gd name="connsiteY297" fmla="*/ 1370699 h 1927097"/>
              <a:gd name="connsiteX298" fmla="*/ 4494859 w 9611734"/>
              <a:gd name="connsiteY298" fmla="*/ 1513473 h 1927097"/>
              <a:gd name="connsiteX299" fmla="*/ 4494859 w 9611734"/>
              <a:gd name="connsiteY299" fmla="*/ 1914850 h 1927097"/>
              <a:gd name="connsiteX300" fmla="*/ 4596338 w 9611734"/>
              <a:gd name="connsiteY300" fmla="*/ 1914850 h 1927097"/>
              <a:gd name="connsiteX301" fmla="*/ 4596338 w 9611734"/>
              <a:gd name="connsiteY301" fmla="*/ 1492827 h 1927097"/>
              <a:gd name="connsiteX302" fmla="*/ 4399515 w 9611734"/>
              <a:gd name="connsiteY302" fmla="*/ 1292839 h 1927097"/>
              <a:gd name="connsiteX303" fmla="*/ 4229682 w 9611734"/>
              <a:gd name="connsiteY303" fmla="*/ 1399044 h 1927097"/>
              <a:gd name="connsiteX304" fmla="*/ 4229682 w 9611734"/>
              <a:gd name="connsiteY304" fmla="*/ 1060831 h 192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Lst>
            <a:rect l="l" t="t" r="r" b="b"/>
            <a:pathLst>
              <a:path w="9611734" h="1927097">
                <a:moveTo>
                  <a:pt x="950465" y="818675"/>
                </a:moveTo>
                <a:cubicBezTo>
                  <a:pt x="856347" y="818675"/>
                  <a:pt x="803768" y="729617"/>
                  <a:pt x="803768" y="568646"/>
                </a:cubicBezTo>
                <a:cubicBezTo>
                  <a:pt x="803768" y="405226"/>
                  <a:pt x="856347" y="318617"/>
                  <a:pt x="950465" y="318617"/>
                </a:cubicBezTo>
                <a:cubicBezTo>
                  <a:pt x="1044582" y="318617"/>
                  <a:pt x="1097162" y="406451"/>
                  <a:pt x="1097162" y="568646"/>
                </a:cubicBezTo>
                <a:cubicBezTo>
                  <a:pt x="1097162" y="732066"/>
                  <a:pt x="1044582" y="818675"/>
                  <a:pt x="950465" y="818675"/>
                </a:cubicBezTo>
                <a:moveTo>
                  <a:pt x="950465" y="251429"/>
                </a:moveTo>
                <a:cubicBezTo>
                  <a:pt x="758549" y="251429"/>
                  <a:pt x="652338" y="394203"/>
                  <a:pt x="652338" y="568646"/>
                </a:cubicBezTo>
                <a:cubicBezTo>
                  <a:pt x="652338" y="743089"/>
                  <a:pt x="758724" y="885863"/>
                  <a:pt x="950465" y="885863"/>
                </a:cubicBezTo>
                <a:cubicBezTo>
                  <a:pt x="1142381" y="885863"/>
                  <a:pt x="1248591" y="743089"/>
                  <a:pt x="1248591" y="568646"/>
                </a:cubicBezTo>
                <a:cubicBezTo>
                  <a:pt x="1248767" y="394028"/>
                  <a:pt x="1142381" y="251429"/>
                  <a:pt x="950465" y="251429"/>
                </a:cubicBezTo>
                <a:moveTo>
                  <a:pt x="2283534" y="251429"/>
                </a:moveTo>
                <a:cubicBezTo>
                  <a:pt x="2193097" y="251429"/>
                  <a:pt x="2142971" y="290447"/>
                  <a:pt x="2114929" y="340488"/>
                </a:cubicBezTo>
                <a:lnTo>
                  <a:pt x="2107568" y="340488"/>
                </a:lnTo>
                <a:lnTo>
                  <a:pt x="2107568" y="263677"/>
                </a:lnTo>
                <a:lnTo>
                  <a:pt x="1963324" y="263677"/>
                </a:lnTo>
                <a:lnTo>
                  <a:pt x="1963324" y="873615"/>
                </a:lnTo>
                <a:lnTo>
                  <a:pt x="2107568" y="873615"/>
                </a:lnTo>
                <a:lnTo>
                  <a:pt x="2107568" y="479412"/>
                </a:lnTo>
                <a:cubicBezTo>
                  <a:pt x="2107568" y="389129"/>
                  <a:pt x="2154013" y="336638"/>
                  <a:pt x="2228501" y="336638"/>
                </a:cubicBezTo>
                <a:cubicBezTo>
                  <a:pt x="2300535" y="336638"/>
                  <a:pt x="2332433" y="384230"/>
                  <a:pt x="2332433" y="456142"/>
                </a:cubicBezTo>
                <a:lnTo>
                  <a:pt x="2332433" y="873265"/>
                </a:lnTo>
                <a:lnTo>
                  <a:pt x="2476677" y="873265"/>
                </a:lnTo>
                <a:lnTo>
                  <a:pt x="2476677" y="455092"/>
                </a:lnTo>
                <a:cubicBezTo>
                  <a:pt x="2476502" y="329465"/>
                  <a:pt x="2410602" y="251429"/>
                  <a:pt x="2283534" y="251429"/>
                </a:cubicBezTo>
                <a:moveTo>
                  <a:pt x="2803897" y="251429"/>
                </a:moveTo>
                <a:cubicBezTo>
                  <a:pt x="2670696" y="251429"/>
                  <a:pt x="2570444" y="307594"/>
                  <a:pt x="2570444" y="427097"/>
                </a:cubicBezTo>
                <a:cubicBezTo>
                  <a:pt x="2570444" y="528403"/>
                  <a:pt x="2640024" y="583168"/>
                  <a:pt x="2718368" y="602765"/>
                </a:cubicBezTo>
                <a:lnTo>
                  <a:pt x="2840528" y="633209"/>
                </a:lnTo>
                <a:cubicBezTo>
                  <a:pt x="2905201" y="649131"/>
                  <a:pt x="2934645" y="672227"/>
                  <a:pt x="2934645" y="723493"/>
                </a:cubicBezTo>
                <a:cubicBezTo>
                  <a:pt x="2934645" y="785781"/>
                  <a:pt x="2890654" y="821125"/>
                  <a:pt x="2813712" y="821125"/>
                </a:cubicBezTo>
                <a:cubicBezTo>
                  <a:pt x="2730636" y="821125"/>
                  <a:pt x="2687872" y="780882"/>
                  <a:pt x="2674376" y="679576"/>
                </a:cubicBezTo>
                <a:lnTo>
                  <a:pt x="2544855" y="716144"/>
                </a:lnTo>
                <a:cubicBezTo>
                  <a:pt x="2552216" y="821125"/>
                  <a:pt x="2650014" y="885688"/>
                  <a:pt x="2797763" y="885688"/>
                </a:cubicBezTo>
                <a:cubicBezTo>
                  <a:pt x="2962688" y="885688"/>
                  <a:pt x="3051898" y="808877"/>
                  <a:pt x="3051898" y="686924"/>
                </a:cubicBezTo>
                <a:cubicBezTo>
                  <a:pt x="3051898" y="572320"/>
                  <a:pt x="2972503" y="524729"/>
                  <a:pt x="2889427" y="503908"/>
                </a:cubicBezTo>
                <a:lnTo>
                  <a:pt x="2772174" y="474688"/>
                </a:lnTo>
                <a:cubicBezTo>
                  <a:pt x="2713461" y="459991"/>
                  <a:pt x="2687872" y="433221"/>
                  <a:pt x="2687872" y="394203"/>
                </a:cubicBezTo>
                <a:cubicBezTo>
                  <a:pt x="2687872" y="345387"/>
                  <a:pt x="2729409" y="316167"/>
                  <a:pt x="2791804" y="316167"/>
                </a:cubicBezTo>
                <a:cubicBezTo>
                  <a:pt x="2865065" y="316167"/>
                  <a:pt x="2910284" y="356410"/>
                  <a:pt x="2916418" y="433221"/>
                </a:cubicBezTo>
                <a:lnTo>
                  <a:pt x="3038578" y="396652"/>
                </a:lnTo>
                <a:cubicBezTo>
                  <a:pt x="3023856" y="311093"/>
                  <a:pt x="2939553" y="251429"/>
                  <a:pt x="2803897" y="251429"/>
                </a:cubicBezTo>
                <a:moveTo>
                  <a:pt x="3409965" y="818675"/>
                </a:moveTo>
                <a:cubicBezTo>
                  <a:pt x="3315848" y="818675"/>
                  <a:pt x="3263268" y="729617"/>
                  <a:pt x="3263268" y="568646"/>
                </a:cubicBezTo>
                <a:cubicBezTo>
                  <a:pt x="3263268" y="405226"/>
                  <a:pt x="3315848" y="318617"/>
                  <a:pt x="3409965" y="318617"/>
                </a:cubicBezTo>
                <a:cubicBezTo>
                  <a:pt x="3504083" y="318617"/>
                  <a:pt x="3556663" y="406451"/>
                  <a:pt x="3556663" y="568646"/>
                </a:cubicBezTo>
                <a:cubicBezTo>
                  <a:pt x="3556487" y="732066"/>
                  <a:pt x="3504083" y="818675"/>
                  <a:pt x="3409965" y="818675"/>
                </a:cubicBezTo>
                <a:moveTo>
                  <a:pt x="3409965" y="251429"/>
                </a:moveTo>
                <a:cubicBezTo>
                  <a:pt x="3218050" y="251429"/>
                  <a:pt x="3111839" y="394203"/>
                  <a:pt x="3111839" y="568646"/>
                </a:cubicBezTo>
                <a:cubicBezTo>
                  <a:pt x="3111839" y="743089"/>
                  <a:pt x="3218225" y="885863"/>
                  <a:pt x="3409965" y="885863"/>
                </a:cubicBezTo>
                <a:cubicBezTo>
                  <a:pt x="3601881" y="885863"/>
                  <a:pt x="3708092" y="743089"/>
                  <a:pt x="3708092" y="568646"/>
                </a:cubicBezTo>
                <a:cubicBezTo>
                  <a:pt x="3708092" y="394028"/>
                  <a:pt x="3601706" y="251429"/>
                  <a:pt x="3409965" y="251429"/>
                </a:cubicBezTo>
                <a:moveTo>
                  <a:pt x="4113656" y="251429"/>
                </a:moveTo>
                <a:cubicBezTo>
                  <a:pt x="4023219" y="251429"/>
                  <a:pt x="3973094" y="290447"/>
                  <a:pt x="3945051" y="340488"/>
                </a:cubicBezTo>
                <a:lnTo>
                  <a:pt x="3937690" y="340488"/>
                </a:lnTo>
                <a:lnTo>
                  <a:pt x="3937690" y="263677"/>
                </a:lnTo>
                <a:lnTo>
                  <a:pt x="3793446" y="263677"/>
                </a:lnTo>
                <a:lnTo>
                  <a:pt x="3793446" y="873615"/>
                </a:lnTo>
                <a:lnTo>
                  <a:pt x="3937690" y="873615"/>
                </a:lnTo>
                <a:lnTo>
                  <a:pt x="3937690" y="479412"/>
                </a:lnTo>
                <a:cubicBezTo>
                  <a:pt x="3937690" y="389129"/>
                  <a:pt x="3984135" y="336638"/>
                  <a:pt x="4058623" y="336638"/>
                </a:cubicBezTo>
                <a:cubicBezTo>
                  <a:pt x="4130657" y="336638"/>
                  <a:pt x="4162555" y="384230"/>
                  <a:pt x="4162555" y="456142"/>
                </a:cubicBezTo>
                <a:lnTo>
                  <a:pt x="4162555" y="873265"/>
                </a:lnTo>
                <a:lnTo>
                  <a:pt x="4306799" y="873265"/>
                </a:lnTo>
                <a:lnTo>
                  <a:pt x="4306799" y="455092"/>
                </a:lnTo>
                <a:cubicBezTo>
                  <a:pt x="4306799" y="329465"/>
                  <a:pt x="4240724" y="251429"/>
                  <a:pt x="4113656" y="251429"/>
                </a:cubicBezTo>
                <a:moveTo>
                  <a:pt x="6255401" y="818675"/>
                </a:moveTo>
                <a:cubicBezTo>
                  <a:pt x="6161283" y="818675"/>
                  <a:pt x="6108704" y="729617"/>
                  <a:pt x="6108704" y="568646"/>
                </a:cubicBezTo>
                <a:cubicBezTo>
                  <a:pt x="6108704" y="405226"/>
                  <a:pt x="6161283" y="318617"/>
                  <a:pt x="6255401" y="318617"/>
                </a:cubicBezTo>
                <a:cubicBezTo>
                  <a:pt x="6349518" y="318617"/>
                  <a:pt x="6402098" y="406451"/>
                  <a:pt x="6402098" y="568646"/>
                </a:cubicBezTo>
                <a:cubicBezTo>
                  <a:pt x="6402098" y="732066"/>
                  <a:pt x="6349518" y="818675"/>
                  <a:pt x="6255401" y="818675"/>
                </a:cubicBezTo>
                <a:moveTo>
                  <a:pt x="6255401" y="251429"/>
                </a:moveTo>
                <a:cubicBezTo>
                  <a:pt x="6063485" y="251429"/>
                  <a:pt x="5957274" y="394203"/>
                  <a:pt x="5957274" y="568646"/>
                </a:cubicBezTo>
                <a:cubicBezTo>
                  <a:pt x="5957274" y="743089"/>
                  <a:pt x="6063660" y="885863"/>
                  <a:pt x="6255401" y="885863"/>
                </a:cubicBezTo>
                <a:cubicBezTo>
                  <a:pt x="6447316" y="885863"/>
                  <a:pt x="6553528" y="743089"/>
                  <a:pt x="6553528" y="568646"/>
                </a:cubicBezTo>
                <a:cubicBezTo>
                  <a:pt x="6553528" y="394028"/>
                  <a:pt x="6447316" y="251429"/>
                  <a:pt x="6255401" y="251429"/>
                </a:cubicBezTo>
                <a:moveTo>
                  <a:pt x="7588295" y="251429"/>
                </a:moveTo>
                <a:cubicBezTo>
                  <a:pt x="7497858" y="251429"/>
                  <a:pt x="7447732" y="290447"/>
                  <a:pt x="7419689" y="340488"/>
                </a:cubicBezTo>
                <a:lnTo>
                  <a:pt x="7412328" y="340488"/>
                </a:lnTo>
                <a:lnTo>
                  <a:pt x="7412328" y="263677"/>
                </a:lnTo>
                <a:lnTo>
                  <a:pt x="7268085" y="263677"/>
                </a:lnTo>
                <a:lnTo>
                  <a:pt x="7268085" y="873615"/>
                </a:lnTo>
                <a:lnTo>
                  <a:pt x="7412328" y="873615"/>
                </a:lnTo>
                <a:lnTo>
                  <a:pt x="7412328" y="479412"/>
                </a:lnTo>
                <a:cubicBezTo>
                  <a:pt x="7412328" y="389129"/>
                  <a:pt x="7458774" y="336638"/>
                  <a:pt x="7533262" y="336638"/>
                </a:cubicBezTo>
                <a:cubicBezTo>
                  <a:pt x="7605295" y="336638"/>
                  <a:pt x="7637194" y="384230"/>
                  <a:pt x="7637194" y="456142"/>
                </a:cubicBezTo>
                <a:lnTo>
                  <a:pt x="7637194" y="873265"/>
                </a:lnTo>
                <a:lnTo>
                  <a:pt x="7781438" y="873265"/>
                </a:lnTo>
                <a:lnTo>
                  <a:pt x="7781438" y="455092"/>
                </a:lnTo>
                <a:cubicBezTo>
                  <a:pt x="7781438" y="329465"/>
                  <a:pt x="7715362" y="251429"/>
                  <a:pt x="7588295" y="251429"/>
                </a:cubicBezTo>
                <a:moveTo>
                  <a:pt x="8108833" y="251429"/>
                </a:moveTo>
                <a:cubicBezTo>
                  <a:pt x="7975631" y="251429"/>
                  <a:pt x="7875380" y="307594"/>
                  <a:pt x="7875380" y="427097"/>
                </a:cubicBezTo>
                <a:cubicBezTo>
                  <a:pt x="7875380" y="528403"/>
                  <a:pt x="7944960" y="583168"/>
                  <a:pt x="8023304" y="602765"/>
                </a:cubicBezTo>
                <a:lnTo>
                  <a:pt x="8145464" y="633209"/>
                </a:lnTo>
                <a:cubicBezTo>
                  <a:pt x="8210137" y="649131"/>
                  <a:pt x="8239581" y="672227"/>
                  <a:pt x="8239581" y="723493"/>
                </a:cubicBezTo>
                <a:cubicBezTo>
                  <a:pt x="8239581" y="785781"/>
                  <a:pt x="8195589" y="821125"/>
                  <a:pt x="8118648" y="821125"/>
                </a:cubicBezTo>
                <a:cubicBezTo>
                  <a:pt x="8035573" y="821125"/>
                  <a:pt x="7992808" y="780882"/>
                  <a:pt x="7979312" y="679576"/>
                </a:cubicBezTo>
                <a:lnTo>
                  <a:pt x="7849791" y="716144"/>
                </a:lnTo>
                <a:cubicBezTo>
                  <a:pt x="7857152" y="821125"/>
                  <a:pt x="7954950" y="885688"/>
                  <a:pt x="8102699" y="885688"/>
                </a:cubicBezTo>
                <a:cubicBezTo>
                  <a:pt x="8267624" y="885688"/>
                  <a:pt x="8356834" y="808877"/>
                  <a:pt x="8356834" y="686924"/>
                </a:cubicBezTo>
                <a:cubicBezTo>
                  <a:pt x="8356834" y="572320"/>
                  <a:pt x="8277439" y="524729"/>
                  <a:pt x="8194363" y="503908"/>
                </a:cubicBezTo>
                <a:lnTo>
                  <a:pt x="8077110" y="474688"/>
                </a:lnTo>
                <a:cubicBezTo>
                  <a:pt x="8018396" y="459991"/>
                  <a:pt x="7992808" y="433221"/>
                  <a:pt x="7992808" y="394203"/>
                </a:cubicBezTo>
                <a:cubicBezTo>
                  <a:pt x="7992808" y="345387"/>
                  <a:pt x="8034346" y="316167"/>
                  <a:pt x="8096740" y="316167"/>
                </a:cubicBezTo>
                <a:cubicBezTo>
                  <a:pt x="8170001" y="316167"/>
                  <a:pt x="8215220" y="356410"/>
                  <a:pt x="8221353" y="433221"/>
                </a:cubicBezTo>
                <a:lnTo>
                  <a:pt x="8343514" y="396652"/>
                </a:lnTo>
                <a:cubicBezTo>
                  <a:pt x="8328791" y="311093"/>
                  <a:pt x="8244489" y="251429"/>
                  <a:pt x="8108833" y="251429"/>
                </a:cubicBezTo>
                <a:moveTo>
                  <a:pt x="8714726" y="818675"/>
                </a:moveTo>
                <a:cubicBezTo>
                  <a:pt x="8620608" y="818675"/>
                  <a:pt x="8568028" y="729617"/>
                  <a:pt x="8568028" y="568646"/>
                </a:cubicBezTo>
                <a:cubicBezTo>
                  <a:pt x="8568028" y="405226"/>
                  <a:pt x="8620608" y="318617"/>
                  <a:pt x="8714726" y="318617"/>
                </a:cubicBezTo>
                <a:cubicBezTo>
                  <a:pt x="8808844" y="318617"/>
                  <a:pt x="8861423" y="406451"/>
                  <a:pt x="8861423" y="568646"/>
                </a:cubicBezTo>
                <a:cubicBezTo>
                  <a:pt x="8861423" y="732066"/>
                  <a:pt x="8808844" y="818675"/>
                  <a:pt x="8714726" y="818675"/>
                </a:cubicBezTo>
                <a:moveTo>
                  <a:pt x="8714726" y="251429"/>
                </a:moveTo>
                <a:cubicBezTo>
                  <a:pt x="8522810" y="251429"/>
                  <a:pt x="8416599" y="394203"/>
                  <a:pt x="8416599" y="568646"/>
                </a:cubicBezTo>
                <a:cubicBezTo>
                  <a:pt x="8416599" y="743089"/>
                  <a:pt x="8522810" y="885863"/>
                  <a:pt x="8714726" y="885863"/>
                </a:cubicBezTo>
                <a:cubicBezTo>
                  <a:pt x="8906641" y="885863"/>
                  <a:pt x="9012852" y="743089"/>
                  <a:pt x="9012852" y="568646"/>
                </a:cubicBezTo>
                <a:cubicBezTo>
                  <a:pt x="9012852" y="394028"/>
                  <a:pt x="8906641" y="251429"/>
                  <a:pt x="8714726" y="251429"/>
                </a:cubicBezTo>
                <a:moveTo>
                  <a:pt x="9418592" y="251429"/>
                </a:moveTo>
                <a:cubicBezTo>
                  <a:pt x="9328155" y="251429"/>
                  <a:pt x="9278029" y="290447"/>
                  <a:pt x="9249987" y="340488"/>
                </a:cubicBezTo>
                <a:lnTo>
                  <a:pt x="9242625" y="340488"/>
                </a:lnTo>
                <a:lnTo>
                  <a:pt x="9242625" y="263677"/>
                </a:lnTo>
                <a:lnTo>
                  <a:pt x="9098382" y="263677"/>
                </a:lnTo>
                <a:lnTo>
                  <a:pt x="9098382" y="873615"/>
                </a:lnTo>
                <a:lnTo>
                  <a:pt x="9242625" y="873615"/>
                </a:lnTo>
                <a:lnTo>
                  <a:pt x="9242625" y="479412"/>
                </a:lnTo>
                <a:cubicBezTo>
                  <a:pt x="9242625" y="389129"/>
                  <a:pt x="9289071" y="336638"/>
                  <a:pt x="9363559" y="336638"/>
                </a:cubicBezTo>
                <a:cubicBezTo>
                  <a:pt x="9435593" y="336638"/>
                  <a:pt x="9467491" y="384230"/>
                  <a:pt x="9467491" y="456142"/>
                </a:cubicBezTo>
                <a:lnTo>
                  <a:pt x="9467491" y="873265"/>
                </a:lnTo>
                <a:lnTo>
                  <a:pt x="9611734" y="873265"/>
                </a:lnTo>
                <a:lnTo>
                  <a:pt x="9611734" y="455092"/>
                </a:lnTo>
                <a:cubicBezTo>
                  <a:pt x="9611560" y="329465"/>
                  <a:pt x="9545660" y="251429"/>
                  <a:pt x="9418592" y="251429"/>
                </a:cubicBezTo>
                <a:moveTo>
                  <a:pt x="566984" y="19596"/>
                </a:moveTo>
                <a:lnTo>
                  <a:pt x="415379" y="19596"/>
                </a:lnTo>
                <a:lnTo>
                  <a:pt x="415379" y="650356"/>
                </a:lnTo>
                <a:cubicBezTo>
                  <a:pt x="415379" y="752887"/>
                  <a:pt x="376295" y="813776"/>
                  <a:pt x="283404" y="813776"/>
                </a:cubicBezTo>
                <a:cubicBezTo>
                  <a:pt x="191740" y="813776"/>
                  <a:pt x="151429" y="749213"/>
                  <a:pt x="151429" y="638108"/>
                </a:cubicBezTo>
                <a:lnTo>
                  <a:pt x="151429" y="521055"/>
                </a:lnTo>
                <a:lnTo>
                  <a:pt x="0" y="558848"/>
                </a:lnTo>
                <a:lnTo>
                  <a:pt x="0" y="611338"/>
                </a:lnTo>
                <a:cubicBezTo>
                  <a:pt x="0" y="771084"/>
                  <a:pt x="79395" y="893212"/>
                  <a:pt x="283580" y="893212"/>
                </a:cubicBezTo>
                <a:cubicBezTo>
                  <a:pt x="487589" y="893212"/>
                  <a:pt x="566984" y="771259"/>
                  <a:pt x="566984" y="611338"/>
                </a:cubicBezTo>
                <a:lnTo>
                  <a:pt x="566984" y="19596"/>
                </a:lnTo>
                <a:moveTo>
                  <a:pt x="1478364" y="19596"/>
                </a:moveTo>
                <a:lnTo>
                  <a:pt x="1334121" y="19596"/>
                </a:lnTo>
                <a:lnTo>
                  <a:pt x="1334121" y="873440"/>
                </a:lnTo>
                <a:lnTo>
                  <a:pt x="1478364" y="873440"/>
                </a:lnTo>
                <a:lnTo>
                  <a:pt x="1478364" y="479412"/>
                </a:lnTo>
                <a:cubicBezTo>
                  <a:pt x="1478364" y="389129"/>
                  <a:pt x="1524810" y="336638"/>
                  <a:pt x="1599298" y="336638"/>
                </a:cubicBezTo>
                <a:cubicBezTo>
                  <a:pt x="1671332" y="336638"/>
                  <a:pt x="1703230" y="384230"/>
                  <a:pt x="1703230" y="456142"/>
                </a:cubicBezTo>
                <a:lnTo>
                  <a:pt x="1703230" y="873265"/>
                </a:lnTo>
                <a:lnTo>
                  <a:pt x="1847474" y="873265"/>
                </a:lnTo>
                <a:lnTo>
                  <a:pt x="1847474" y="455092"/>
                </a:lnTo>
                <a:cubicBezTo>
                  <a:pt x="1847474" y="329465"/>
                  <a:pt x="1781398" y="251429"/>
                  <a:pt x="1654331" y="251429"/>
                </a:cubicBezTo>
                <a:cubicBezTo>
                  <a:pt x="1563894" y="251429"/>
                  <a:pt x="1513768" y="290447"/>
                  <a:pt x="1485726" y="340488"/>
                </a:cubicBezTo>
                <a:lnTo>
                  <a:pt x="1478364" y="340488"/>
                </a:lnTo>
                <a:lnTo>
                  <a:pt x="1478364" y="19596"/>
                </a:lnTo>
                <a:moveTo>
                  <a:pt x="5871744" y="19596"/>
                </a:moveTo>
                <a:lnTo>
                  <a:pt x="5720315" y="19596"/>
                </a:lnTo>
                <a:lnTo>
                  <a:pt x="5720315" y="650356"/>
                </a:lnTo>
                <a:cubicBezTo>
                  <a:pt x="5720315" y="752887"/>
                  <a:pt x="5681231" y="813776"/>
                  <a:pt x="5588340" y="813776"/>
                </a:cubicBezTo>
                <a:cubicBezTo>
                  <a:pt x="5496676" y="813776"/>
                  <a:pt x="5456366" y="749213"/>
                  <a:pt x="5456366" y="638108"/>
                </a:cubicBezTo>
                <a:lnTo>
                  <a:pt x="5456366" y="521055"/>
                </a:lnTo>
                <a:lnTo>
                  <a:pt x="5304936" y="558848"/>
                </a:lnTo>
                <a:lnTo>
                  <a:pt x="5304936" y="611338"/>
                </a:lnTo>
                <a:cubicBezTo>
                  <a:pt x="5304936" y="771084"/>
                  <a:pt x="5384331" y="893212"/>
                  <a:pt x="5588515" y="893212"/>
                </a:cubicBezTo>
                <a:cubicBezTo>
                  <a:pt x="5792700" y="893212"/>
                  <a:pt x="5871920" y="771259"/>
                  <a:pt x="5871920" y="611338"/>
                </a:cubicBezTo>
                <a:lnTo>
                  <a:pt x="5871920" y="19596"/>
                </a:lnTo>
                <a:moveTo>
                  <a:pt x="6783125" y="19596"/>
                </a:moveTo>
                <a:lnTo>
                  <a:pt x="6638882" y="19596"/>
                </a:lnTo>
                <a:lnTo>
                  <a:pt x="6638882" y="873440"/>
                </a:lnTo>
                <a:lnTo>
                  <a:pt x="6783125" y="873440"/>
                </a:lnTo>
                <a:lnTo>
                  <a:pt x="6783125" y="479412"/>
                </a:lnTo>
                <a:cubicBezTo>
                  <a:pt x="6783125" y="389129"/>
                  <a:pt x="6829571" y="336638"/>
                  <a:pt x="6904059" y="336638"/>
                </a:cubicBezTo>
                <a:cubicBezTo>
                  <a:pt x="6976092" y="336638"/>
                  <a:pt x="7007991" y="384230"/>
                  <a:pt x="7007991" y="456142"/>
                </a:cubicBezTo>
                <a:lnTo>
                  <a:pt x="7007991" y="873265"/>
                </a:lnTo>
                <a:lnTo>
                  <a:pt x="7152234" y="873265"/>
                </a:lnTo>
                <a:lnTo>
                  <a:pt x="7152234" y="455092"/>
                </a:lnTo>
                <a:cubicBezTo>
                  <a:pt x="7152234" y="329465"/>
                  <a:pt x="7086335" y="251429"/>
                  <a:pt x="6959092" y="251429"/>
                </a:cubicBezTo>
                <a:cubicBezTo>
                  <a:pt x="6868655" y="251429"/>
                  <a:pt x="6818529" y="290447"/>
                  <a:pt x="6790486" y="340488"/>
                </a:cubicBezTo>
                <a:lnTo>
                  <a:pt x="6783125" y="340488"/>
                </a:lnTo>
                <a:lnTo>
                  <a:pt x="6783125" y="19596"/>
                </a:lnTo>
                <a:moveTo>
                  <a:pt x="4781944" y="803978"/>
                </a:moveTo>
                <a:cubicBezTo>
                  <a:pt x="4664691" y="803978"/>
                  <a:pt x="4592482" y="708795"/>
                  <a:pt x="4592482" y="607489"/>
                </a:cubicBezTo>
                <a:cubicBezTo>
                  <a:pt x="4592482" y="543976"/>
                  <a:pt x="4620524" y="485536"/>
                  <a:pt x="4666970" y="452642"/>
                </a:cubicBezTo>
                <a:lnTo>
                  <a:pt x="4943188" y="753937"/>
                </a:lnTo>
                <a:cubicBezTo>
                  <a:pt x="4892010" y="784382"/>
                  <a:pt x="4834523" y="803978"/>
                  <a:pt x="4781944" y="803978"/>
                </a:cubicBezTo>
                <a:moveTo>
                  <a:pt x="5050801" y="653855"/>
                </a:moveTo>
                <a:lnTo>
                  <a:pt x="4811388" y="390354"/>
                </a:lnTo>
                <a:cubicBezTo>
                  <a:pt x="4854153" y="373207"/>
                  <a:pt x="4895691" y="367083"/>
                  <a:pt x="4929868" y="367083"/>
                </a:cubicBezTo>
                <a:cubicBezTo>
                  <a:pt x="5028893" y="367083"/>
                  <a:pt x="5089885" y="424472"/>
                  <a:pt x="5089885" y="523154"/>
                </a:cubicBezTo>
                <a:cubicBezTo>
                  <a:pt x="5089885" y="567246"/>
                  <a:pt x="5077617" y="612388"/>
                  <a:pt x="5050801" y="653855"/>
                </a:cubicBezTo>
                <a:moveTo>
                  <a:pt x="4778263" y="355010"/>
                </a:moveTo>
                <a:lnTo>
                  <a:pt x="4725684" y="296396"/>
                </a:lnTo>
                <a:cubicBezTo>
                  <a:pt x="4679238" y="245130"/>
                  <a:pt x="4665743" y="213461"/>
                  <a:pt x="4665743" y="175668"/>
                </a:cubicBezTo>
                <a:cubicBezTo>
                  <a:pt x="4665743" y="104981"/>
                  <a:pt x="4710961" y="64738"/>
                  <a:pt x="4781768" y="64738"/>
                </a:cubicBezTo>
                <a:cubicBezTo>
                  <a:pt x="4853803" y="64738"/>
                  <a:pt x="4896568" y="106206"/>
                  <a:pt x="4896568" y="181792"/>
                </a:cubicBezTo>
                <a:cubicBezTo>
                  <a:pt x="4896743" y="251429"/>
                  <a:pt x="4862566" y="317217"/>
                  <a:pt x="4778263" y="355010"/>
                </a:cubicBezTo>
                <a:moveTo>
                  <a:pt x="4785624" y="0"/>
                </a:moveTo>
                <a:cubicBezTo>
                  <a:pt x="4617019" y="0"/>
                  <a:pt x="4533943" y="93958"/>
                  <a:pt x="4533943" y="211011"/>
                </a:cubicBezTo>
                <a:cubicBezTo>
                  <a:pt x="4533943" y="274350"/>
                  <a:pt x="4560759" y="337863"/>
                  <a:pt x="4631741" y="414674"/>
                </a:cubicBezTo>
                <a:lnTo>
                  <a:pt x="4632968" y="417124"/>
                </a:lnTo>
                <a:cubicBezTo>
                  <a:pt x="4513262" y="474513"/>
                  <a:pt x="4458228" y="567246"/>
                  <a:pt x="4458228" y="662254"/>
                </a:cubicBezTo>
                <a:cubicBezTo>
                  <a:pt x="4458228" y="787881"/>
                  <a:pt x="4554800" y="892862"/>
                  <a:pt x="4703775" y="892862"/>
                </a:cubicBezTo>
                <a:cubicBezTo>
                  <a:pt x="4789305" y="892862"/>
                  <a:pt x="4889557" y="857518"/>
                  <a:pt x="4979994" y="794005"/>
                </a:cubicBezTo>
                <a:lnTo>
                  <a:pt x="5053255" y="873265"/>
                </a:lnTo>
                <a:lnTo>
                  <a:pt x="5245170" y="873265"/>
                </a:lnTo>
                <a:lnTo>
                  <a:pt x="5245170" y="867141"/>
                </a:lnTo>
                <a:lnTo>
                  <a:pt x="5088834" y="695148"/>
                </a:lnTo>
                <a:cubicBezTo>
                  <a:pt x="5154909" y="617112"/>
                  <a:pt x="5192766" y="531728"/>
                  <a:pt x="5192766" y="457191"/>
                </a:cubicBezTo>
                <a:cubicBezTo>
                  <a:pt x="5192766" y="364458"/>
                  <a:pt x="5130372" y="302345"/>
                  <a:pt x="5032749" y="302345"/>
                </a:cubicBezTo>
                <a:cubicBezTo>
                  <a:pt x="4981396" y="302345"/>
                  <a:pt x="4923909" y="317042"/>
                  <a:pt x="4886051" y="331564"/>
                </a:cubicBezTo>
                <a:lnTo>
                  <a:pt x="4883598" y="326665"/>
                </a:lnTo>
                <a:cubicBezTo>
                  <a:pt x="4976489" y="276624"/>
                  <a:pt x="5015573" y="230258"/>
                  <a:pt x="5015573" y="165695"/>
                </a:cubicBezTo>
                <a:cubicBezTo>
                  <a:pt x="5015398" y="73312"/>
                  <a:pt x="4932322" y="0"/>
                  <a:pt x="4785624" y="0"/>
                </a:cubicBezTo>
                <a:moveTo>
                  <a:pt x="1128885" y="1543918"/>
                </a:moveTo>
                <a:cubicBezTo>
                  <a:pt x="1142381" y="1436662"/>
                  <a:pt x="1197239" y="1375599"/>
                  <a:pt x="1293810" y="1375599"/>
                </a:cubicBezTo>
                <a:cubicBezTo>
                  <a:pt x="1385474" y="1375599"/>
                  <a:pt x="1439280" y="1430538"/>
                  <a:pt x="1441734" y="1543918"/>
                </a:cubicBezTo>
                <a:lnTo>
                  <a:pt x="1128885" y="1543918"/>
                </a:lnTo>
                <a:moveTo>
                  <a:pt x="1293810" y="1292664"/>
                </a:moveTo>
                <a:cubicBezTo>
                  <a:pt x="1132566" y="1292664"/>
                  <a:pt x="1020045" y="1406043"/>
                  <a:pt x="1020045" y="1614780"/>
                </a:cubicBezTo>
                <a:cubicBezTo>
                  <a:pt x="1020045" y="1814768"/>
                  <a:pt x="1123978" y="1927098"/>
                  <a:pt x="1293810" y="1927098"/>
                </a:cubicBezTo>
                <a:cubicBezTo>
                  <a:pt x="1433146" y="1927098"/>
                  <a:pt x="1521129" y="1847837"/>
                  <a:pt x="1543037" y="1728334"/>
                </a:cubicBezTo>
                <a:lnTo>
                  <a:pt x="1450147" y="1704013"/>
                </a:lnTo>
                <a:cubicBezTo>
                  <a:pt x="1434198" y="1806545"/>
                  <a:pt x="1379339" y="1841888"/>
                  <a:pt x="1303450" y="1841888"/>
                </a:cubicBezTo>
                <a:cubicBezTo>
                  <a:pt x="1182516" y="1841888"/>
                  <a:pt x="1128710" y="1752829"/>
                  <a:pt x="1125029" y="1616180"/>
                </a:cubicBezTo>
                <a:lnTo>
                  <a:pt x="1544089" y="1616180"/>
                </a:lnTo>
                <a:lnTo>
                  <a:pt x="1544089" y="1582061"/>
                </a:lnTo>
                <a:cubicBezTo>
                  <a:pt x="1544440" y="1368250"/>
                  <a:pt x="1428238" y="1292664"/>
                  <a:pt x="1293810" y="1292664"/>
                </a:cubicBezTo>
                <a:moveTo>
                  <a:pt x="2967595" y="1543918"/>
                </a:moveTo>
                <a:cubicBezTo>
                  <a:pt x="2981091" y="1436662"/>
                  <a:pt x="3035949" y="1375599"/>
                  <a:pt x="3132520" y="1375599"/>
                </a:cubicBezTo>
                <a:cubicBezTo>
                  <a:pt x="3224184" y="1375599"/>
                  <a:pt x="3277991" y="1430538"/>
                  <a:pt x="3280444" y="1543918"/>
                </a:cubicBezTo>
                <a:lnTo>
                  <a:pt x="2967595" y="1543918"/>
                </a:lnTo>
                <a:moveTo>
                  <a:pt x="3132520" y="1292664"/>
                </a:moveTo>
                <a:cubicBezTo>
                  <a:pt x="2971276" y="1292664"/>
                  <a:pt x="2858756" y="1406043"/>
                  <a:pt x="2858756" y="1614780"/>
                </a:cubicBezTo>
                <a:cubicBezTo>
                  <a:pt x="2858756" y="1814768"/>
                  <a:pt x="2962688" y="1927098"/>
                  <a:pt x="3132520" y="1927098"/>
                </a:cubicBezTo>
                <a:cubicBezTo>
                  <a:pt x="3271856" y="1927098"/>
                  <a:pt x="3359839" y="1847837"/>
                  <a:pt x="3381748" y="1728334"/>
                </a:cubicBezTo>
                <a:lnTo>
                  <a:pt x="3288857" y="1704013"/>
                </a:lnTo>
                <a:cubicBezTo>
                  <a:pt x="3272908" y="1806545"/>
                  <a:pt x="3218050" y="1841888"/>
                  <a:pt x="3142160" y="1841888"/>
                </a:cubicBezTo>
                <a:cubicBezTo>
                  <a:pt x="3021227" y="1841888"/>
                  <a:pt x="2967420" y="1752829"/>
                  <a:pt x="2963740" y="1616180"/>
                </a:cubicBezTo>
                <a:lnTo>
                  <a:pt x="3382799" y="1616180"/>
                </a:lnTo>
                <a:lnTo>
                  <a:pt x="3382799" y="1582061"/>
                </a:lnTo>
                <a:cubicBezTo>
                  <a:pt x="3383150" y="1368250"/>
                  <a:pt x="3266949" y="1292664"/>
                  <a:pt x="3132520" y="1292664"/>
                </a:cubicBezTo>
                <a:moveTo>
                  <a:pt x="3766631" y="1292664"/>
                </a:moveTo>
                <a:cubicBezTo>
                  <a:pt x="3599252" y="1292664"/>
                  <a:pt x="3485505" y="1409717"/>
                  <a:pt x="3485505" y="1616005"/>
                </a:cubicBezTo>
                <a:cubicBezTo>
                  <a:pt x="3485505" y="1818442"/>
                  <a:pt x="3596623" y="1927098"/>
                  <a:pt x="3761723" y="1927098"/>
                </a:cubicBezTo>
                <a:cubicBezTo>
                  <a:pt x="3910874" y="1927098"/>
                  <a:pt x="3995177" y="1835589"/>
                  <a:pt x="4012178" y="1709962"/>
                </a:cubicBezTo>
                <a:lnTo>
                  <a:pt x="3915606" y="1686692"/>
                </a:lnTo>
                <a:cubicBezTo>
                  <a:pt x="3898430" y="1801296"/>
                  <a:pt x="3849531" y="1840313"/>
                  <a:pt x="3768909" y="1840313"/>
                </a:cubicBezTo>
                <a:cubicBezTo>
                  <a:pt x="3651657" y="1840313"/>
                  <a:pt x="3591716" y="1754929"/>
                  <a:pt x="3591716" y="1608481"/>
                </a:cubicBezTo>
                <a:cubicBezTo>
                  <a:pt x="3591716" y="1455909"/>
                  <a:pt x="3655337" y="1379098"/>
                  <a:pt x="3764002" y="1379098"/>
                </a:cubicBezTo>
                <a:cubicBezTo>
                  <a:pt x="3840943" y="1379098"/>
                  <a:pt x="3897204" y="1416891"/>
                  <a:pt x="3915606" y="1525546"/>
                </a:cubicBezTo>
                <a:lnTo>
                  <a:pt x="4012178" y="1502275"/>
                </a:lnTo>
                <a:cubicBezTo>
                  <a:pt x="3995177" y="1378048"/>
                  <a:pt x="3910874" y="1292664"/>
                  <a:pt x="3766631" y="1292664"/>
                </a:cubicBezTo>
                <a:moveTo>
                  <a:pt x="879833" y="1060831"/>
                </a:moveTo>
                <a:lnTo>
                  <a:pt x="718589" y="1060831"/>
                </a:lnTo>
                <a:lnTo>
                  <a:pt x="465680" y="1748805"/>
                </a:lnTo>
                <a:lnTo>
                  <a:pt x="211545" y="1060831"/>
                </a:lnTo>
                <a:lnTo>
                  <a:pt x="42765" y="1060831"/>
                </a:lnTo>
                <a:lnTo>
                  <a:pt x="42765" y="1914675"/>
                </a:lnTo>
                <a:lnTo>
                  <a:pt x="148976" y="1914675"/>
                </a:lnTo>
                <a:lnTo>
                  <a:pt x="148976" y="1179284"/>
                </a:lnTo>
                <a:lnTo>
                  <a:pt x="421513" y="1914850"/>
                </a:lnTo>
                <a:lnTo>
                  <a:pt x="503362" y="1914850"/>
                </a:lnTo>
                <a:lnTo>
                  <a:pt x="773447" y="1178060"/>
                </a:lnTo>
                <a:lnTo>
                  <a:pt x="773447" y="1914850"/>
                </a:lnTo>
                <a:lnTo>
                  <a:pt x="879833" y="1914850"/>
                </a:lnTo>
                <a:lnTo>
                  <a:pt x="879833" y="1060831"/>
                </a:lnTo>
                <a:moveTo>
                  <a:pt x="1920559" y="1840488"/>
                </a:moveTo>
                <a:cubicBezTo>
                  <a:pt x="1820307" y="1840488"/>
                  <a:pt x="1753181" y="1768577"/>
                  <a:pt x="1753181" y="1609881"/>
                </a:cubicBezTo>
                <a:cubicBezTo>
                  <a:pt x="1753181" y="1450135"/>
                  <a:pt x="1820307" y="1379273"/>
                  <a:pt x="1920559" y="1379273"/>
                </a:cubicBezTo>
                <a:cubicBezTo>
                  <a:pt x="2020811" y="1379273"/>
                  <a:pt x="2087938" y="1449960"/>
                  <a:pt x="2087938" y="1609881"/>
                </a:cubicBezTo>
                <a:cubicBezTo>
                  <a:pt x="2087938" y="1768402"/>
                  <a:pt x="2020811" y="1840488"/>
                  <a:pt x="1920559" y="1840488"/>
                </a:cubicBezTo>
                <a:moveTo>
                  <a:pt x="2186963" y="1060831"/>
                </a:moveTo>
                <a:lnTo>
                  <a:pt x="2085659" y="1060831"/>
                </a:lnTo>
                <a:lnTo>
                  <a:pt x="2085659" y="1421965"/>
                </a:lnTo>
                <a:cubicBezTo>
                  <a:pt x="2063576" y="1354777"/>
                  <a:pt x="2009945" y="1292664"/>
                  <a:pt x="1903559" y="1292664"/>
                </a:cubicBezTo>
                <a:cubicBezTo>
                  <a:pt x="1766676" y="1292664"/>
                  <a:pt x="1646970" y="1400094"/>
                  <a:pt x="1646970" y="1613555"/>
                </a:cubicBezTo>
                <a:cubicBezTo>
                  <a:pt x="1646970" y="1829465"/>
                  <a:pt x="1766676" y="1927098"/>
                  <a:pt x="1894971" y="1927098"/>
                </a:cubicBezTo>
                <a:cubicBezTo>
                  <a:pt x="1991542" y="1927098"/>
                  <a:pt x="2062349" y="1870933"/>
                  <a:pt x="2085659" y="1791672"/>
                </a:cubicBezTo>
                <a:lnTo>
                  <a:pt x="2085659" y="1838039"/>
                </a:lnTo>
                <a:cubicBezTo>
                  <a:pt x="2085659" y="1866034"/>
                  <a:pt x="2088113" y="1896653"/>
                  <a:pt x="2091794" y="1914850"/>
                </a:cubicBezTo>
                <a:lnTo>
                  <a:pt x="2194499" y="1914850"/>
                </a:lnTo>
                <a:cubicBezTo>
                  <a:pt x="2189592" y="1885630"/>
                  <a:pt x="2187138" y="1842938"/>
                  <a:pt x="2187138" y="1787998"/>
                </a:cubicBezTo>
                <a:lnTo>
                  <a:pt x="2187138" y="1060831"/>
                </a:lnTo>
                <a:moveTo>
                  <a:pt x="2956729" y="1060831"/>
                </a:moveTo>
                <a:lnTo>
                  <a:pt x="2296854" y="1060831"/>
                </a:lnTo>
                <a:lnTo>
                  <a:pt x="2296854" y="1149890"/>
                </a:lnTo>
                <a:lnTo>
                  <a:pt x="2574300" y="1149890"/>
                </a:lnTo>
                <a:lnTo>
                  <a:pt x="2574300" y="1914850"/>
                </a:lnTo>
                <a:lnTo>
                  <a:pt x="2680686" y="1914850"/>
                </a:lnTo>
                <a:lnTo>
                  <a:pt x="2680686" y="1149890"/>
                </a:lnTo>
                <a:lnTo>
                  <a:pt x="2956904" y="1149890"/>
                </a:lnTo>
                <a:lnTo>
                  <a:pt x="2956904" y="1060831"/>
                </a:lnTo>
                <a:moveTo>
                  <a:pt x="4229682" y="1060831"/>
                </a:moveTo>
                <a:lnTo>
                  <a:pt x="4128203" y="1060831"/>
                </a:lnTo>
                <a:lnTo>
                  <a:pt x="4128203" y="1914675"/>
                </a:lnTo>
                <a:lnTo>
                  <a:pt x="4229682" y="1914675"/>
                </a:lnTo>
                <a:lnTo>
                  <a:pt x="4229682" y="1513473"/>
                </a:lnTo>
                <a:cubicBezTo>
                  <a:pt x="4229682" y="1428089"/>
                  <a:pt x="4272447" y="1370699"/>
                  <a:pt x="4362884" y="1370699"/>
                </a:cubicBezTo>
                <a:cubicBezTo>
                  <a:pt x="4452094" y="1370699"/>
                  <a:pt x="4494859" y="1428089"/>
                  <a:pt x="4494859" y="1513473"/>
                </a:cubicBezTo>
                <a:lnTo>
                  <a:pt x="4494859" y="1914850"/>
                </a:lnTo>
                <a:lnTo>
                  <a:pt x="4596338" y="1914850"/>
                </a:lnTo>
                <a:lnTo>
                  <a:pt x="4596338" y="1492827"/>
                </a:lnTo>
                <a:cubicBezTo>
                  <a:pt x="4596338" y="1378223"/>
                  <a:pt x="4525530" y="1292839"/>
                  <a:pt x="4399515" y="1292839"/>
                </a:cubicBezTo>
                <a:cubicBezTo>
                  <a:pt x="4315212" y="1292839"/>
                  <a:pt x="4252817" y="1330632"/>
                  <a:pt x="4229682" y="1399044"/>
                </a:cubicBezTo>
                <a:lnTo>
                  <a:pt x="4229682" y="1060831"/>
                </a:lnTo>
              </a:path>
            </a:pathLst>
          </a:custGeom>
          <a:solidFill>
            <a:schemeClr val="bg1"/>
          </a:solidFill>
          <a:ln w="17520" cap="flat">
            <a:noFill/>
            <a:prstDash val="solid"/>
            <a:miter/>
          </a:ln>
        </p:spPr>
        <p:txBody>
          <a:bodyPr rtlCol="0" anchor="ctr"/>
          <a:lstStyle/>
          <a:p>
            <a:endParaRPr lang="en-GB"/>
          </a:p>
        </p:txBody>
      </p:sp>
      <p:sp>
        <p:nvSpPr>
          <p:cNvPr id="6" name="Picture Placeholder 3">
            <a:extLst>
              <a:ext uri="{FF2B5EF4-FFF2-40B4-BE49-F238E27FC236}">
                <a16:creationId xmlns:a16="http://schemas.microsoft.com/office/drawing/2014/main" id="{288489FD-CC20-30A8-A0D8-4CDFE74D2901}"/>
              </a:ext>
            </a:extLst>
          </p:cNvPr>
          <p:cNvSpPr>
            <a:spLocks noGrp="1"/>
          </p:cNvSpPr>
          <p:nvPr>
            <p:ph type="pic" sz="quarter" idx="11" hasCustomPrompt="1"/>
          </p:nvPr>
        </p:nvSpPr>
        <p:spPr>
          <a:xfrm>
            <a:off x="6562381" y="0"/>
            <a:ext cx="5629619" cy="6858000"/>
          </a:xfrm>
          <a:solidFill>
            <a:srgbClr val="F6F3F2"/>
          </a:solidFill>
        </p:spPr>
        <p:txBody>
          <a:bodyPr/>
          <a:lstStyle>
            <a:lvl1pPr>
              <a:defRPr lang="en-US"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grpSp>
        <p:nvGrpSpPr>
          <p:cNvPr id="7" name="Group 6">
            <a:extLst>
              <a:ext uri="{FF2B5EF4-FFF2-40B4-BE49-F238E27FC236}">
                <a16:creationId xmlns:a16="http://schemas.microsoft.com/office/drawing/2014/main" id="{198DBD4A-08A0-B4FA-EB44-F3124E188FF2}"/>
              </a:ext>
            </a:extLst>
          </p:cNvPr>
          <p:cNvGrpSpPr/>
          <p:nvPr userDrawn="1"/>
        </p:nvGrpSpPr>
        <p:grpSpPr>
          <a:xfrm>
            <a:off x="4907712" y="6162338"/>
            <a:ext cx="1407244" cy="393192"/>
            <a:chOff x="10373732" y="6162338"/>
            <a:chExt cx="1407244" cy="393192"/>
          </a:xfrm>
        </p:grpSpPr>
        <p:sp>
          <p:nvSpPr>
            <p:cNvPr id="8" name="TextBox 7">
              <a:extLst>
                <a:ext uri="{FF2B5EF4-FFF2-40B4-BE49-F238E27FC236}">
                  <a16:creationId xmlns:a16="http://schemas.microsoft.com/office/drawing/2014/main" id="{453C292C-ED42-9440-BEE2-C6A368433573}"/>
                </a:ext>
              </a:extLst>
            </p:cNvPr>
            <p:cNvSpPr txBox="1"/>
            <p:nvPr userDrawn="1"/>
          </p:nvSpPr>
          <p:spPr>
            <a:xfrm>
              <a:off x="10500816" y="6254750"/>
              <a:ext cx="1280160" cy="246221"/>
            </a:xfrm>
            <a:prstGeom prst="rect">
              <a:avLst/>
            </a:prstGeom>
            <a:noFill/>
          </p:spPr>
          <p:txBody>
            <a:bodyPr wrap="square" lIns="0" tIns="0" rIns="0" bIns="0" rtlCol="0">
              <a:spAutoFit/>
            </a:bodyPr>
            <a:lstStyle/>
            <a:p>
              <a:pPr marL="0" lvl="0" indent="0" algn="l" defTabSz="914400" rtl="0" eaLnBrk="1" latinLnBrk="0" hangingPunct="1">
                <a:lnSpc>
                  <a:spcPct val="100000"/>
                </a:lnSpc>
                <a:spcBef>
                  <a:spcPts val="0"/>
                </a:spcBef>
                <a:spcAft>
                  <a:spcPts val="0"/>
                </a:spcAft>
                <a:buFont typeface="Arial" panose="020B0604020202020204" pitchFamily="34" charset="0"/>
                <a:buNone/>
                <a:tabLst/>
              </a:pPr>
              <a:r>
                <a:rPr lang="en-US" sz="1600" b="0" i="0" kern="1200">
                  <a:solidFill>
                    <a:schemeClr val="bg1"/>
                  </a:solidFill>
                  <a:latin typeface="+mn-lt"/>
                  <a:ea typeface="+mn-ea"/>
                  <a:cs typeface="+mn-cs"/>
                </a:rPr>
                <a:t>Orthopaedics</a:t>
              </a:r>
            </a:p>
          </p:txBody>
        </p:sp>
        <p:sp>
          <p:nvSpPr>
            <p:cNvPr id="10" name="Rectangle 9">
              <a:extLst>
                <a:ext uri="{FF2B5EF4-FFF2-40B4-BE49-F238E27FC236}">
                  <a16:creationId xmlns:a16="http://schemas.microsoft.com/office/drawing/2014/main" id="{3219098B-1840-66AB-5BC5-F4B4EBCA4C19}"/>
                </a:ext>
              </a:extLst>
            </p:cNvPr>
            <p:cNvSpPr/>
            <p:nvPr userDrawn="1"/>
          </p:nvSpPr>
          <p:spPr>
            <a:xfrm>
              <a:off x="10373732" y="6162338"/>
              <a:ext cx="18288" cy="3931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grpSp>
    </p:spTree>
    <p:extLst>
      <p:ext uri="{BB962C8B-B14F-4D97-AF65-F5344CB8AC3E}">
        <p14:creationId xmlns:p14="http://schemas.microsoft.com/office/powerpoint/2010/main" val="621367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Slide with Panel Images - Long titles ">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F71E3-AC39-2207-0CC4-1E2486610795}"/>
              </a:ext>
            </a:extLst>
          </p:cNvPr>
          <p:cNvSpPr>
            <a:spLocks noGrp="1"/>
          </p:cNvSpPr>
          <p:nvPr>
            <p:ph type="ctrTitle" hasCustomPrompt="1"/>
          </p:nvPr>
        </p:nvSpPr>
        <p:spPr>
          <a:xfrm>
            <a:off x="285979" y="266955"/>
            <a:ext cx="8518155" cy="2946145"/>
          </a:xfrm>
        </p:spPr>
        <p:txBody>
          <a:bodyPr wrap="square" anchor="t">
            <a:normAutofit/>
          </a:bodyPr>
          <a:lstStyle>
            <a:lvl1pPr algn="l">
              <a:lnSpc>
                <a:spcPct val="80000"/>
              </a:lnSpc>
              <a:defRPr sz="7000" b="0" i="0" spc="0" baseline="0">
                <a:solidFill>
                  <a:schemeClr val="bg1"/>
                </a:solidFill>
                <a:latin typeface="+mj-lt"/>
              </a:defRPr>
            </a:lvl1pPr>
          </a:lstStyle>
          <a:p>
            <a:r>
              <a:rPr lang="en-GB"/>
              <a:t>Longer titles will shrink automatically</a:t>
            </a:r>
            <a:br>
              <a:rPr lang="en-GB"/>
            </a:br>
            <a:endParaRPr lang="en-GB"/>
          </a:p>
        </p:txBody>
      </p:sp>
      <p:sp>
        <p:nvSpPr>
          <p:cNvPr id="9" name="Subtitle 2">
            <a:extLst>
              <a:ext uri="{FF2B5EF4-FFF2-40B4-BE49-F238E27FC236}">
                <a16:creationId xmlns:a16="http://schemas.microsoft.com/office/drawing/2014/main" id="{52CA5BFA-B5A6-B786-4C05-6FD9C9E49AB2}"/>
              </a:ext>
            </a:extLst>
          </p:cNvPr>
          <p:cNvSpPr>
            <a:spLocks noGrp="1"/>
          </p:cNvSpPr>
          <p:nvPr>
            <p:ph type="subTitle" idx="1" hasCustomPrompt="1"/>
          </p:nvPr>
        </p:nvSpPr>
        <p:spPr>
          <a:xfrm>
            <a:off x="284806" y="4889500"/>
            <a:ext cx="2795587" cy="865834"/>
          </a:xfrm>
        </p:spPr>
        <p:txBody>
          <a:bodyPr anchor="b"/>
          <a:lstStyle>
            <a:lvl1pPr marL="0" indent="0" algn="l">
              <a:lnSpc>
                <a:spcPct val="100000"/>
              </a:lnSpc>
              <a:spcBef>
                <a:spcPts val="0"/>
              </a:spcBef>
              <a:spcAft>
                <a:spcPts val="0"/>
              </a:spcAft>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Supporting details. Delete if not required.</a:t>
            </a:r>
          </a:p>
        </p:txBody>
      </p:sp>
      <p:sp>
        <p:nvSpPr>
          <p:cNvPr id="11" name="Graphic 6">
            <a:extLst>
              <a:ext uri="{FF2B5EF4-FFF2-40B4-BE49-F238E27FC236}">
                <a16:creationId xmlns:a16="http://schemas.microsoft.com/office/drawing/2014/main" id="{30DC1D94-164E-8774-5397-3A34FE515104}"/>
              </a:ext>
            </a:extLst>
          </p:cNvPr>
          <p:cNvSpPr>
            <a:spLocks noChangeAspect="1"/>
          </p:cNvSpPr>
          <p:nvPr userDrawn="1"/>
        </p:nvSpPr>
        <p:spPr>
          <a:xfrm>
            <a:off x="295014" y="6157305"/>
            <a:ext cx="2028986" cy="406800"/>
          </a:xfrm>
          <a:custGeom>
            <a:avLst/>
            <a:gdLst>
              <a:gd name="connsiteX0" fmla="*/ 950465 w 9611734"/>
              <a:gd name="connsiteY0" fmla="*/ 818675 h 1927097"/>
              <a:gd name="connsiteX1" fmla="*/ 803768 w 9611734"/>
              <a:gd name="connsiteY1" fmla="*/ 568646 h 1927097"/>
              <a:gd name="connsiteX2" fmla="*/ 950465 w 9611734"/>
              <a:gd name="connsiteY2" fmla="*/ 318617 h 1927097"/>
              <a:gd name="connsiteX3" fmla="*/ 1097162 w 9611734"/>
              <a:gd name="connsiteY3" fmla="*/ 568646 h 1927097"/>
              <a:gd name="connsiteX4" fmla="*/ 950465 w 9611734"/>
              <a:gd name="connsiteY4" fmla="*/ 818675 h 1927097"/>
              <a:gd name="connsiteX5" fmla="*/ 950465 w 9611734"/>
              <a:gd name="connsiteY5" fmla="*/ 251429 h 1927097"/>
              <a:gd name="connsiteX6" fmla="*/ 652338 w 9611734"/>
              <a:gd name="connsiteY6" fmla="*/ 568646 h 1927097"/>
              <a:gd name="connsiteX7" fmla="*/ 950465 w 9611734"/>
              <a:gd name="connsiteY7" fmla="*/ 885863 h 1927097"/>
              <a:gd name="connsiteX8" fmla="*/ 1248591 w 9611734"/>
              <a:gd name="connsiteY8" fmla="*/ 568646 h 1927097"/>
              <a:gd name="connsiteX9" fmla="*/ 950465 w 9611734"/>
              <a:gd name="connsiteY9" fmla="*/ 251429 h 1927097"/>
              <a:gd name="connsiteX10" fmla="*/ 2283534 w 9611734"/>
              <a:gd name="connsiteY10" fmla="*/ 251429 h 1927097"/>
              <a:gd name="connsiteX11" fmla="*/ 2114929 w 9611734"/>
              <a:gd name="connsiteY11" fmla="*/ 340488 h 1927097"/>
              <a:gd name="connsiteX12" fmla="*/ 2107568 w 9611734"/>
              <a:gd name="connsiteY12" fmla="*/ 340488 h 1927097"/>
              <a:gd name="connsiteX13" fmla="*/ 2107568 w 9611734"/>
              <a:gd name="connsiteY13" fmla="*/ 263677 h 1927097"/>
              <a:gd name="connsiteX14" fmla="*/ 1963324 w 9611734"/>
              <a:gd name="connsiteY14" fmla="*/ 263677 h 1927097"/>
              <a:gd name="connsiteX15" fmla="*/ 1963324 w 9611734"/>
              <a:gd name="connsiteY15" fmla="*/ 873615 h 1927097"/>
              <a:gd name="connsiteX16" fmla="*/ 2107568 w 9611734"/>
              <a:gd name="connsiteY16" fmla="*/ 873615 h 1927097"/>
              <a:gd name="connsiteX17" fmla="*/ 2107568 w 9611734"/>
              <a:gd name="connsiteY17" fmla="*/ 479412 h 1927097"/>
              <a:gd name="connsiteX18" fmla="*/ 2228501 w 9611734"/>
              <a:gd name="connsiteY18" fmla="*/ 336638 h 1927097"/>
              <a:gd name="connsiteX19" fmla="*/ 2332433 w 9611734"/>
              <a:gd name="connsiteY19" fmla="*/ 456142 h 1927097"/>
              <a:gd name="connsiteX20" fmla="*/ 2332433 w 9611734"/>
              <a:gd name="connsiteY20" fmla="*/ 873265 h 1927097"/>
              <a:gd name="connsiteX21" fmla="*/ 2476677 w 9611734"/>
              <a:gd name="connsiteY21" fmla="*/ 873265 h 1927097"/>
              <a:gd name="connsiteX22" fmla="*/ 2476677 w 9611734"/>
              <a:gd name="connsiteY22" fmla="*/ 455092 h 1927097"/>
              <a:gd name="connsiteX23" fmla="*/ 2283534 w 9611734"/>
              <a:gd name="connsiteY23" fmla="*/ 251429 h 1927097"/>
              <a:gd name="connsiteX24" fmla="*/ 2803897 w 9611734"/>
              <a:gd name="connsiteY24" fmla="*/ 251429 h 1927097"/>
              <a:gd name="connsiteX25" fmla="*/ 2570444 w 9611734"/>
              <a:gd name="connsiteY25" fmla="*/ 427097 h 1927097"/>
              <a:gd name="connsiteX26" fmla="*/ 2718368 w 9611734"/>
              <a:gd name="connsiteY26" fmla="*/ 602765 h 1927097"/>
              <a:gd name="connsiteX27" fmla="*/ 2840528 w 9611734"/>
              <a:gd name="connsiteY27" fmla="*/ 633209 h 1927097"/>
              <a:gd name="connsiteX28" fmla="*/ 2934645 w 9611734"/>
              <a:gd name="connsiteY28" fmla="*/ 723493 h 1927097"/>
              <a:gd name="connsiteX29" fmla="*/ 2813712 w 9611734"/>
              <a:gd name="connsiteY29" fmla="*/ 821125 h 1927097"/>
              <a:gd name="connsiteX30" fmla="*/ 2674376 w 9611734"/>
              <a:gd name="connsiteY30" fmla="*/ 679576 h 1927097"/>
              <a:gd name="connsiteX31" fmla="*/ 2544855 w 9611734"/>
              <a:gd name="connsiteY31" fmla="*/ 716144 h 1927097"/>
              <a:gd name="connsiteX32" fmla="*/ 2797763 w 9611734"/>
              <a:gd name="connsiteY32" fmla="*/ 885688 h 1927097"/>
              <a:gd name="connsiteX33" fmla="*/ 3051898 w 9611734"/>
              <a:gd name="connsiteY33" fmla="*/ 686924 h 1927097"/>
              <a:gd name="connsiteX34" fmla="*/ 2889427 w 9611734"/>
              <a:gd name="connsiteY34" fmla="*/ 503908 h 1927097"/>
              <a:gd name="connsiteX35" fmla="*/ 2772174 w 9611734"/>
              <a:gd name="connsiteY35" fmla="*/ 474688 h 1927097"/>
              <a:gd name="connsiteX36" fmla="*/ 2687872 w 9611734"/>
              <a:gd name="connsiteY36" fmla="*/ 394203 h 1927097"/>
              <a:gd name="connsiteX37" fmla="*/ 2791804 w 9611734"/>
              <a:gd name="connsiteY37" fmla="*/ 316167 h 1927097"/>
              <a:gd name="connsiteX38" fmla="*/ 2916418 w 9611734"/>
              <a:gd name="connsiteY38" fmla="*/ 433221 h 1927097"/>
              <a:gd name="connsiteX39" fmla="*/ 3038578 w 9611734"/>
              <a:gd name="connsiteY39" fmla="*/ 396652 h 1927097"/>
              <a:gd name="connsiteX40" fmla="*/ 2803897 w 9611734"/>
              <a:gd name="connsiteY40" fmla="*/ 251429 h 1927097"/>
              <a:gd name="connsiteX41" fmla="*/ 3409965 w 9611734"/>
              <a:gd name="connsiteY41" fmla="*/ 818675 h 1927097"/>
              <a:gd name="connsiteX42" fmla="*/ 3263268 w 9611734"/>
              <a:gd name="connsiteY42" fmla="*/ 568646 h 1927097"/>
              <a:gd name="connsiteX43" fmla="*/ 3409965 w 9611734"/>
              <a:gd name="connsiteY43" fmla="*/ 318617 h 1927097"/>
              <a:gd name="connsiteX44" fmla="*/ 3556663 w 9611734"/>
              <a:gd name="connsiteY44" fmla="*/ 568646 h 1927097"/>
              <a:gd name="connsiteX45" fmla="*/ 3409965 w 9611734"/>
              <a:gd name="connsiteY45" fmla="*/ 818675 h 1927097"/>
              <a:gd name="connsiteX46" fmla="*/ 3409965 w 9611734"/>
              <a:gd name="connsiteY46" fmla="*/ 251429 h 1927097"/>
              <a:gd name="connsiteX47" fmla="*/ 3111839 w 9611734"/>
              <a:gd name="connsiteY47" fmla="*/ 568646 h 1927097"/>
              <a:gd name="connsiteX48" fmla="*/ 3409965 w 9611734"/>
              <a:gd name="connsiteY48" fmla="*/ 885863 h 1927097"/>
              <a:gd name="connsiteX49" fmla="*/ 3708092 w 9611734"/>
              <a:gd name="connsiteY49" fmla="*/ 568646 h 1927097"/>
              <a:gd name="connsiteX50" fmla="*/ 3409965 w 9611734"/>
              <a:gd name="connsiteY50" fmla="*/ 251429 h 1927097"/>
              <a:gd name="connsiteX51" fmla="*/ 4113656 w 9611734"/>
              <a:gd name="connsiteY51" fmla="*/ 251429 h 1927097"/>
              <a:gd name="connsiteX52" fmla="*/ 3945051 w 9611734"/>
              <a:gd name="connsiteY52" fmla="*/ 340488 h 1927097"/>
              <a:gd name="connsiteX53" fmla="*/ 3937690 w 9611734"/>
              <a:gd name="connsiteY53" fmla="*/ 340488 h 1927097"/>
              <a:gd name="connsiteX54" fmla="*/ 3937690 w 9611734"/>
              <a:gd name="connsiteY54" fmla="*/ 263677 h 1927097"/>
              <a:gd name="connsiteX55" fmla="*/ 3793446 w 9611734"/>
              <a:gd name="connsiteY55" fmla="*/ 263677 h 1927097"/>
              <a:gd name="connsiteX56" fmla="*/ 3793446 w 9611734"/>
              <a:gd name="connsiteY56" fmla="*/ 873615 h 1927097"/>
              <a:gd name="connsiteX57" fmla="*/ 3937690 w 9611734"/>
              <a:gd name="connsiteY57" fmla="*/ 873615 h 1927097"/>
              <a:gd name="connsiteX58" fmla="*/ 3937690 w 9611734"/>
              <a:gd name="connsiteY58" fmla="*/ 479412 h 1927097"/>
              <a:gd name="connsiteX59" fmla="*/ 4058623 w 9611734"/>
              <a:gd name="connsiteY59" fmla="*/ 336638 h 1927097"/>
              <a:gd name="connsiteX60" fmla="*/ 4162555 w 9611734"/>
              <a:gd name="connsiteY60" fmla="*/ 456142 h 1927097"/>
              <a:gd name="connsiteX61" fmla="*/ 4162555 w 9611734"/>
              <a:gd name="connsiteY61" fmla="*/ 873265 h 1927097"/>
              <a:gd name="connsiteX62" fmla="*/ 4306799 w 9611734"/>
              <a:gd name="connsiteY62" fmla="*/ 873265 h 1927097"/>
              <a:gd name="connsiteX63" fmla="*/ 4306799 w 9611734"/>
              <a:gd name="connsiteY63" fmla="*/ 455092 h 1927097"/>
              <a:gd name="connsiteX64" fmla="*/ 4113656 w 9611734"/>
              <a:gd name="connsiteY64" fmla="*/ 251429 h 1927097"/>
              <a:gd name="connsiteX65" fmla="*/ 6255401 w 9611734"/>
              <a:gd name="connsiteY65" fmla="*/ 818675 h 1927097"/>
              <a:gd name="connsiteX66" fmla="*/ 6108704 w 9611734"/>
              <a:gd name="connsiteY66" fmla="*/ 568646 h 1927097"/>
              <a:gd name="connsiteX67" fmla="*/ 6255401 w 9611734"/>
              <a:gd name="connsiteY67" fmla="*/ 318617 h 1927097"/>
              <a:gd name="connsiteX68" fmla="*/ 6402098 w 9611734"/>
              <a:gd name="connsiteY68" fmla="*/ 568646 h 1927097"/>
              <a:gd name="connsiteX69" fmla="*/ 6255401 w 9611734"/>
              <a:gd name="connsiteY69" fmla="*/ 818675 h 1927097"/>
              <a:gd name="connsiteX70" fmla="*/ 6255401 w 9611734"/>
              <a:gd name="connsiteY70" fmla="*/ 251429 h 1927097"/>
              <a:gd name="connsiteX71" fmla="*/ 5957274 w 9611734"/>
              <a:gd name="connsiteY71" fmla="*/ 568646 h 1927097"/>
              <a:gd name="connsiteX72" fmla="*/ 6255401 w 9611734"/>
              <a:gd name="connsiteY72" fmla="*/ 885863 h 1927097"/>
              <a:gd name="connsiteX73" fmla="*/ 6553528 w 9611734"/>
              <a:gd name="connsiteY73" fmla="*/ 568646 h 1927097"/>
              <a:gd name="connsiteX74" fmla="*/ 6255401 w 9611734"/>
              <a:gd name="connsiteY74" fmla="*/ 251429 h 1927097"/>
              <a:gd name="connsiteX75" fmla="*/ 7588295 w 9611734"/>
              <a:gd name="connsiteY75" fmla="*/ 251429 h 1927097"/>
              <a:gd name="connsiteX76" fmla="*/ 7419689 w 9611734"/>
              <a:gd name="connsiteY76" fmla="*/ 340488 h 1927097"/>
              <a:gd name="connsiteX77" fmla="*/ 7412328 w 9611734"/>
              <a:gd name="connsiteY77" fmla="*/ 340488 h 1927097"/>
              <a:gd name="connsiteX78" fmla="*/ 7412328 w 9611734"/>
              <a:gd name="connsiteY78" fmla="*/ 263677 h 1927097"/>
              <a:gd name="connsiteX79" fmla="*/ 7268085 w 9611734"/>
              <a:gd name="connsiteY79" fmla="*/ 263677 h 1927097"/>
              <a:gd name="connsiteX80" fmla="*/ 7268085 w 9611734"/>
              <a:gd name="connsiteY80" fmla="*/ 873615 h 1927097"/>
              <a:gd name="connsiteX81" fmla="*/ 7412328 w 9611734"/>
              <a:gd name="connsiteY81" fmla="*/ 873615 h 1927097"/>
              <a:gd name="connsiteX82" fmla="*/ 7412328 w 9611734"/>
              <a:gd name="connsiteY82" fmla="*/ 479412 h 1927097"/>
              <a:gd name="connsiteX83" fmla="*/ 7533262 w 9611734"/>
              <a:gd name="connsiteY83" fmla="*/ 336638 h 1927097"/>
              <a:gd name="connsiteX84" fmla="*/ 7637194 w 9611734"/>
              <a:gd name="connsiteY84" fmla="*/ 456142 h 1927097"/>
              <a:gd name="connsiteX85" fmla="*/ 7637194 w 9611734"/>
              <a:gd name="connsiteY85" fmla="*/ 873265 h 1927097"/>
              <a:gd name="connsiteX86" fmla="*/ 7781438 w 9611734"/>
              <a:gd name="connsiteY86" fmla="*/ 873265 h 1927097"/>
              <a:gd name="connsiteX87" fmla="*/ 7781438 w 9611734"/>
              <a:gd name="connsiteY87" fmla="*/ 455092 h 1927097"/>
              <a:gd name="connsiteX88" fmla="*/ 7588295 w 9611734"/>
              <a:gd name="connsiteY88" fmla="*/ 251429 h 1927097"/>
              <a:gd name="connsiteX89" fmla="*/ 8108833 w 9611734"/>
              <a:gd name="connsiteY89" fmla="*/ 251429 h 1927097"/>
              <a:gd name="connsiteX90" fmla="*/ 7875380 w 9611734"/>
              <a:gd name="connsiteY90" fmla="*/ 427097 h 1927097"/>
              <a:gd name="connsiteX91" fmla="*/ 8023304 w 9611734"/>
              <a:gd name="connsiteY91" fmla="*/ 602765 h 1927097"/>
              <a:gd name="connsiteX92" fmla="*/ 8145464 w 9611734"/>
              <a:gd name="connsiteY92" fmla="*/ 633209 h 1927097"/>
              <a:gd name="connsiteX93" fmla="*/ 8239581 w 9611734"/>
              <a:gd name="connsiteY93" fmla="*/ 723493 h 1927097"/>
              <a:gd name="connsiteX94" fmla="*/ 8118648 w 9611734"/>
              <a:gd name="connsiteY94" fmla="*/ 821125 h 1927097"/>
              <a:gd name="connsiteX95" fmla="*/ 7979312 w 9611734"/>
              <a:gd name="connsiteY95" fmla="*/ 679576 h 1927097"/>
              <a:gd name="connsiteX96" fmla="*/ 7849791 w 9611734"/>
              <a:gd name="connsiteY96" fmla="*/ 716144 h 1927097"/>
              <a:gd name="connsiteX97" fmla="*/ 8102699 w 9611734"/>
              <a:gd name="connsiteY97" fmla="*/ 885688 h 1927097"/>
              <a:gd name="connsiteX98" fmla="*/ 8356834 w 9611734"/>
              <a:gd name="connsiteY98" fmla="*/ 686924 h 1927097"/>
              <a:gd name="connsiteX99" fmla="*/ 8194363 w 9611734"/>
              <a:gd name="connsiteY99" fmla="*/ 503908 h 1927097"/>
              <a:gd name="connsiteX100" fmla="*/ 8077110 w 9611734"/>
              <a:gd name="connsiteY100" fmla="*/ 474688 h 1927097"/>
              <a:gd name="connsiteX101" fmla="*/ 7992808 w 9611734"/>
              <a:gd name="connsiteY101" fmla="*/ 394203 h 1927097"/>
              <a:gd name="connsiteX102" fmla="*/ 8096740 w 9611734"/>
              <a:gd name="connsiteY102" fmla="*/ 316167 h 1927097"/>
              <a:gd name="connsiteX103" fmla="*/ 8221353 w 9611734"/>
              <a:gd name="connsiteY103" fmla="*/ 433221 h 1927097"/>
              <a:gd name="connsiteX104" fmla="*/ 8343514 w 9611734"/>
              <a:gd name="connsiteY104" fmla="*/ 396652 h 1927097"/>
              <a:gd name="connsiteX105" fmla="*/ 8108833 w 9611734"/>
              <a:gd name="connsiteY105" fmla="*/ 251429 h 1927097"/>
              <a:gd name="connsiteX106" fmla="*/ 8714726 w 9611734"/>
              <a:gd name="connsiteY106" fmla="*/ 818675 h 1927097"/>
              <a:gd name="connsiteX107" fmla="*/ 8568028 w 9611734"/>
              <a:gd name="connsiteY107" fmla="*/ 568646 h 1927097"/>
              <a:gd name="connsiteX108" fmla="*/ 8714726 w 9611734"/>
              <a:gd name="connsiteY108" fmla="*/ 318617 h 1927097"/>
              <a:gd name="connsiteX109" fmla="*/ 8861423 w 9611734"/>
              <a:gd name="connsiteY109" fmla="*/ 568646 h 1927097"/>
              <a:gd name="connsiteX110" fmla="*/ 8714726 w 9611734"/>
              <a:gd name="connsiteY110" fmla="*/ 818675 h 1927097"/>
              <a:gd name="connsiteX111" fmla="*/ 8714726 w 9611734"/>
              <a:gd name="connsiteY111" fmla="*/ 251429 h 1927097"/>
              <a:gd name="connsiteX112" fmla="*/ 8416599 w 9611734"/>
              <a:gd name="connsiteY112" fmla="*/ 568646 h 1927097"/>
              <a:gd name="connsiteX113" fmla="*/ 8714726 w 9611734"/>
              <a:gd name="connsiteY113" fmla="*/ 885863 h 1927097"/>
              <a:gd name="connsiteX114" fmla="*/ 9012852 w 9611734"/>
              <a:gd name="connsiteY114" fmla="*/ 568646 h 1927097"/>
              <a:gd name="connsiteX115" fmla="*/ 8714726 w 9611734"/>
              <a:gd name="connsiteY115" fmla="*/ 251429 h 1927097"/>
              <a:gd name="connsiteX116" fmla="*/ 9418592 w 9611734"/>
              <a:gd name="connsiteY116" fmla="*/ 251429 h 1927097"/>
              <a:gd name="connsiteX117" fmla="*/ 9249987 w 9611734"/>
              <a:gd name="connsiteY117" fmla="*/ 340488 h 1927097"/>
              <a:gd name="connsiteX118" fmla="*/ 9242625 w 9611734"/>
              <a:gd name="connsiteY118" fmla="*/ 340488 h 1927097"/>
              <a:gd name="connsiteX119" fmla="*/ 9242625 w 9611734"/>
              <a:gd name="connsiteY119" fmla="*/ 263677 h 1927097"/>
              <a:gd name="connsiteX120" fmla="*/ 9098382 w 9611734"/>
              <a:gd name="connsiteY120" fmla="*/ 263677 h 1927097"/>
              <a:gd name="connsiteX121" fmla="*/ 9098382 w 9611734"/>
              <a:gd name="connsiteY121" fmla="*/ 873615 h 1927097"/>
              <a:gd name="connsiteX122" fmla="*/ 9242625 w 9611734"/>
              <a:gd name="connsiteY122" fmla="*/ 873615 h 1927097"/>
              <a:gd name="connsiteX123" fmla="*/ 9242625 w 9611734"/>
              <a:gd name="connsiteY123" fmla="*/ 479412 h 1927097"/>
              <a:gd name="connsiteX124" fmla="*/ 9363559 w 9611734"/>
              <a:gd name="connsiteY124" fmla="*/ 336638 h 1927097"/>
              <a:gd name="connsiteX125" fmla="*/ 9467491 w 9611734"/>
              <a:gd name="connsiteY125" fmla="*/ 456142 h 1927097"/>
              <a:gd name="connsiteX126" fmla="*/ 9467491 w 9611734"/>
              <a:gd name="connsiteY126" fmla="*/ 873265 h 1927097"/>
              <a:gd name="connsiteX127" fmla="*/ 9611734 w 9611734"/>
              <a:gd name="connsiteY127" fmla="*/ 873265 h 1927097"/>
              <a:gd name="connsiteX128" fmla="*/ 9611734 w 9611734"/>
              <a:gd name="connsiteY128" fmla="*/ 455092 h 1927097"/>
              <a:gd name="connsiteX129" fmla="*/ 9418592 w 9611734"/>
              <a:gd name="connsiteY129" fmla="*/ 251429 h 1927097"/>
              <a:gd name="connsiteX130" fmla="*/ 566984 w 9611734"/>
              <a:gd name="connsiteY130" fmla="*/ 19596 h 1927097"/>
              <a:gd name="connsiteX131" fmla="*/ 415379 w 9611734"/>
              <a:gd name="connsiteY131" fmla="*/ 19596 h 1927097"/>
              <a:gd name="connsiteX132" fmla="*/ 415379 w 9611734"/>
              <a:gd name="connsiteY132" fmla="*/ 650356 h 1927097"/>
              <a:gd name="connsiteX133" fmla="*/ 283404 w 9611734"/>
              <a:gd name="connsiteY133" fmla="*/ 813776 h 1927097"/>
              <a:gd name="connsiteX134" fmla="*/ 151429 w 9611734"/>
              <a:gd name="connsiteY134" fmla="*/ 638108 h 1927097"/>
              <a:gd name="connsiteX135" fmla="*/ 151429 w 9611734"/>
              <a:gd name="connsiteY135" fmla="*/ 521055 h 1927097"/>
              <a:gd name="connsiteX136" fmla="*/ 0 w 9611734"/>
              <a:gd name="connsiteY136" fmla="*/ 558848 h 1927097"/>
              <a:gd name="connsiteX137" fmla="*/ 0 w 9611734"/>
              <a:gd name="connsiteY137" fmla="*/ 611338 h 1927097"/>
              <a:gd name="connsiteX138" fmla="*/ 283580 w 9611734"/>
              <a:gd name="connsiteY138" fmla="*/ 893212 h 1927097"/>
              <a:gd name="connsiteX139" fmla="*/ 566984 w 9611734"/>
              <a:gd name="connsiteY139" fmla="*/ 611338 h 1927097"/>
              <a:gd name="connsiteX140" fmla="*/ 566984 w 9611734"/>
              <a:gd name="connsiteY140" fmla="*/ 19596 h 1927097"/>
              <a:gd name="connsiteX141" fmla="*/ 1478364 w 9611734"/>
              <a:gd name="connsiteY141" fmla="*/ 19596 h 1927097"/>
              <a:gd name="connsiteX142" fmla="*/ 1334121 w 9611734"/>
              <a:gd name="connsiteY142" fmla="*/ 19596 h 1927097"/>
              <a:gd name="connsiteX143" fmla="*/ 1334121 w 9611734"/>
              <a:gd name="connsiteY143" fmla="*/ 873440 h 1927097"/>
              <a:gd name="connsiteX144" fmla="*/ 1478364 w 9611734"/>
              <a:gd name="connsiteY144" fmla="*/ 873440 h 1927097"/>
              <a:gd name="connsiteX145" fmla="*/ 1478364 w 9611734"/>
              <a:gd name="connsiteY145" fmla="*/ 479412 h 1927097"/>
              <a:gd name="connsiteX146" fmla="*/ 1599298 w 9611734"/>
              <a:gd name="connsiteY146" fmla="*/ 336638 h 1927097"/>
              <a:gd name="connsiteX147" fmla="*/ 1703230 w 9611734"/>
              <a:gd name="connsiteY147" fmla="*/ 456142 h 1927097"/>
              <a:gd name="connsiteX148" fmla="*/ 1703230 w 9611734"/>
              <a:gd name="connsiteY148" fmla="*/ 873265 h 1927097"/>
              <a:gd name="connsiteX149" fmla="*/ 1847474 w 9611734"/>
              <a:gd name="connsiteY149" fmla="*/ 873265 h 1927097"/>
              <a:gd name="connsiteX150" fmla="*/ 1847474 w 9611734"/>
              <a:gd name="connsiteY150" fmla="*/ 455092 h 1927097"/>
              <a:gd name="connsiteX151" fmla="*/ 1654331 w 9611734"/>
              <a:gd name="connsiteY151" fmla="*/ 251429 h 1927097"/>
              <a:gd name="connsiteX152" fmla="*/ 1485726 w 9611734"/>
              <a:gd name="connsiteY152" fmla="*/ 340488 h 1927097"/>
              <a:gd name="connsiteX153" fmla="*/ 1478364 w 9611734"/>
              <a:gd name="connsiteY153" fmla="*/ 340488 h 1927097"/>
              <a:gd name="connsiteX154" fmla="*/ 1478364 w 9611734"/>
              <a:gd name="connsiteY154" fmla="*/ 19596 h 1927097"/>
              <a:gd name="connsiteX155" fmla="*/ 5871744 w 9611734"/>
              <a:gd name="connsiteY155" fmla="*/ 19596 h 1927097"/>
              <a:gd name="connsiteX156" fmla="*/ 5720315 w 9611734"/>
              <a:gd name="connsiteY156" fmla="*/ 19596 h 1927097"/>
              <a:gd name="connsiteX157" fmla="*/ 5720315 w 9611734"/>
              <a:gd name="connsiteY157" fmla="*/ 650356 h 1927097"/>
              <a:gd name="connsiteX158" fmla="*/ 5588340 w 9611734"/>
              <a:gd name="connsiteY158" fmla="*/ 813776 h 1927097"/>
              <a:gd name="connsiteX159" fmla="*/ 5456366 w 9611734"/>
              <a:gd name="connsiteY159" fmla="*/ 638108 h 1927097"/>
              <a:gd name="connsiteX160" fmla="*/ 5456366 w 9611734"/>
              <a:gd name="connsiteY160" fmla="*/ 521055 h 1927097"/>
              <a:gd name="connsiteX161" fmla="*/ 5304936 w 9611734"/>
              <a:gd name="connsiteY161" fmla="*/ 558848 h 1927097"/>
              <a:gd name="connsiteX162" fmla="*/ 5304936 w 9611734"/>
              <a:gd name="connsiteY162" fmla="*/ 611338 h 1927097"/>
              <a:gd name="connsiteX163" fmla="*/ 5588515 w 9611734"/>
              <a:gd name="connsiteY163" fmla="*/ 893212 h 1927097"/>
              <a:gd name="connsiteX164" fmla="*/ 5871920 w 9611734"/>
              <a:gd name="connsiteY164" fmla="*/ 611338 h 1927097"/>
              <a:gd name="connsiteX165" fmla="*/ 5871920 w 9611734"/>
              <a:gd name="connsiteY165" fmla="*/ 19596 h 1927097"/>
              <a:gd name="connsiteX166" fmla="*/ 6783125 w 9611734"/>
              <a:gd name="connsiteY166" fmla="*/ 19596 h 1927097"/>
              <a:gd name="connsiteX167" fmla="*/ 6638882 w 9611734"/>
              <a:gd name="connsiteY167" fmla="*/ 19596 h 1927097"/>
              <a:gd name="connsiteX168" fmla="*/ 6638882 w 9611734"/>
              <a:gd name="connsiteY168" fmla="*/ 873440 h 1927097"/>
              <a:gd name="connsiteX169" fmla="*/ 6783125 w 9611734"/>
              <a:gd name="connsiteY169" fmla="*/ 873440 h 1927097"/>
              <a:gd name="connsiteX170" fmla="*/ 6783125 w 9611734"/>
              <a:gd name="connsiteY170" fmla="*/ 479412 h 1927097"/>
              <a:gd name="connsiteX171" fmla="*/ 6904059 w 9611734"/>
              <a:gd name="connsiteY171" fmla="*/ 336638 h 1927097"/>
              <a:gd name="connsiteX172" fmla="*/ 7007991 w 9611734"/>
              <a:gd name="connsiteY172" fmla="*/ 456142 h 1927097"/>
              <a:gd name="connsiteX173" fmla="*/ 7007991 w 9611734"/>
              <a:gd name="connsiteY173" fmla="*/ 873265 h 1927097"/>
              <a:gd name="connsiteX174" fmla="*/ 7152234 w 9611734"/>
              <a:gd name="connsiteY174" fmla="*/ 873265 h 1927097"/>
              <a:gd name="connsiteX175" fmla="*/ 7152234 w 9611734"/>
              <a:gd name="connsiteY175" fmla="*/ 455092 h 1927097"/>
              <a:gd name="connsiteX176" fmla="*/ 6959092 w 9611734"/>
              <a:gd name="connsiteY176" fmla="*/ 251429 h 1927097"/>
              <a:gd name="connsiteX177" fmla="*/ 6790486 w 9611734"/>
              <a:gd name="connsiteY177" fmla="*/ 340488 h 1927097"/>
              <a:gd name="connsiteX178" fmla="*/ 6783125 w 9611734"/>
              <a:gd name="connsiteY178" fmla="*/ 340488 h 1927097"/>
              <a:gd name="connsiteX179" fmla="*/ 6783125 w 9611734"/>
              <a:gd name="connsiteY179" fmla="*/ 19596 h 1927097"/>
              <a:gd name="connsiteX180" fmla="*/ 4781944 w 9611734"/>
              <a:gd name="connsiteY180" fmla="*/ 803978 h 1927097"/>
              <a:gd name="connsiteX181" fmla="*/ 4592482 w 9611734"/>
              <a:gd name="connsiteY181" fmla="*/ 607489 h 1927097"/>
              <a:gd name="connsiteX182" fmla="*/ 4666970 w 9611734"/>
              <a:gd name="connsiteY182" fmla="*/ 452642 h 1927097"/>
              <a:gd name="connsiteX183" fmla="*/ 4943188 w 9611734"/>
              <a:gd name="connsiteY183" fmla="*/ 753937 h 1927097"/>
              <a:gd name="connsiteX184" fmla="*/ 4781944 w 9611734"/>
              <a:gd name="connsiteY184" fmla="*/ 803978 h 1927097"/>
              <a:gd name="connsiteX185" fmla="*/ 5050801 w 9611734"/>
              <a:gd name="connsiteY185" fmla="*/ 653855 h 1927097"/>
              <a:gd name="connsiteX186" fmla="*/ 4811388 w 9611734"/>
              <a:gd name="connsiteY186" fmla="*/ 390354 h 1927097"/>
              <a:gd name="connsiteX187" fmla="*/ 4929868 w 9611734"/>
              <a:gd name="connsiteY187" fmla="*/ 367083 h 1927097"/>
              <a:gd name="connsiteX188" fmla="*/ 5089885 w 9611734"/>
              <a:gd name="connsiteY188" fmla="*/ 523154 h 1927097"/>
              <a:gd name="connsiteX189" fmla="*/ 5050801 w 9611734"/>
              <a:gd name="connsiteY189" fmla="*/ 653855 h 1927097"/>
              <a:gd name="connsiteX190" fmla="*/ 4778263 w 9611734"/>
              <a:gd name="connsiteY190" fmla="*/ 355010 h 1927097"/>
              <a:gd name="connsiteX191" fmla="*/ 4725684 w 9611734"/>
              <a:gd name="connsiteY191" fmla="*/ 296396 h 1927097"/>
              <a:gd name="connsiteX192" fmla="*/ 4665743 w 9611734"/>
              <a:gd name="connsiteY192" fmla="*/ 175668 h 1927097"/>
              <a:gd name="connsiteX193" fmla="*/ 4781768 w 9611734"/>
              <a:gd name="connsiteY193" fmla="*/ 64738 h 1927097"/>
              <a:gd name="connsiteX194" fmla="*/ 4896568 w 9611734"/>
              <a:gd name="connsiteY194" fmla="*/ 181792 h 1927097"/>
              <a:gd name="connsiteX195" fmla="*/ 4778263 w 9611734"/>
              <a:gd name="connsiteY195" fmla="*/ 355010 h 1927097"/>
              <a:gd name="connsiteX196" fmla="*/ 4785624 w 9611734"/>
              <a:gd name="connsiteY196" fmla="*/ 0 h 1927097"/>
              <a:gd name="connsiteX197" fmla="*/ 4533943 w 9611734"/>
              <a:gd name="connsiteY197" fmla="*/ 211011 h 1927097"/>
              <a:gd name="connsiteX198" fmla="*/ 4631741 w 9611734"/>
              <a:gd name="connsiteY198" fmla="*/ 414674 h 1927097"/>
              <a:gd name="connsiteX199" fmla="*/ 4632968 w 9611734"/>
              <a:gd name="connsiteY199" fmla="*/ 417124 h 1927097"/>
              <a:gd name="connsiteX200" fmla="*/ 4458228 w 9611734"/>
              <a:gd name="connsiteY200" fmla="*/ 662254 h 1927097"/>
              <a:gd name="connsiteX201" fmla="*/ 4703775 w 9611734"/>
              <a:gd name="connsiteY201" fmla="*/ 892862 h 1927097"/>
              <a:gd name="connsiteX202" fmla="*/ 4979994 w 9611734"/>
              <a:gd name="connsiteY202" fmla="*/ 794005 h 1927097"/>
              <a:gd name="connsiteX203" fmla="*/ 5053255 w 9611734"/>
              <a:gd name="connsiteY203" fmla="*/ 873265 h 1927097"/>
              <a:gd name="connsiteX204" fmla="*/ 5245170 w 9611734"/>
              <a:gd name="connsiteY204" fmla="*/ 873265 h 1927097"/>
              <a:gd name="connsiteX205" fmla="*/ 5245170 w 9611734"/>
              <a:gd name="connsiteY205" fmla="*/ 867141 h 1927097"/>
              <a:gd name="connsiteX206" fmla="*/ 5088834 w 9611734"/>
              <a:gd name="connsiteY206" fmla="*/ 695148 h 1927097"/>
              <a:gd name="connsiteX207" fmla="*/ 5192766 w 9611734"/>
              <a:gd name="connsiteY207" fmla="*/ 457191 h 1927097"/>
              <a:gd name="connsiteX208" fmla="*/ 5032749 w 9611734"/>
              <a:gd name="connsiteY208" fmla="*/ 302345 h 1927097"/>
              <a:gd name="connsiteX209" fmla="*/ 4886051 w 9611734"/>
              <a:gd name="connsiteY209" fmla="*/ 331564 h 1927097"/>
              <a:gd name="connsiteX210" fmla="*/ 4883598 w 9611734"/>
              <a:gd name="connsiteY210" fmla="*/ 326665 h 1927097"/>
              <a:gd name="connsiteX211" fmla="*/ 5015573 w 9611734"/>
              <a:gd name="connsiteY211" fmla="*/ 165695 h 1927097"/>
              <a:gd name="connsiteX212" fmla="*/ 4785624 w 9611734"/>
              <a:gd name="connsiteY212" fmla="*/ 0 h 1927097"/>
              <a:gd name="connsiteX213" fmla="*/ 1128885 w 9611734"/>
              <a:gd name="connsiteY213" fmla="*/ 1543918 h 1927097"/>
              <a:gd name="connsiteX214" fmla="*/ 1293810 w 9611734"/>
              <a:gd name="connsiteY214" fmla="*/ 1375599 h 1927097"/>
              <a:gd name="connsiteX215" fmla="*/ 1441734 w 9611734"/>
              <a:gd name="connsiteY215" fmla="*/ 1543918 h 1927097"/>
              <a:gd name="connsiteX216" fmla="*/ 1128885 w 9611734"/>
              <a:gd name="connsiteY216" fmla="*/ 1543918 h 1927097"/>
              <a:gd name="connsiteX217" fmla="*/ 1293810 w 9611734"/>
              <a:gd name="connsiteY217" fmla="*/ 1292664 h 1927097"/>
              <a:gd name="connsiteX218" fmla="*/ 1020045 w 9611734"/>
              <a:gd name="connsiteY218" fmla="*/ 1614780 h 1927097"/>
              <a:gd name="connsiteX219" fmla="*/ 1293810 w 9611734"/>
              <a:gd name="connsiteY219" fmla="*/ 1927098 h 1927097"/>
              <a:gd name="connsiteX220" fmla="*/ 1543037 w 9611734"/>
              <a:gd name="connsiteY220" fmla="*/ 1728334 h 1927097"/>
              <a:gd name="connsiteX221" fmla="*/ 1450147 w 9611734"/>
              <a:gd name="connsiteY221" fmla="*/ 1704013 h 1927097"/>
              <a:gd name="connsiteX222" fmla="*/ 1303450 w 9611734"/>
              <a:gd name="connsiteY222" fmla="*/ 1841888 h 1927097"/>
              <a:gd name="connsiteX223" fmla="*/ 1125029 w 9611734"/>
              <a:gd name="connsiteY223" fmla="*/ 1616180 h 1927097"/>
              <a:gd name="connsiteX224" fmla="*/ 1544089 w 9611734"/>
              <a:gd name="connsiteY224" fmla="*/ 1616180 h 1927097"/>
              <a:gd name="connsiteX225" fmla="*/ 1544089 w 9611734"/>
              <a:gd name="connsiteY225" fmla="*/ 1582061 h 1927097"/>
              <a:gd name="connsiteX226" fmla="*/ 1293810 w 9611734"/>
              <a:gd name="connsiteY226" fmla="*/ 1292664 h 1927097"/>
              <a:gd name="connsiteX227" fmla="*/ 2967595 w 9611734"/>
              <a:gd name="connsiteY227" fmla="*/ 1543918 h 1927097"/>
              <a:gd name="connsiteX228" fmla="*/ 3132520 w 9611734"/>
              <a:gd name="connsiteY228" fmla="*/ 1375599 h 1927097"/>
              <a:gd name="connsiteX229" fmla="*/ 3280444 w 9611734"/>
              <a:gd name="connsiteY229" fmla="*/ 1543918 h 1927097"/>
              <a:gd name="connsiteX230" fmla="*/ 2967595 w 9611734"/>
              <a:gd name="connsiteY230" fmla="*/ 1543918 h 1927097"/>
              <a:gd name="connsiteX231" fmla="*/ 3132520 w 9611734"/>
              <a:gd name="connsiteY231" fmla="*/ 1292664 h 1927097"/>
              <a:gd name="connsiteX232" fmla="*/ 2858756 w 9611734"/>
              <a:gd name="connsiteY232" fmla="*/ 1614780 h 1927097"/>
              <a:gd name="connsiteX233" fmla="*/ 3132520 w 9611734"/>
              <a:gd name="connsiteY233" fmla="*/ 1927098 h 1927097"/>
              <a:gd name="connsiteX234" fmla="*/ 3381748 w 9611734"/>
              <a:gd name="connsiteY234" fmla="*/ 1728334 h 1927097"/>
              <a:gd name="connsiteX235" fmla="*/ 3288857 w 9611734"/>
              <a:gd name="connsiteY235" fmla="*/ 1704013 h 1927097"/>
              <a:gd name="connsiteX236" fmla="*/ 3142160 w 9611734"/>
              <a:gd name="connsiteY236" fmla="*/ 1841888 h 1927097"/>
              <a:gd name="connsiteX237" fmla="*/ 2963740 w 9611734"/>
              <a:gd name="connsiteY237" fmla="*/ 1616180 h 1927097"/>
              <a:gd name="connsiteX238" fmla="*/ 3382799 w 9611734"/>
              <a:gd name="connsiteY238" fmla="*/ 1616180 h 1927097"/>
              <a:gd name="connsiteX239" fmla="*/ 3382799 w 9611734"/>
              <a:gd name="connsiteY239" fmla="*/ 1582061 h 1927097"/>
              <a:gd name="connsiteX240" fmla="*/ 3132520 w 9611734"/>
              <a:gd name="connsiteY240" fmla="*/ 1292664 h 1927097"/>
              <a:gd name="connsiteX241" fmla="*/ 3766631 w 9611734"/>
              <a:gd name="connsiteY241" fmla="*/ 1292664 h 1927097"/>
              <a:gd name="connsiteX242" fmla="*/ 3485505 w 9611734"/>
              <a:gd name="connsiteY242" fmla="*/ 1616005 h 1927097"/>
              <a:gd name="connsiteX243" fmla="*/ 3761723 w 9611734"/>
              <a:gd name="connsiteY243" fmla="*/ 1927098 h 1927097"/>
              <a:gd name="connsiteX244" fmla="*/ 4012178 w 9611734"/>
              <a:gd name="connsiteY244" fmla="*/ 1709962 h 1927097"/>
              <a:gd name="connsiteX245" fmla="*/ 3915606 w 9611734"/>
              <a:gd name="connsiteY245" fmla="*/ 1686692 h 1927097"/>
              <a:gd name="connsiteX246" fmla="*/ 3768909 w 9611734"/>
              <a:gd name="connsiteY246" fmla="*/ 1840313 h 1927097"/>
              <a:gd name="connsiteX247" fmla="*/ 3591716 w 9611734"/>
              <a:gd name="connsiteY247" fmla="*/ 1608481 h 1927097"/>
              <a:gd name="connsiteX248" fmla="*/ 3764002 w 9611734"/>
              <a:gd name="connsiteY248" fmla="*/ 1379098 h 1927097"/>
              <a:gd name="connsiteX249" fmla="*/ 3915606 w 9611734"/>
              <a:gd name="connsiteY249" fmla="*/ 1525546 h 1927097"/>
              <a:gd name="connsiteX250" fmla="*/ 4012178 w 9611734"/>
              <a:gd name="connsiteY250" fmla="*/ 1502275 h 1927097"/>
              <a:gd name="connsiteX251" fmla="*/ 3766631 w 9611734"/>
              <a:gd name="connsiteY251" fmla="*/ 1292664 h 1927097"/>
              <a:gd name="connsiteX252" fmla="*/ 879833 w 9611734"/>
              <a:gd name="connsiteY252" fmla="*/ 1060831 h 1927097"/>
              <a:gd name="connsiteX253" fmla="*/ 718589 w 9611734"/>
              <a:gd name="connsiteY253" fmla="*/ 1060831 h 1927097"/>
              <a:gd name="connsiteX254" fmla="*/ 465680 w 9611734"/>
              <a:gd name="connsiteY254" fmla="*/ 1748805 h 1927097"/>
              <a:gd name="connsiteX255" fmla="*/ 211545 w 9611734"/>
              <a:gd name="connsiteY255" fmla="*/ 1060831 h 1927097"/>
              <a:gd name="connsiteX256" fmla="*/ 42765 w 9611734"/>
              <a:gd name="connsiteY256" fmla="*/ 1060831 h 1927097"/>
              <a:gd name="connsiteX257" fmla="*/ 42765 w 9611734"/>
              <a:gd name="connsiteY257" fmla="*/ 1914675 h 1927097"/>
              <a:gd name="connsiteX258" fmla="*/ 148976 w 9611734"/>
              <a:gd name="connsiteY258" fmla="*/ 1914675 h 1927097"/>
              <a:gd name="connsiteX259" fmla="*/ 148976 w 9611734"/>
              <a:gd name="connsiteY259" fmla="*/ 1179284 h 1927097"/>
              <a:gd name="connsiteX260" fmla="*/ 421513 w 9611734"/>
              <a:gd name="connsiteY260" fmla="*/ 1914850 h 1927097"/>
              <a:gd name="connsiteX261" fmla="*/ 503362 w 9611734"/>
              <a:gd name="connsiteY261" fmla="*/ 1914850 h 1927097"/>
              <a:gd name="connsiteX262" fmla="*/ 773447 w 9611734"/>
              <a:gd name="connsiteY262" fmla="*/ 1178060 h 1927097"/>
              <a:gd name="connsiteX263" fmla="*/ 773447 w 9611734"/>
              <a:gd name="connsiteY263" fmla="*/ 1914850 h 1927097"/>
              <a:gd name="connsiteX264" fmla="*/ 879833 w 9611734"/>
              <a:gd name="connsiteY264" fmla="*/ 1914850 h 1927097"/>
              <a:gd name="connsiteX265" fmla="*/ 879833 w 9611734"/>
              <a:gd name="connsiteY265" fmla="*/ 1060831 h 1927097"/>
              <a:gd name="connsiteX266" fmla="*/ 1920559 w 9611734"/>
              <a:gd name="connsiteY266" fmla="*/ 1840488 h 1927097"/>
              <a:gd name="connsiteX267" fmla="*/ 1753181 w 9611734"/>
              <a:gd name="connsiteY267" fmla="*/ 1609881 h 1927097"/>
              <a:gd name="connsiteX268" fmla="*/ 1920559 w 9611734"/>
              <a:gd name="connsiteY268" fmla="*/ 1379273 h 1927097"/>
              <a:gd name="connsiteX269" fmla="*/ 2087938 w 9611734"/>
              <a:gd name="connsiteY269" fmla="*/ 1609881 h 1927097"/>
              <a:gd name="connsiteX270" fmla="*/ 1920559 w 9611734"/>
              <a:gd name="connsiteY270" fmla="*/ 1840488 h 1927097"/>
              <a:gd name="connsiteX271" fmla="*/ 2186963 w 9611734"/>
              <a:gd name="connsiteY271" fmla="*/ 1060831 h 1927097"/>
              <a:gd name="connsiteX272" fmla="*/ 2085659 w 9611734"/>
              <a:gd name="connsiteY272" fmla="*/ 1060831 h 1927097"/>
              <a:gd name="connsiteX273" fmla="*/ 2085659 w 9611734"/>
              <a:gd name="connsiteY273" fmla="*/ 1421965 h 1927097"/>
              <a:gd name="connsiteX274" fmla="*/ 1903559 w 9611734"/>
              <a:gd name="connsiteY274" fmla="*/ 1292664 h 1927097"/>
              <a:gd name="connsiteX275" fmla="*/ 1646970 w 9611734"/>
              <a:gd name="connsiteY275" fmla="*/ 1613555 h 1927097"/>
              <a:gd name="connsiteX276" fmla="*/ 1894971 w 9611734"/>
              <a:gd name="connsiteY276" fmla="*/ 1927098 h 1927097"/>
              <a:gd name="connsiteX277" fmla="*/ 2085659 w 9611734"/>
              <a:gd name="connsiteY277" fmla="*/ 1791672 h 1927097"/>
              <a:gd name="connsiteX278" fmla="*/ 2085659 w 9611734"/>
              <a:gd name="connsiteY278" fmla="*/ 1838039 h 1927097"/>
              <a:gd name="connsiteX279" fmla="*/ 2091794 w 9611734"/>
              <a:gd name="connsiteY279" fmla="*/ 1914850 h 1927097"/>
              <a:gd name="connsiteX280" fmla="*/ 2194499 w 9611734"/>
              <a:gd name="connsiteY280" fmla="*/ 1914850 h 1927097"/>
              <a:gd name="connsiteX281" fmla="*/ 2187138 w 9611734"/>
              <a:gd name="connsiteY281" fmla="*/ 1787998 h 1927097"/>
              <a:gd name="connsiteX282" fmla="*/ 2187138 w 9611734"/>
              <a:gd name="connsiteY282" fmla="*/ 1060831 h 1927097"/>
              <a:gd name="connsiteX283" fmla="*/ 2956729 w 9611734"/>
              <a:gd name="connsiteY283" fmla="*/ 1060831 h 1927097"/>
              <a:gd name="connsiteX284" fmla="*/ 2296854 w 9611734"/>
              <a:gd name="connsiteY284" fmla="*/ 1060831 h 1927097"/>
              <a:gd name="connsiteX285" fmla="*/ 2296854 w 9611734"/>
              <a:gd name="connsiteY285" fmla="*/ 1149890 h 1927097"/>
              <a:gd name="connsiteX286" fmla="*/ 2574300 w 9611734"/>
              <a:gd name="connsiteY286" fmla="*/ 1149890 h 1927097"/>
              <a:gd name="connsiteX287" fmla="*/ 2574300 w 9611734"/>
              <a:gd name="connsiteY287" fmla="*/ 1914850 h 1927097"/>
              <a:gd name="connsiteX288" fmla="*/ 2680686 w 9611734"/>
              <a:gd name="connsiteY288" fmla="*/ 1914850 h 1927097"/>
              <a:gd name="connsiteX289" fmla="*/ 2680686 w 9611734"/>
              <a:gd name="connsiteY289" fmla="*/ 1149890 h 1927097"/>
              <a:gd name="connsiteX290" fmla="*/ 2956904 w 9611734"/>
              <a:gd name="connsiteY290" fmla="*/ 1149890 h 1927097"/>
              <a:gd name="connsiteX291" fmla="*/ 2956904 w 9611734"/>
              <a:gd name="connsiteY291" fmla="*/ 1060831 h 1927097"/>
              <a:gd name="connsiteX292" fmla="*/ 4229682 w 9611734"/>
              <a:gd name="connsiteY292" fmla="*/ 1060831 h 1927097"/>
              <a:gd name="connsiteX293" fmla="*/ 4128203 w 9611734"/>
              <a:gd name="connsiteY293" fmla="*/ 1060831 h 1927097"/>
              <a:gd name="connsiteX294" fmla="*/ 4128203 w 9611734"/>
              <a:gd name="connsiteY294" fmla="*/ 1914675 h 1927097"/>
              <a:gd name="connsiteX295" fmla="*/ 4229682 w 9611734"/>
              <a:gd name="connsiteY295" fmla="*/ 1914675 h 1927097"/>
              <a:gd name="connsiteX296" fmla="*/ 4229682 w 9611734"/>
              <a:gd name="connsiteY296" fmla="*/ 1513473 h 1927097"/>
              <a:gd name="connsiteX297" fmla="*/ 4362884 w 9611734"/>
              <a:gd name="connsiteY297" fmla="*/ 1370699 h 1927097"/>
              <a:gd name="connsiteX298" fmla="*/ 4494859 w 9611734"/>
              <a:gd name="connsiteY298" fmla="*/ 1513473 h 1927097"/>
              <a:gd name="connsiteX299" fmla="*/ 4494859 w 9611734"/>
              <a:gd name="connsiteY299" fmla="*/ 1914850 h 1927097"/>
              <a:gd name="connsiteX300" fmla="*/ 4596338 w 9611734"/>
              <a:gd name="connsiteY300" fmla="*/ 1914850 h 1927097"/>
              <a:gd name="connsiteX301" fmla="*/ 4596338 w 9611734"/>
              <a:gd name="connsiteY301" fmla="*/ 1492827 h 1927097"/>
              <a:gd name="connsiteX302" fmla="*/ 4399515 w 9611734"/>
              <a:gd name="connsiteY302" fmla="*/ 1292839 h 1927097"/>
              <a:gd name="connsiteX303" fmla="*/ 4229682 w 9611734"/>
              <a:gd name="connsiteY303" fmla="*/ 1399044 h 1927097"/>
              <a:gd name="connsiteX304" fmla="*/ 4229682 w 9611734"/>
              <a:gd name="connsiteY304" fmla="*/ 1060831 h 192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Lst>
            <a:rect l="l" t="t" r="r" b="b"/>
            <a:pathLst>
              <a:path w="9611734" h="1927097">
                <a:moveTo>
                  <a:pt x="950465" y="818675"/>
                </a:moveTo>
                <a:cubicBezTo>
                  <a:pt x="856347" y="818675"/>
                  <a:pt x="803768" y="729617"/>
                  <a:pt x="803768" y="568646"/>
                </a:cubicBezTo>
                <a:cubicBezTo>
                  <a:pt x="803768" y="405226"/>
                  <a:pt x="856347" y="318617"/>
                  <a:pt x="950465" y="318617"/>
                </a:cubicBezTo>
                <a:cubicBezTo>
                  <a:pt x="1044582" y="318617"/>
                  <a:pt x="1097162" y="406451"/>
                  <a:pt x="1097162" y="568646"/>
                </a:cubicBezTo>
                <a:cubicBezTo>
                  <a:pt x="1097162" y="732066"/>
                  <a:pt x="1044582" y="818675"/>
                  <a:pt x="950465" y="818675"/>
                </a:cubicBezTo>
                <a:moveTo>
                  <a:pt x="950465" y="251429"/>
                </a:moveTo>
                <a:cubicBezTo>
                  <a:pt x="758549" y="251429"/>
                  <a:pt x="652338" y="394203"/>
                  <a:pt x="652338" y="568646"/>
                </a:cubicBezTo>
                <a:cubicBezTo>
                  <a:pt x="652338" y="743089"/>
                  <a:pt x="758724" y="885863"/>
                  <a:pt x="950465" y="885863"/>
                </a:cubicBezTo>
                <a:cubicBezTo>
                  <a:pt x="1142381" y="885863"/>
                  <a:pt x="1248591" y="743089"/>
                  <a:pt x="1248591" y="568646"/>
                </a:cubicBezTo>
                <a:cubicBezTo>
                  <a:pt x="1248767" y="394028"/>
                  <a:pt x="1142381" y="251429"/>
                  <a:pt x="950465" y="251429"/>
                </a:cubicBezTo>
                <a:moveTo>
                  <a:pt x="2283534" y="251429"/>
                </a:moveTo>
                <a:cubicBezTo>
                  <a:pt x="2193097" y="251429"/>
                  <a:pt x="2142971" y="290447"/>
                  <a:pt x="2114929" y="340488"/>
                </a:cubicBezTo>
                <a:lnTo>
                  <a:pt x="2107568" y="340488"/>
                </a:lnTo>
                <a:lnTo>
                  <a:pt x="2107568" y="263677"/>
                </a:lnTo>
                <a:lnTo>
                  <a:pt x="1963324" y="263677"/>
                </a:lnTo>
                <a:lnTo>
                  <a:pt x="1963324" y="873615"/>
                </a:lnTo>
                <a:lnTo>
                  <a:pt x="2107568" y="873615"/>
                </a:lnTo>
                <a:lnTo>
                  <a:pt x="2107568" y="479412"/>
                </a:lnTo>
                <a:cubicBezTo>
                  <a:pt x="2107568" y="389129"/>
                  <a:pt x="2154013" y="336638"/>
                  <a:pt x="2228501" y="336638"/>
                </a:cubicBezTo>
                <a:cubicBezTo>
                  <a:pt x="2300535" y="336638"/>
                  <a:pt x="2332433" y="384230"/>
                  <a:pt x="2332433" y="456142"/>
                </a:cubicBezTo>
                <a:lnTo>
                  <a:pt x="2332433" y="873265"/>
                </a:lnTo>
                <a:lnTo>
                  <a:pt x="2476677" y="873265"/>
                </a:lnTo>
                <a:lnTo>
                  <a:pt x="2476677" y="455092"/>
                </a:lnTo>
                <a:cubicBezTo>
                  <a:pt x="2476502" y="329465"/>
                  <a:pt x="2410602" y="251429"/>
                  <a:pt x="2283534" y="251429"/>
                </a:cubicBezTo>
                <a:moveTo>
                  <a:pt x="2803897" y="251429"/>
                </a:moveTo>
                <a:cubicBezTo>
                  <a:pt x="2670696" y="251429"/>
                  <a:pt x="2570444" y="307594"/>
                  <a:pt x="2570444" y="427097"/>
                </a:cubicBezTo>
                <a:cubicBezTo>
                  <a:pt x="2570444" y="528403"/>
                  <a:pt x="2640024" y="583168"/>
                  <a:pt x="2718368" y="602765"/>
                </a:cubicBezTo>
                <a:lnTo>
                  <a:pt x="2840528" y="633209"/>
                </a:lnTo>
                <a:cubicBezTo>
                  <a:pt x="2905201" y="649131"/>
                  <a:pt x="2934645" y="672227"/>
                  <a:pt x="2934645" y="723493"/>
                </a:cubicBezTo>
                <a:cubicBezTo>
                  <a:pt x="2934645" y="785781"/>
                  <a:pt x="2890654" y="821125"/>
                  <a:pt x="2813712" y="821125"/>
                </a:cubicBezTo>
                <a:cubicBezTo>
                  <a:pt x="2730636" y="821125"/>
                  <a:pt x="2687872" y="780882"/>
                  <a:pt x="2674376" y="679576"/>
                </a:cubicBezTo>
                <a:lnTo>
                  <a:pt x="2544855" y="716144"/>
                </a:lnTo>
                <a:cubicBezTo>
                  <a:pt x="2552216" y="821125"/>
                  <a:pt x="2650014" y="885688"/>
                  <a:pt x="2797763" y="885688"/>
                </a:cubicBezTo>
                <a:cubicBezTo>
                  <a:pt x="2962688" y="885688"/>
                  <a:pt x="3051898" y="808877"/>
                  <a:pt x="3051898" y="686924"/>
                </a:cubicBezTo>
                <a:cubicBezTo>
                  <a:pt x="3051898" y="572320"/>
                  <a:pt x="2972503" y="524729"/>
                  <a:pt x="2889427" y="503908"/>
                </a:cubicBezTo>
                <a:lnTo>
                  <a:pt x="2772174" y="474688"/>
                </a:lnTo>
                <a:cubicBezTo>
                  <a:pt x="2713461" y="459991"/>
                  <a:pt x="2687872" y="433221"/>
                  <a:pt x="2687872" y="394203"/>
                </a:cubicBezTo>
                <a:cubicBezTo>
                  <a:pt x="2687872" y="345387"/>
                  <a:pt x="2729409" y="316167"/>
                  <a:pt x="2791804" y="316167"/>
                </a:cubicBezTo>
                <a:cubicBezTo>
                  <a:pt x="2865065" y="316167"/>
                  <a:pt x="2910284" y="356410"/>
                  <a:pt x="2916418" y="433221"/>
                </a:cubicBezTo>
                <a:lnTo>
                  <a:pt x="3038578" y="396652"/>
                </a:lnTo>
                <a:cubicBezTo>
                  <a:pt x="3023856" y="311093"/>
                  <a:pt x="2939553" y="251429"/>
                  <a:pt x="2803897" y="251429"/>
                </a:cubicBezTo>
                <a:moveTo>
                  <a:pt x="3409965" y="818675"/>
                </a:moveTo>
                <a:cubicBezTo>
                  <a:pt x="3315848" y="818675"/>
                  <a:pt x="3263268" y="729617"/>
                  <a:pt x="3263268" y="568646"/>
                </a:cubicBezTo>
                <a:cubicBezTo>
                  <a:pt x="3263268" y="405226"/>
                  <a:pt x="3315848" y="318617"/>
                  <a:pt x="3409965" y="318617"/>
                </a:cubicBezTo>
                <a:cubicBezTo>
                  <a:pt x="3504083" y="318617"/>
                  <a:pt x="3556663" y="406451"/>
                  <a:pt x="3556663" y="568646"/>
                </a:cubicBezTo>
                <a:cubicBezTo>
                  <a:pt x="3556487" y="732066"/>
                  <a:pt x="3504083" y="818675"/>
                  <a:pt x="3409965" y="818675"/>
                </a:cubicBezTo>
                <a:moveTo>
                  <a:pt x="3409965" y="251429"/>
                </a:moveTo>
                <a:cubicBezTo>
                  <a:pt x="3218050" y="251429"/>
                  <a:pt x="3111839" y="394203"/>
                  <a:pt x="3111839" y="568646"/>
                </a:cubicBezTo>
                <a:cubicBezTo>
                  <a:pt x="3111839" y="743089"/>
                  <a:pt x="3218225" y="885863"/>
                  <a:pt x="3409965" y="885863"/>
                </a:cubicBezTo>
                <a:cubicBezTo>
                  <a:pt x="3601881" y="885863"/>
                  <a:pt x="3708092" y="743089"/>
                  <a:pt x="3708092" y="568646"/>
                </a:cubicBezTo>
                <a:cubicBezTo>
                  <a:pt x="3708092" y="394028"/>
                  <a:pt x="3601706" y="251429"/>
                  <a:pt x="3409965" y="251429"/>
                </a:cubicBezTo>
                <a:moveTo>
                  <a:pt x="4113656" y="251429"/>
                </a:moveTo>
                <a:cubicBezTo>
                  <a:pt x="4023219" y="251429"/>
                  <a:pt x="3973094" y="290447"/>
                  <a:pt x="3945051" y="340488"/>
                </a:cubicBezTo>
                <a:lnTo>
                  <a:pt x="3937690" y="340488"/>
                </a:lnTo>
                <a:lnTo>
                  <a:pt x="3937690" y="263677"/>
                </a:lnTo>
                <a:lnTo>
                  <a:pt x="3793446" y="263677"/>
                </a:lnTo>
                <a:lnTo>
                  <a:pt x="3793446" y="873615"/>
                </a:lnTo>
                <a:lnTo>
                  <a:pt x="3937690" y="873615"/>
                </a:lnTo>
                <a:lnTo>
                  <a:pt x="3937690" y="479412"/>
                </a:lnTo>
                <a:cubicBezTo>
                  <a:pt x="3937690" y="389129"/>
                  <a:pt x="3984135" y="336638"/>
                  <a:pt x="4058623" y="336638"/>
                </a:cubicBezTo>
                <a:cubicBezTo>
                  <a:pt x="4130657" y="336638"/>
                  <a:pt x="4162555" y="384230"/>
                  <a:pt x="4162555" y="456142"/>
                </a:cubicBezTo>
                <a:lnTo>
                  <a:pt x="4162555" y="873265"/>
                </a:lnTo>
                <a:lnTo>
                  <a:pt x="4306799" y="873265"/>
                </a:lnTo>
                <a:lnTo>
                  <a:pt x="4306799" y="455092"/>
                </a:lnTo>
                <a:cubicBezTo>
                  <a:pt x="4306799" y="329465"/>
                  <a:pt x="4240724" y="251429"/>
                  <a:pt x="4113656" y="251429"/>
                </a:cubicBezTo>
                <a:moveTo>
                  <a:pt x="6255401" y="818675"/>
                </a:moveTo>
                <a:cubicBezTo>
                  <a:pt x="6161283" y="818675"/>
                  <a:pt x="6108704" y="729617"/>
                  <a:pt x="6108704" y="568646"/>
                </a:cubicBezTo>
                <a:cubicBezTo>
                  <a:pt x="6108704" y="405226"/>
                  <a:pt x="6161283" y="318617"/>
                  <a:pt x="6255401" y="318617"/>
                </a:cubicBezTo>
                <a:cubicBezTo>
                  <a:pt x="6349518" y="318617"/>
                  <a:pt x="6402098" y="406451"/>
                  <a:pt x="6402098" y="568646"/>
                </a:cubicBezTo>
                <a:cubicBezTo>
                  <a:pt x="6402098" y="732066"/>
                  <a:pt x="6349518" y="818675"/>
                  <a:pt x="6255401" y="818675"/>
                </a:cubicBezTo>
                <a:moveTo>
                  <a:pt x="6255401" y="251429"/>
                </a:moveTo>
                <a:cubicBezTo>
                  <a:pt x="6063485" y="251429"/>
                  <a:pt x="5957274" y="394203"/>
                  <a:pt x="5957274" y="568646"/>
                </a:cubicBezTo>
                <a:cubicBezTo>
                  <a:pt x="5957274" y="743089"/>
                  <a:pt x="6063660" y="885863"/>
                  <a:pt x="6255401" y="885863"/>
                </a:cubicBezTo>
                <a:cubicBezTo>
                  <a:pt x="6447316" y="885863"/>
                  <a:pt x="6553528" y="743089"/>
                  <a:pt x="6553528" y="568646"/>
                </a:cubicBezTo>
                <a:cubicBezTo>
                  <a:pt x="6553528" y="394028"/>
                  <a:pt x="6447316" y="251429"/>
                  <a:pt x="6255401" y="251429"/>
                </a:cubicBezTo>
                <a:moveTo>
                  <a:pt x="7588295" y="251429"/>
                </a:moveTo>
                <a:cubicBezTo>
                  <a:pt x="7497858" y="251429"/>
                  <a:pt x="7447732" y="290447"/>
                  <a:pt x="7419689" y="340488"/>
                </a:cubicBezTo>
                <a:lnTo>
                  <a:pt x="7412328" y="340488"/>
                </a:lnTo>
                <a:lnTo>
                  <a:pt x="7412328" y="263677"/>
                </a:lnTo>
                <a:lnTo>
                  <a:pt x="7268085" y="263677"/>
                </a:lnTo>
                <a:lnTo>
                  <a:pt x="7268085" y="873615"/>
                </a:lnTo>
                <a:lnTo>
                  <a:pt x="7412328" y="873615"/>
                </a:lnTo>
                <a:lnTo>
                  <a:pt x="7412328" y="479412"/>
                </a:lnTo>
                <a:cubicBezTo>
                  <a:pt x="7412328" y="389129"/>
                  <a:pt x="7458774" y="336638"/>
                  <a:pt x="7533262" y="336638"/>
                </a:cubicBezTo>
                <a:cubicBezTo>
                  <a:pt x="7605295" y="336638"/>
                  <a:pt x="7637194" y="384230"/>
                  <a:pt x="7637194" y="456142"/>
                </a:cubicBezTo>
                <a:lnTo>
                  <a:pt x="7637194" y="873265"/>
                </a:lnTo>
                <a:lnTo>
                  <a:pt x="7781438" y="873265"/>
                </a:lnTo>
                <a:lnTo>
                  <a:pt x="7781438" y="455092"/>
                </a:lnTo>
                <a:cubicBezTo>
                  <a:pt x="7781438" y="329465"/>
                  <a:pt x="7715362" y="251429"/>
                  <a:pt x="7588295" y="251429"/>
                </a:cubicBezTo>
                <a:moveTo>
                  <a:pt x="8108833" y="251429"/>
                </a:moveTo>
                <a:cubicBezTo>
                  <a:pt x="7975631" y="251429"/>
                  <a:pt x="7875380" y="307594"/>
                  <a:pt x="7875380" y="427097"/>
                </a:cubicBezTo>
                <a:cubicBezTo>
                  <a:pt x="7875380" y="528403"/>
                  <a:pt x="7944960" y="583168"/>
                  <a:pt x="8023304" y="602765"/>
                </a:cubicBezTo>
                <a:lnTo>
                  <a:pt x="8145464" y="633209"/>
                </a:lnTo>
                <a:cubicBezTo>
                  <a:pt x="8210137" y="649131"/>
                  <a:pt x="8239581" y="672227"/>
                  <a:pt x="8239581" y="723493"/>
                </a:cubicBezTo>
                <a:cubicBezTo>
                  <a:pt x="8239581" y="785781"/>
                  <a:pt x="8195589" y="821125"/>
                  <a:pt x="8118648" y="821125"/>
                </a:cubicBezTo>
                <a:cubicBezTo>
                  <a:pt x="8035573" y="821125"/>
                  <a:pt x="7992808" y="780882"/>
                  <a:pt x="7979312" y="679576"/>
                </a:cubicBezTo>
                <a:lnTo>
                  <a:pt x="7849791" y="716144"/>
                </a:lnTo>
                <a:cubicBezTo>
                  <a:pt x="7857152" y="821125"/>
                  <a:pt x="7954950" y="885688"/>
                  <a:pt x="8102699" y="885688"/>
                </a:cubicBezTo>
                <a:cubicBezTo>
                  <a:pt x="8267624" y="885688"/>
                  <a:pt x="8356834" y="808877"/>
                  <a:pt x="8356834" y="686924"/>
                </a:cubicBezTo>
                <a:cubicBezTo>
                  <a:pt x="8356834" y="572320"/>
                  <a:pt x="8277439" y="524729"/>
                  <a:pt x="8194363" y="503908"/>
                </a:cubicBezTo>
                <a:lnTo>
                  <a:pt x="8077110" y="474688"/>
                </a:lnTo>
                <a:cubicBezTo>
                  <a:pt x="8018396" y="459991"/>
                  <a:pt x="7992808" y="433221"/>
                  <a:pt x="7992808" y="394203"/>
                </a:cubicBezTo>
                <a:cubicBezTo>
                  <a:pt x="7992808" y="345387"/>
                  <a:pt x="8034346" y="316167"/>
                  <a:pt x="8096740" y="316167"/>
                </a:cubicBezTo>
                <a:cubicBezTo>
                  <a:pt x="8170001" y="316167"/>
                  <a:pt x="8215220" y="356410"/>
                  <a:pt x="8221353" y="433221"/>
                </a:cubicBezTo>
                <a:lnTo>
                  <a:pt x="8343514" y="396652"/>
                </a:lnTo>
                <a:cubicBezTo>
                  <a:pt x="8328791" y="311093"/>
                  <a:pt x="8244489" y="251429"/>
                  <a:pt x="8108833" y="251429"/>
                </a:cubicBezTo>
                <a:moveTo>
                  <a:pt x="8714726" y="818675"/>
                </a:moveTo>
                <a:cubicBezTo>
                  <a:pt x="8620608" y="818675"/>
                  <a:pt x="8568028" y="729617"/>
                  <a:pt x="8568028" y="568646"/>
                </a:cubicBezTo>
                <a:cubicBezTo>
                  <a:pt x="8568028" y="405226"/>
                  <a:pt x="8620608" y="318617"/>
                  <a:pt x="8714726" y="318617"/>
                </a:cubicBezTo>
                <a:cubicBezTo>
                  <a:pt x="8808844" y="318617"/>
                  <a:pt x="8861423" y="406451"/>
                  <a:pt x="8861423" y="568646"/>
                </a:cubicBezTo>
                <a:cubicBezTo>
                  <a:pt x="8861423" y="732066"/>
                  <a:pt x="8808844" y="818675"/>
                  <a:pt x="8714726" y="818675"/>
                </a:cubicBezTo>
                <a:moveTo>
                  <a:pt x="8714726" y="251429"/>
                </a:moveTo>
                <a:cubicBezTo>
                  <a:pt x="8522810" y="251429"/>
                  <a:pt x="8416599" y="394203"/>
                  <a:pt x="8416599" y="568646"/>
                </a:cubicBezTo>
                <a:cubicBezTo>
                  <a:pt x="8416599" y="743089"/>
                  <a:pt x="8522810" y="885863"/>
                  <a:pt x="8714726" y="885863"/>
                </a:cubicBezTo>
                <a:cubicBezTo>
                  <a:pt x="8906641" y="885863"/>
                  <a:pt x="9012852" y="743089"/>
                  <a:pt x="9012852" y="568646"/>
                </a:cubicBezTo>
                <a:cubicBezTo>
                  <a:pt x="9012852" y="394028"/>
                  <a:pt x="8906641" y="251429"/>
                  <a:pt x="8714726" y="251429"/>
                </a:cubicBezTo>
                <a:moveTo>
                  <a:pt x="9418592" y="251429"/>
                </a:moveTo>
                <a:cubicBezTo>
                  <a:pt x="9328155" y="251429"/>
                  <a:pt x="9278029" y="290447"/>
                  <a:pt x="9249987" y="340488"/>
                </a:cubicBezTo>
                <a:lnTo>
                  <a:pt x="9242625" y="340488"/>
                </a:lnTo>
                <a:lnTo>
                  <a:pt x="9242625" y="263677"/>
                </a:lnTo>
                <a:lnTo>
                  <a:pt x="9098382" y="263677"/>
                </a:lnTo>
                <a:lnTo>
                  <a:pt x="9098382" y="873615"/>
                </a:lnTo>
                <a:lnTo>
                  <a:pt x="9242625" y="873615"/>
                </a:lnTo>
                <a:lnTo>
                  <a:pt x="9242625" y="479412"/>
                </a:lnTo>
                <a:cubicBezTo>
                  <a:pt x="9242625" y="389129"/>
                  <a:pt x="9289071" y="336638"/>
                  <a:pt x="9363559" y="336638"/>
                </a:cubicBezTo>
                <a:cubicBezTo>
                  <a:pt x="9435593" y="336638"/>
                  <a:pt x="9467491" y="384230"/>
                  <a:pt x="9467491" y="456142"/>
                </a:cubicBezTo>
                <a:lnTo>
                  <a:pt x="9467491" y="873265"/>
                </a:lnTo>
                <a:lnTo>
                  <a:pt x="9611734" y="873265"/>
                </a:lnTo>
                <a:lnTo>
                  <a:pt x="9611734" y="455092"/>
                </a:lnTo>
                <a:cubicBezTo>
                  <a:pt x="9611560" y="329465"/>
                  <a:pt x="9545660" y="251429"/>
                  <a:pt x="9418592" y="251429"/>
                </a:cubicBezTo>
                <a:moveTo>
                  <a:pt x="566984" y="19596"/>
                </a:moveTo>
                <a:lnTo>
                  <a:pt x="415379" y="19596"/>
                </a:lnTo>
                <a:lnTo>
                  <a:pt x="415379" y="650356"/>
                </a:lnTo>
                <a:cubicBezTo>
                  <a:pt x="415379" y="752887"/>
                  <a:pt x="376295" y="813776"/>
                  <a:pt x="283404" y="813776"/>
                </a:cubicBezTo>
                <a:cubicBezTo>
                  <a:pt x="191740" y="813776"/>
                  <a:pt x="151429" y="749213"/>
                  <a:pt x="151429" y="638108"/>
                </a:cubicBezTo>
                <a:lnTo>
                  <a:pt x="151429" y="521055"/>
                </a:lnTo>
                <a:lnTo>
                  <a:pt x="0" y="558848"/>
                </a:lnTo>
                <a:lnTo>
                  <a:pt x="0" y="611338"/>
                </a:lnTo>
                <a:cubicBezTo>
                  <a:pt x="0" y="771084"/>
                  <a:pt x="79395" y="893212"/>
                  <a:pt x="283580" y="893212"/>
                </a:cubicBezTo>
                <a:cubicBezTo>
                  <a:pt x="487589" y="893212"/>
                  <a:pt x="566984" y="771259"/>
                  <a:pt x="566984" y="611338"/>
                </a:cubicBezTo>
                <a:lnTo>
                  <a:pt x="566984" y="19596"/>
                </a:lnTo>
                <a:moveTo>
                  <a:pt x="1478364" y="19596"/>
                </a:moveTo>
                <a:lnTo>
                  <a:pt x="1334121" y="19596"/>
                </a:lnTo>
                <a:lnTo>
                  <a:pt x="1334121" y="873440"/>
                </a:lnTo>
                <a:lnTo>
                  <a:pt x="1478364" y="873440"/>
                </a:lnTo>
                <a:lnTo>
                  <a:pt x="1478364" y="479412"/>
                </a:lnTo>
                <a:cubicBezTo>
                  <a:pt x="1478364" y="389129"/>
                  <a:pt x="1524810" y="336638"/>
                  <a:pt x="1599298" y="336638"/>
                </a:cubicBezTo>
                <a:cubicBezTo>
                  <a:pt x="1671332" y="336638"/>
                  <a:pt x="1703230" y="384230"/>
                  <a:pt x="1703230" y="456142"/>
                </a:cubicBezTo>
                <a:lnTo>
                  <a:pt x="1703230" y="873265"/>
                </a:lnTo>
                <a:lnTo>
                  <a:pt x="1847474" y="873265"/>
                </a:lnTo>
                <a:lnTo>
                  <a:pt x="1847474" y="455092"/>
                </a:lnTo>
                <a:cubicBezTo>
                  <a:pt x="1847474" y="329465"/>
                  <a:pt x="1781398" y="251429"/>
                  <a:pt x="1654331" y="251429"/>
                </a:cubicBezTo>
                <a:cubicBezTo>
                  <a:pt x="1563894" y="251429"/>
                  <a:pt x="1513768" y="290447"/>
                  <a:pt x="1485726" y="340488"/>
                </a:cubicBezTo>
                <a:lnTo>
                  <a:pt x="1478364" y="340488"/>
                </a:lnTo>
                <a:lnTo>
                  <a:pt x="1478364" y="19596"/>
                </a:lnTo>
                <a:moveTo>
                  <a:pt x="5871744" y="19596"/>
                </a:moveTo>
                <a:lnTo>
                  <a:pt x="5720315" y="19596"/>
                </a:lnTo>
                <a:lnTo>
                  <a:pt x="5720315" y="650356"/>
                </a:lnTo>
                <a:cubicBezTo>
                  <a:pt x="5720315" y="752887"/>
                  <a:pt x="5681231" y="813776"/>
                  <a:pt x="5588340" y="813776"/>
                </a:cubicBezTo>
                <a:cubicBezTo>
                  <a:pt x="5496676" y="813776"/>
                  <a:pt x="5456366" y="749213"/>
                  <a:pt x="5456366" y="638108"/>
                </a:cubicBezTo>
                <a:lnTo>
                  <a:pt x="5456366" y="521055"/>
                </a:lnTo>
                <a:lnTo>
                  <a:pt x="5304936" y="558848"/>
                </a:lnTo>
                <a:lnTo>
                  <a:pt x="5304936" y="611338"/>
                </a:lnTo>
                <a:cubicBezTo>
                  <a:pt x="5304936" y="771084"/>
                  <a:pt x="5384331" y="893212"/>
                  <a:pt x="5588515" y="893212"/>
                </a:cubicBezTo>
                <a:cubicBezTo>
                  <a:pt x="5792700" y="893212"/>
                  <a:pt x="5871920" y="771259"/>
                  <a:pt x="5871920" y="611338"/>
                </a:cubicBezTo>
                <a:lnTo>
                  <a:pt x="5871920" y="19596"/>
                </a:lnTo>
                <a:moveTo>
                  <a:pt x="6783125" y="19596"/>
                </a:moveTo>
                <a:lnTo>
                  <a:pt x="6638882" y="19596"/>
                </a:lnTo>
                <a:lnTo>
                  <a:pt x="6638882" y="873440"/>
                </a:lnTo>
                <a:lnTo>
                  <a:pt x="6783125" y="873440"/>
                </a:lnTo>
                <a:lnTo>
                  <a:pt x="6783125" y="479412"/>
                </a:lnTo>
                <a:cubicBezTo>
                  <a:pt x="6783125" y="389129"/>
                  <a:pt x="6829571" y="336638"/>
                  <a:pt x="6904059" y="336638"/>
                </a:cubicBezTo>
                <a:cubicBezTo>
                  <a:pt x="6976092" y="336638"/>
                  <a:pt x="7007991" y="384230"/>
                  <a:pt x="7007991" y="456142"/>
                </a:cubicBezTo>
                <a:lnTo>
                  <a:pt x="7007991" y="873265"/>
                </a:lnTo>
                <a:lnTo>
                  <a:pt x="7152234" y="873265"/>
                </a:lnTo>
                <a:lnTo>
                  <a:pt x="7152234" y="455092"/>
                </a:lnTo>
                <a:cubicBezTo>
                  <a:pt x="7152234" y="329465"/>
                  <a:pt x="7086335" y="251429"/>
                  <a:pt x="6959092" y="251429"/>
                </a:cubicBezTo>
                <a:cubicBezTo>
                  <a:pt x="6868655" y="251429"/>
                  <a:pt x="6818529" y="290447"/>
                  <a:pt x="6790486" y="340488"/>
                </a:cubicBezTo>
                <a:lnTo>
                  <a:pt x="6783125" y="340488"/>
                </a:lnTo>
                <a:lnTo>
                  <a:pt x="6783125" y="19596"/>
                </a:lnTo>
                <a:moveTo>
                  <a:pt x="4781944" y="803978"/>
                </a:moveTo>
                <a:cubicBezTo>
                  <a:pt x="4664691" y="803978"/>
                  <a:pt x="4592482" y="708795"/>
                  <a:pt x="4592482" y="607489"/>
                </a:cubicBezTo>
                <a:cubicBezTo>
                  <a:pt x="4592482" y="543976"/>
                  <a:pt x="4620524" y="485536"/>
                  <a:pt x="4666970" y="452642"/>
                </a:cubicBezTo>
                <a:lnTo>
                  <a:pt x="4943188" y="753937"/>
                </a:lnTo>
                <a:cubicBezTo>
                  <a:pt x="4892010" y="784382"/>
                  <a:pt x="4834523" y="803978"/>
                  <a:pt x="4781944" y="803978"/>
                </a:cubicBezTo>
                <a:moveTo>
                  <a:pt x="5050801" y="653855"/>
                </a:moveTo>
                <a:lnTo>
                  <a:pt x="4811388" y="390354"/>
                </a:lnTo>
                <a:cubicBezTo>
                  <a:pt x="4854153" y="373207"/>
                  <a:pt x="4895691" y="367083"/>
                  <a:pt x="4929868" y="367083"/>
                </a:cubicBezTo>
                <a:cubicBezTo>
                  <a:pt x="5028893" y="367083"/>
                  <a:pt x="5089885" y="424472"/>
                  <a:pt x="5089885" y="523154"/>
                </a:cubicBezTo>
                <a:cubicBezTo>
                  <a:pt x="5089885" y="567246"/>
                  <a:pt x="5077617" y="612388"/>
                  <a:pt x="5050801" y="653855"/>
                </a:cubicBezTo>
                <a:moveTo>
                  <a:pt x="4778263" y="355010"/>
                </a:moveTo>
                <a:lnTo>
                  <a:pt x="4725684" y="296396"/>
                </a:lnTo>
                <a:cubicBezTo>
                  <a:pt x="4679238" y="245130"/>
                  <a:pt x="4665743" y="213461"/>
                  <a:pt x="4665743" y="175668"/>
                </a:cubicBezTo>
                <a:cubicBezTo>
                  <a:pt x="4665743" y="104981"/>
                  <a:pt x="4710961" y="64738"/>
                  <a:pt x="4781768" y="64738"/>
                </a:cubicBezTo>
                <a:cubicBezTo>
                  <a:pt x="4853803" y="64738"/>
                  <a:pt x="4896568" y="106206"/>
                  <a:pt x="4896568" y="181792"/>
                </a:cubicBezTo>
                <a:cubicBezTo>
                  <a:pt x="4896743" y="251429"/>
                  <a:pt x="4862566" y="317217"/>
                  <a:pt x="4778263" y="355010"/>
                </a:cubicBezTo>
                <a:moveTo>
                  <a:pt x="4785624" y="0"/>
                </a:moveTo>
                <a:cubicBezTo>
                  <a:pt x="4617019" y="0"/>
                  <a:pt x="4533943" y="93958"/>
                  <a:pt x="4533943" y="211011"/>
                </a:cubicBezTo>
                <a:cubicBezTo>
                  <a:pt x="4533943" y="274350"/>
                  <a:pt x="4560759" y="337863"/>
                  <a:pt x="4631741" y="414674"/>
                </a:cubicBezTo>
                <a:lnTo>
                  <a:pt x="4632968" y="417124"/>
                </a:lnTo>
                <a:cubicBezTo>
                  <a:pt x="4513262" y="474513"/>
                  <a:pt x="4458228" y="567246"/>
                  <a:pt x="4458228" y="662254"/>
                </a:cubicBezTo>
                <a:cubicBezTo>
                  <a:pt x="4458228" y="787881"/>
                  <a:pt x="4554800" y="892862"/>
                  <a:pt x="4703775" y="892862"/>
                </a:cubicBezTo>
                <a:cubicBezTo>
                  <a:pt x="4789305" y="892862"/>
                  <a:pt x="4889557" y="857518"/>
                  <a:pt x="4979994" y="794005"/>
                </a:cubicBezTo>
                <a:lnTo>
                  <a:pt x="5053255" y="873265"/>
                </a:lnTo>
                <a:lnTo>
                  <a:pt x="5245170" y="873265"/>
                </a:lnTo>
                <a:lnTo>
                  <a:pt x="5245170" y="867141"/>
                </a:lnTo>
                <a:lnTo>
                  <a:pt x="5088834" y="695148"/>
                </a:lnTo>
                <a:cubicBezTo>
                  <a:pt x="5154909" y="617112"/>
                  <a:pt x="5192766" y="531728"/>
                  <a:pt x="5192766" y="457191"/>
                </a:cubicBezTo>
                <a:cubicBezTo>
                  <a:pt x="5192766" y="364458"/>
                  <a:pt x="5130372" y="302345"/>
                  <a:pt x="5032749" y="302345"/>
                </a:cubicBezTo>
                <a:cubicBezTo>
                  <a:pt x="4981396" y="302345"/>
                  <a:pt x="4923909" y="317042"/>
                  <a:pt x="4886051" y="331564"/>
                </a:cubicBezTo>
                <a:lnTo>
                  <a:pt x="4883598" y="326665"/>
                </a:lnTo>
                <a:cubicBezTo>
                  <a:pt x="4976489" y="276624"/>
                  <a:pt x="5015573" y="230258"/>
                  <a:pt x="5015573" y="165695"/>
                </a:cubicBezTo>
                <a:cubicBezTo>
                  <a:pt x="5015398" y="73312"/>
                  <a:pt x="4932322" y="0"/>
                  <a:pt x="4785624" y="0"/>
                </a:cubicBezTo>
                <a:moveTo>
                  <a:pt x="1128885" y="1543918"/>
                </a:moveTo>
                <a:cubicBezTo>
                  <a:pt x="1142381" y="1436662"/>
                  <a:pt x="1197239" y="1375599"/>
                  <a:pt x="1293810" y="1375599"/>
                </a:cubicBezTo>
                <a:cubicBezTo>
                  <a:pt x="1385474" y="1375599"/>
                  <a:pt x="1439280" y="1430538"/>
                  <a:pt x="1441734" y="1543918"/>
                </a:cubicBezTo>
                <a:lnTo>
                  <a:pt x="1128885" y="1543918"/>
                </a:lnTo>
                <a:moveTo>
                  <a:pt x="1293810" y="1292664"/>
                </a:moveTo>
                <a:cubicBezTo>
                  <a:pt x="1132566" y="1292664"/>
                  <a:pt x="1020045" y="1406043"/>
                  <a:pt x="1020045" y="1614780"/>
                </a:cubicBezTo>
                <a:cubicBezTo>
                  <a:pt x="1020045" y="1814768"/>
                  <a:pt x="1123978" y="1927098"/>
                  <a:pt x="1293810" y="1927098"/>
                </a:cubicBezTo>
                <a:cubicBezTo>
                  <a:pt x="1433146" y="1927098"/>
                  <a:pt x="1521129" y="1847837"/>
                  <a:pt x="1543037" y="1728334"/>
                </a:cubicBezTo>
                <a:lnTo>
                  <a:pt x="1450147" y="1704013"/>
                </a:lnTo>
                <a:cubicBezTo>
                  <a:pt x="1434198" y="1806545"/>
                  <a:pt x="1379339" y="1841888"/>
                  <a:pt x="1303450" y="1841888"/>
                </a:cubicBezTo>
                <a:cubicBezTo>
                  <a:pt x="1182516" y="1841888"/>
                  <a:pt x="1128710" y="1752829"/>
                  <a:pt x="1125029" y="1616180"/>
                </a:cubicBezTo>
                <a:lnTo>
                  <a:pt x="1544089" y="1616180"/>
                </a:lnTo>
                <a:lnTo>
                  <a:pt x="1544089" y="1582061"/>
                </a:lnTo>
                <a:cubicBezTo>
                  <a:pt x="1544440" y="1368250"/>
                  <a:pt x="1428238" y="1292664"/>
                  <a:pt x="1293810" y="1292664"/>
                </a:cubicBezTo>
                <a:moveTo>
                  <a:pt x="2967595" y="1543918"/>
                </a:moveTo>
                <a:cubicBezTo>
                  <a:pt x="2981091" y="1436662"/>
                  <a:pt x="3035949" y="1375599"/>
                  <a:pt x="3132520" y="1375599"/>
                </a:cubicBezTo>
                <a:cubicBezTo>
                  <a:pt x="3224184" y="1375599"/>
                  <a:pt x="3277991" y="1430538"/>
                  <a:pt x="3280444" y="1543918"/>
                </a:cubicBezTo>
                <a:lnTo>
                  <a:pt x="2967595" y="1543918"/>
                </a:lnTo>
                <a:moveTo>
                  <a:pt x="3132520" y="1292664"/>
                </a:moveTo>
                <a:cubicBezTo>
                  <a:pt x="2971276" y="1292664"/>
                  <a:pt x="2858756" y="1406043"/>
                  <a:pt x="2858756" y="1614780"/>
                </a:cubicBezTo>
                <a:cubicBezTo>
                  <a:pt x="2858756" y="1814768"/>
                  <a:pt x="2962688" y="1927098"/>
                  <a:pt x="3132520" y="1927098"/>
                </a:cubicBezTo>
                <a:cubicBezTo>
                  <a:pt x="3271856" y="1927098"/>
                  <a:pt x="3359839" y="1847837"/>
                  <a:pt x="3381748" y="1728334"/>
                </a:cubicBezTo>
                <a:lnTo>
                  <a:pt x="3288857" y="1704013"/>
                </a:lnTo>
                <a:cubicBezTo>
                  <a:pt x="3272908" y="1806545"/>
                  <a:pt x="3218050" y="1841888"/>
                  <a:pt x="3142160" y="1841888"/>
                </a:cubicBezTo>
                <a:cubicBezTo>
                  <a:pt x="3021227" y="1841888"/>
                  <a:pt x="2967420" y="1752829"/>
                  <a:pt x="2963740" y="1616180"/>
                </a:cubicBezTo>
                <a:lnTo>
                  <a:pt x="3382799" y="1616180"/>
                </a:lnTo>
                <a:lnTo>
                  <a:pt x="3382799" y="1582061"/>
                </a:lnTo>
                <a:cubicBezTo>
                  <a:pt x="3383150" y="1368250"/>
                  <a:pt x="3266949" y="1292664"/>
                  <a:pt x="3132520" y="1292664"/>
                </a:cubicBezTo>
                <a:moveTo>
                  <a:pt x="3766631" y="1292664"/>
                </a:moveTo>
                <a:cubicBezTo>
                  <a:pt x="3599252" y="1292664"/>
                  <a:pt x="3485505" y="1409717"/>
                  <a:pt x="3485505" y="1616005"/>
                </a:cubicBezTo>
                <a:cubicBezTo>
                  <a:pt x="3485505" y="1818442"/>
                  <a:pt x="3596623" y="1927098"/>
                  <a:pt x="3761723" y="1927098"/>
                </a:cubicBezTo>
                <a:cubicBezTo>
                  <a:pt x="3910874" y="1927098"/>
                  <a:pt x="3995177" y="1835589"/>
                  <a:pt x="4012178" y="1709962"/>
                </a:cubicBezTo>
                <a:lnTo>
                  <a:pt x="3915606" y="1686692"/>
                </a:lnTo>
                <a:cubicBezTo>
                  <a:pt x="3898430" y="1801296"/>
                  <a:pt x="3849531" y="1840313"/>
                  <a:pt x="3768909" y="1840313"/>
                </a:cubicBezTo>
                <a:cubicBezTo>
                  <a:pt x="3651657" y="1840313"/>
                  <a:pt x="3591716" y="1754929"/>
                  <a:pt x="3591716" y="1608481"/>
                </a:cubicBezTo>
                <a:cubicBezTo>
                  <a:pt x="3591716" y="1455909"/>
                  <a:pt x="3655337" y="1379098"/>
                  <a:pt x="3764002" y="1379098"/>
                </a:cubicBezTo>
                <a:cubicBezTo>
                  <a:pt x="3840943" y="1379098"/>
                  <a:pt x="3897204" y="1416891"/>
                  <a:pt x="3915606" y="1525546"/>
                </a:cubicBezTo>
                <a:lnTo>
                  <a:pt x="4012178" y="1502275"/>
                </a:lnTo>
                <a:cubicBezTo>
                  <a:pt x="3995177" y="1378048"/>
                  <a:pt x="3910874" y="1292664"/>
                  <a:pt x="3766631" y="1292664"/>
                </a:cubicBezTo>
                <a:moveTo>
                  <a:pt x="879833" y="1060831"/>
                </a:moveTo>
                <a:lnTo>
                  <a:pt x="718589" y="1060831"/>
                </a:lnTo>
                <a:lnTo>
                  <a:pt x="465680" y="1748805"/>
                </a:lnTo>
                <a:lnTo>
                  <a:pt x="211545" y="1060831"/>
                </a:lnTo>
                <a:lnTo>
                  <a:pt x="42765" y="1060831"/>
                </a:lnTo>
                <a:lnTo>
                  <a:pt x="42765" y="1914675"/>
                </a:lnTo>
                <a:lnTo>
                  <a:pt x="148976" y="1914675"/>
                </a:lnTo>
                <a:lnTo>
                  <a:pt x="148976" y="1179284"/>
                </a:lnTo>
                <a:lnTo>
                  <a:pt x="421513" y="1914850"/>
                </a:lnTo>
                <a:lnTo>
                  <a:pt x="503362" y="1914850"/>
                </a:lnTo>
                <a:lnTo>
                  <a:pt x="773447" y="1178060"/>
                </a:lnTo>
                <a:lnTo>
                  <a:pt x="773447" y="1914850"/>
                </a:lnTo>
                <a:lnTo>
                  <a:pt x="879833" y="1914850"/>
                </a:lnTo>
                <a:lnTo>
                  <a:pt x="879833" y="1060831"/>
                </a:lnTo>
                <a:moveTo>
                  <a:pt x="1920559" y="1840488"/>
                </a:moveTo>
                <a:cubicBezTo>
                  <a:pt x="1820307" y="1840488"/>
                  <a:pt x="1753181" y="1768577"/>
                  <a:pt x="1753181" y="1609881"/>
                </a:cubicBezTo>
                <a:cubicBezTo>
                  <a:pt x="1753181" y="1450135"/>
                  <a:pt x="1820307" y="1379273"/>
                  <a:pt x="1920559" y="1379273"/>
                </a:cubicBezTo>
                <a:cubicBezTo>
                  <a:pt x="2020811" y="1379273"/>
                  <a:pt x="2087938" y="1449960"/>
                  <a:pt x="2087938" y="1609881"/>
                </a:cubicBezTo>
                <a:cubicBezTo>
                  <a:pt x="2087938" y="1768402"/>
                  <a:pt x="2020811" y="1840488"/>
                  <a:pt x="1920559" y="1840488"/>
                </a:cubicBezTo>
                <a:moveTo>
                  <a:pt x="2186963" y="1060831"/>
                </a:moveTo>
                <a:lnTo>
                  <a:pt x="2085659" y="1060831"/>
                </a:lnTo>
                <a:lnTo>
                  <a:pt x="2085659" y="1421965"/>
                </a:lnTo>
                <a:cubicBezTo>
                  <a:pt x="2063576" y="1354777"/>
                  <a:pt x="2009945" y="1292664"/>
                  <a:pt x="1903559" y="1292664"/>
                </a:cubicBezTo>
                <a:cubicBezTo>
                  <a:pt x="1766676" y="1292664"/>
                  <a:pt x="1646970" y="1400094"/>
                  <a:pt x="1646970" y="1613555"/>
                </a:cubicBezTo>
                <a:cubicBezTo>
                  <a:pt x="1646970" y="1829465"/>
                  <a:pt x="1766676" y="1927098"/>
                  <a:pt x="1894971" y="1927098"/>
                </a:cubicBezTo>
                <a:cubicBezTo>
                  <a:pt x="1991542" y="1927098"/>
                  <a:pt x="2062349" y="1870933"/>
                  <a:pt x="2085659" y="1791672"/>
                </a:cubicBezTo>
                <a:lnTo>
                  <a:pt x="2085659" y="1838039"/>
                </a:lnTo>
                <a:cubicBezTo>
                  <a:pt x="2085659" y="1866034"/>
                  <a:pt x="2088113" y="1896653"/>
                  <a:pt x="2091794" y="1914850"/>
                </a:cubicBezTo>
                <a:lnTo>
                  <a:pt x="2194499" y="1914850"/>
                </a:lnTo>
                <a:cubicBezTo>
                  <a:pt x="2189592" y="1885630"/>
                  <a:pt x="2187138" y="1842938"/>
                  <a:pt x="2187138" y="1787998"/>
                </a:cubicBezTo>
                <a:lnTo>
                  <a:pt x="2187138" y="1060831"/>
                </a:lnTo>
                <a:moveTo>
                  <a:pt x="2956729" y="1060831"/>
                </a:moveTo>
                <a:lnTo>
                  <a:pt x="2296854" y="1060831"/>
                </a:lnTo>
                <a:lnTo>
                  <a:pt x="2296854" y="1149890"/>
                </a:lnTo>
                <a:lnTo>
                  <a:pt x="2574300" y="1149890"/>
                </a:lnTo>
                <a:lnTo>
                  <a:pt x="2574300" y="1914850"/>
                </a:lnTo>
                <a:lnTo>
                  <a:pt x="2680686" y="1914850"/>
                </a:lnTo>
                <a:lnTo>
                  <a:pt x="2680686" y="1149890"/>
                </a:lnTo>
                <a:lnTo>
                  <a:pt x="2956904" y="1149890"/>
                </a:lnTo>
                <a:lnTo>
                  <a:pt x="2956904" y="1060831"/>
                </a:lnTo>
                <a:moveTo>
                  <a:pt x="4229682" y="1060831"/>
                </a:moveTo>
                <a:lnTo>
                  <a:pt x="4128203" y="1060831"/>
                </a:lnTo>
                <a:lnTo>
                  <a:pt x="4128203" y="1914675"/>
                </a:lnTo>
                <a:lnTo>
                  <a:pt x="4229682" y="1914675"/>
                </a:lnTo>
                <a:lnTo>
                  <a:pt x="4229682" y="1513473"/>
                </a:lnTo>
                <a:cubicBezTo>
                  <a:pt x="4229682" y="1428089"/>
                  <a:pt x="4272447" y="1370699"/>
                  <a:pt x="4362884" y="1370699"/>
                </a:cubicBezTo>
                <a:cubicBezTo>
                  <a:pt x="4452094" y="1370699"/>
                  <a:pt x="4494859" y="1428089"/>
                  <a:pt x="4494859" y="1513473"/>
                </a:cubicBezTo>
                <a:lnTo>
                  <a:pt x="4494859" y="1914850"/>
                </a:lnTo>
                <a:lnTo>
                  <a:pt x="4596338" y="1914850"/>
                </a:lnTo>
                <a:lnTo>
                  <a:pt x="4596338" y="1492827"/>
                </a:lnTo>
                <a:cubicBezTo>
                  <a:pt x="4596338" y="1378223"/>
                  <a:pt x="4525530" y="1292839"/>
                  <a:pt x="4399515" y="1292839"/>
                </a:cubicBezTo>
                <a:cubicBezTo>
                  <a:pt x="4315212" y="1292839"/>
                  <a:pt x="4252817" y="1330632"/>
                  <a:pt x="4229682" y="1399044"/>
                </a:cubicBezTo>
                <a:lnTo>
                  <a:pt x="4229682" y="1060831"/>
                </a:lnTo>
              </a:path>
            </a:pathLst>
          </a:custGeom>
          <a:solidFill>
            <a:schemeClr val="bg1"/>
          </a:solidFill>
          <a:ln w="17520" cap="flat">
            <a:noFill/>
            <a:prstDash val="solid"/>
            <a:miter/>
          </a:ln>
        </p:spPr>
        <p:txBody>
          <a:bodyPr rtlCol="0" anchor="ctr"/>
          <a:lstStyle/>
          <a:p>
            <a:endParaRPr lang="en-GB"/>
          </a:p>
        </p:txBody>
      </p:sp>
      <p:sp>
        <p:nvSpPr>
          <p:cNvPr id="5" name="Picture Placeholder 9">
            <a:extLst>
              <a:ext uri="{FF2B5EF4-FFF2-40B4-BE49-F238E27FC236}">
                <a16:creationId xmlns:a16="http://schemas.microsoft.com/office/drawing/2014/main" id="{2CB47F48-4C3C-817A-1F95-41667BBADE05}"/>
              </a:ext>
            </a:extLst>
          </p:cNvPr>
          <p:cNvSpPr>
            <a:spLocks noGrp="1"/>
          </p:cNvSpPr>
          <p:nvPr>
            <p:ph type="pic" sz="quarter" idx="10" hasCustomPrompt="1"/>
          </p:nvPr>
        </p:nvSpPr>
        <p:spPr>
          <a:xfrm>
            <a:off x="5078413" y="3429000"/>
            <a:ext cx="3046412" cy="2484438"/>
          </a:xfrm>
          <a:solidFill>
            <a:schemeClr val="bg1">
              <a:lumMod val="95000"/>
            </a:schemeClr>
          </a:solidFill>
        </p:spPr>
        <p:txBody>
          <a:body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6" name="Picture Placeholder 9">
            <a:extLst>
              <a:ext uri="{FF2B5EF4-FFF2-40B4-BE49-F238E27FC236}">
                <a16:creationId xmlns:a16="http://schemas.microsoft.com/office/drawing/2014/main" id="{676A9A7F-66CA-8E44-FDDB-398F313B92F1}"/>
              </a:ext>
            </a:extLst>
          </p:cNvPr>
          <p:cNvSpPr>
            <a:spLocks noGrp="1"/>
          </p:cNvSpPr>
          <p:nvPr>
            <p:ph type="pic" sz="quarter" idx="11" hasCustomPrompt="1"/>
          </p:nvPr>
        </p:nvSpPr>
        <p:spPr>
          <a:xfrm>
            <a:off x="9145588" y="0"/>
            <a:ext cx="3046412" cy="3429000"/>
          </a:xfrm>
          <a:solidFill>
            <a:schemeClr val="bg1">
              <a:lumMod val="95000"/>
            </a:schemeClr>
          </a:solidFill>
        </p:spPr>
        <p:txBody>
          <a:body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grpSp>
        <p:nvGrpSpPr>
          <p:cNvPr id="3" name="Group 2">
            <a:extLst>
              <a:ext uri="{FF2B5EF4-FFF2-40B4-BE49-F238E27FC236}">
                <a16:creationId xmlns:a16="http://schemas.microsoft.com/office/drawing/2014/main" id="{687AB6D4-5994-CE81-C69A-ED5BA9FB0A75}"/>
              </a:ext>
            </a:extLst>
          </p:cNvPr>
          <p:cNvGrpSpPr/>
          <p:nvPr userDrawn="1"/>
        </p:nvGrpSpPr>
        <p:grpSpPr>
          <a:xfrm>
            <a:off x="10549117" y="6162338"/>
            <a:ext cx="1407244" cy="393192"/>
            <a:chOff x="10373732" y="6162338"/>
            <a:chExt cx="1407244" cy="393192"/>
          </a:xfrm>
        </p:grpSpPr>
        <p:sp>
          <p:nvSpPr>
            <p:cNvPr id="4" name="TextBox 3">
              <a:extLst>
                <a:ext uri="{FF2B5EF4-FFF2-40B4-BE49-F238E27FC236}">
                  <a16:creationId xmlns:a16="http://schemas.microsoft.com/office/drawing/2014/main" id="{F419B751-3CCF-9369-E1C0-26D6F262514C}"/>
                </a:ext>
              </a:extLst>
            </p:cNvPr>
            <p:cNvSpPr txBox="1"/>
            <p:nvPr userDrawn="1"/>
          </p:nvSpPr>
          <p:spPr>
            <a:xfrm>
              <a:off x="10500816" y="6254750"/>
              <a:ext cx="1280160" cy="246221"/>
            </a:xfrm>
            <a:prstGeom prst="rect">
              <a:avLst/>
            </a:prstGeom>
            <a:noFill/>
          </p:spPr>
          <p:txBody>
            <a:bodyPr wrap="square" lIns="0" tIns="0" rIns="0" bIns="0" rtlCol="0">
              <a:spAutoFit/>
            </a:bodyPr>
            <a:lstStyle/>
            <a:p>
              <a:pPr marL="0" lvl="0" indent="0" algn="l" defTabSz="914400" rtl="0" eaLnBrk="1" latinLnBrk="0" hangingPunct="1">
                <a:lnSpc>
                  <a:spcPct val="100000"/>
                </a:lnSpc>
                <a:spcBef>
                  <a:spcPts val="0"/>
                </a:spcBef>
                <a:spcAft>
                  <a:spcPts val="0"/>
                </a:spcAft>
                <a:buFont typeface="Arial" panose="020B0604020202020204" pitchFamily="34" charset="0"/>
                <a:buNone/>
                <a:tabLst/>
              </a:pPr>
              <a:r>
                <a:rPr lang="en-US" sz="1600" b="0" i="0" kern="1200">
                  <a:solidFill>
                    <a:schemeClr val="bg1"/>
                  </a:solidFill>
                  <a:latin typeface="+mn-lt"/>
                  <a:ea typeface="+mn-ea"/>
                  <a:cs typeface="+mn-cs"/>
                </a:rPr>
                <a:t>Orthopaedics</a:t>
              </a:r>
            </a:p>
          </p:txBody>
        </p:sp>
        <p:sp>
          <p:nvSpPr>
            <p:cNvPr id="12" name="Rectangle 11">
              <a:extLst>
                <a:ext uri="{FF2B5EF4-FFF2-40B4-BE49-F238E27FC236}">
                  <a16:creationId xmlns:a16="http://schemas.microsoft.com/office/drawing/2014/main" id="{24C86B28-EA1D-EAF6-EB0D-FE00AA88FED7}"/>
                </a:ext>
              </a:extLst>
            </p:cNvPr>
            <p:cNvSpPr/>
            <p:nvPr userDrawn="1"/>
          </p:nvSpPr>
          <p:spPr>
            <a:xfrm>
              <a:off x="10373732" y="6162338"/>
              <a:ext cx="18288" cy="3931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grpSp>
    </p:spTree>
    <p:extLst>
      <p:ext uri="{BB962C8B-B14F-4D97-AF65-F5344CB8AC3E}">
        <p14:creationId xmlns:p14="http://schemas.microsoft.com/office/powerpoint/2010/main" val="923537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anel Images - Long titles [Accessible Version]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F71E3-AC39-2207-0CC4-1E2486610795}"/>
              </a:ext>
            </a:extLst>
          </p:cNvPr>
          <p:cNvSpPr>
            <a:spLocks noGrp="1"/>
          </p:cNvSpPr>
          <p:nvPr>
            <p:ph type="ctrTitle" hasCustomPrompt="1"/>
          </p:nvPr>
        </p:nvSpPr>
        <p:spPr>
          <a:xfrm>
            <a:off x="285979" y="266955"/>
            <a:ext cx="8518155" cy="2946145"/>
          </a:xfrm>
        </p:spPr>
        <p:txBody>
          <a:bodyPr wrap="square" anchor="t">
            <a:normAutofit/>
          </a:bodyPr>
          <a:lstStyle>
            <a:lvl1pPr algn="l">
              <a:lnSpc>
                <a:spcPct val="80000"/>
              </a:lnSpc>
              <a:defRPr sz="7000" b="0" i="0" spc="0" baseline="0">
                <a:solidFill>
                  <a:schemeClr val="accent1"/>
                </a:solidFill>
                <a:latin typeface="+mj-lt"/>
              </a:defRPr>
            </a:lvl1pPr>
          </a:lstStyle>
          <a:p>
            <a:r>
              <a:rPr lang="en-GB"/>
              <a:t>Longer titles will shrink automatically</a:t>
            </a:r>
            <a:br>
              <a:rPr lang="en-GB"/>
            </a:br>
            <a:endParaRPr lang="en-GB"/>
          </a:p>
        </p:txBody>
      </p:sp>
      <p:sp>
        <p:nvSpPr>
          <p:cNvPr id="9" name="Subtitle 2">
            <a:extLst>
              <a:ext uri="{FF2B5EF4-FFF2-40B4-BE49-F238E27FC236}">
                <a16:creationId xmlns:a16="http://schemas.microsoft.com/office/drawing/2014/main" id="{52CA5BFA-B5A6-B786-4C05-6FD9C9E49AB2}"/>
              </a:ext>
            </a:extLst>
          </p:cNvPr>
          <p:cNvSpPr>
            <a:spLocks noGrp="1"/>
          </p:cNvSpPr>
          <p:nvPr>
            <p:ph type="subTitle" idx="1" hasCustomPrompt="1"/>
          </p:nvPr>
        </p:nvSpPr>
        <p:spPr>
          <a:xfrm>
            <a:off x="284806" y="4889500"/>
            <a:ext cx="2795587" cy="865834"/>
          </a:xfrm>
        </p:spPr>
        <p:txBody>
          <a:bodyPr anchor="b"/>
          <a:lstStyle>
            <a:lvl1pPr marL="0" indent="0" algn="l">
              <a:lnSpc>
                <a:spcPct val="100000"/>
              </a:lnSpc>
              <a:spcBef>
                <a:spcPts val="0"/>
              </a:spcBef>
              <a:spcAft>
                <a:spcPts val="0"/>
              </a:spcAft>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Supporting details. Delete if not required.</a:t>
            </a:r>
          </a:p>
        </p:txBody>
      </p:sp>
      <p:sp>
        <p:nvSpPr>
          <p:cNvPr id="4" name="Graphic 6">
            <a:extLst>
              <a:ext uri="{FF2B5EF4-FFF2-40B4-BE49-F238E27FC236}">
                <a16:creationId xmlns:a16="http://schemas.microsoft.com/office/drawing/2014/main" id="{7B90B76D-A297-DB80-B45B-10E460B055E5}"/>
              </a:ext>
            </a:extLst>
          </p:cNvPr>
          <p:cNvSpPr>
            <a:spLocks noChangeAspect="1"/>
          </p:cNvSpPr>
          <p:nvPr userDrawn="1"/>
        </p:nvSpPr>
        <p:spPr>
          <a:xfrm>
            <a:off x="295014" y="6157305"/>
            <a:ext cx="2028986" cy="406800"/>
          </a:xfrm>
          <a:custGeom>
            <a:avLst/>
            <a:gdLst>
              <a:gd name="connsiteX0" fmla="*/ 950465 w 9611734"/>
              <a:gd name="connsiteY0" fmla="*/ 818675 h 1927097"/>
              <a:gd name="connsiteX1" fmla="*/ 803768 w 9611734"/>
              <a:gd name="connsiteY1" fmla="*/ 568646 h 1927097"/>
              <a:gd name="connsiteX2" fmla="*/ 950465 w 9611734"/>
              <a:gd name="connsiteY2" fmla="*/ 318617 h 1927097"/>
              <a:gd name="connsiteX3" fmla="*/ 1097162 w 9611734"/>
              <a:gd name="connsiteY3" fmla="*/ 568646 h 1927097"/>
              <a:gd name="connsiteX4" fmla="*/ 950465 w 9611734"/>
              <a:gd name="connsiteY4" fmla="*/ 818675 h 1927097"/>
              <a:gd name="connsiteX5" fmla="*/ 950465 w 9611734"/>
              <a:gd name="connsiteY5" fmla="*/ 251429 h 1927097"/>
              <a:gd name="connsiteX6" fmla="*/ 652338 w 9611734"/>
              <a:gd name="connsiteY6" fmla="*/ 568646 h 1927097"/>
              <a:gd name="connsiteX7" fmla="*/ 950465 w 9611734"/>
              <a:gd name="connsiteY7" fmla="*/ 885863 h 1927097"/>
              <a:gd name="connsiteX8" fmla="*/ 1248591 w 9611734"/>
              <a:gd name="connsiteY8" fmla="*/ 568646 h 1927097"/>
              <a:gd name="connsiteX9" fmla="*/ 950465 w 9611734"/>
              <a:gd name="connsiteY9" fmla="*/ 251429 h 1927097"/>
              <a:gd name="connsiteX10" fmla="*/ 2283534 w 9611734"/>
              <a:gd name="connsiteY10" fmla="*/ 251429 h 1927097"/>
              <a:gd name="connsiteX11" fmla="*/ 2114929 w 9611734"/>
              <a:gd name="connsiteY11" fmla="*/ 340488 h 1927097"/>
              <a:gd name="connsiteX12" fmla="*/ 2107568 w 9611734"/>
              <a:gd name="connsiteY12" fmla="*/ 340488 h 1927097"/>
              <a:gd name="connsiteX13" fmla="*/ 2107568 w 9611734"/>
              <a:gd name="connsiteY13" fmla="*/ 263677 h 1927097"/>
              <a:gd name="connsiteX14" fmla="*/ 1963324 w 9611734"/>
              <a:gd name="connsiteY14" fmla="*/ 263677 h 1927097"/>
              <a:gd name="connsiteX15" fmla="*/ 1963324 w 9611734"/>
              <a:gd name="connsiteY15" fmla="*/ 873615 h 1927097"/>
              <a:gd name="connsiteX16" fmla="*/ 2107568 w 9611734"/>
              <a:gd name="connsiteY16" fmla="*/ 873615 h 1927097"/>
              <a:gd name="connsiteX17" fmla="*/ 2107568 w 9611734"/>
              <a:gd name="connsiteY17" fmla="*/ 479412 h 1927097"/>
              <a:gd name="connsiteX18" fmla="*/ 2228501 w 9611734"/>
              <a:gd name="connsiteY18" fmla="*/ 336638 h 1927097"/>
              <a:gd name="connsiteX19" fmla="*/ 2332433 w 9611734"/>
              <a:gd name="connsiteY19" fmla="*/ 456142 h 1927097"/>
              <a:gd name="connsiteX20" fmla="*/ 2332433 w 9611734"/>
              <a:gd name="connsiteY20" fmla="*/ 873265 h 1927097"/>
              <a:gd name="connsiteX21" fmla="*/ 2476677 w 9611734"/>
              <a:gd name="connsiteY21" fmla="*/ 873265 h 1927097"/>
              <a:gd name="connsiteX22" fmla="*/ 2476677 w 9611734"/>
              <a:gd name="connsiteY22" fmla="*/ 455092 h 1927097"/>
              <a:gd name="connsiteX23" fmla="*/ 2283534 w 9611734"/>
              <a:gd name="connsiteY23" fmla="*/ 251429 h 1927097"/>
              <a:gd name="connsiteX24" fmla="*/ 2803897 w 9611734"/>
              <a:gd name="connsiteY24" fmla="*/ 251429 h 1927097"/>
              <a:gd name="connsiteX25" fmla="*/ 2570444 w 9611734"/>
              <a:gd name="connsiteY25" fmla="*/ 427097 h 1927097"/>
              <a:gd name="connsiteX26" fmla="*/ 2718368 w 9611734"/>
              <a:gd name="connsiteY26" fmla="*/ 602765 h 1927097"/>
              <a:gd name="connsiteX27" fmla="*/ 2840528 w 9611734"/>
              <a:gd name="connsiteY27" fmla="*/ 633209 h 1927097"/>
              <a:gd name="connsiteX28" fmla="*/ 2934645 w 9611734"/>
              <a:gd name="connsiteY28" fmla="*/ 723493 h 1927097"/>
              <a:gd name="connsiteX29" fmla="*/ 2813712 w 9611734"/>
              <a:gd name="connsiteY29" fmla="*/ 821125 h 1927097"/>
              <a:gd name="connsiteX30" fmla="*/ 2674376 w 9611734"/>
              <a:gd name="connsiteY30" fmla="*/ 679576 h 1927097"/>
              <a:gd name="connsiteX31" fmla="*/ 2544855 w 9611734"/>
              <a:gd name="connsiteY31" fmla="*/ 716144 h 1927097"/>
              <a:gd name="connsiteX32" fmla="*/ 2797763 w 9611734"/>
              <a:gd name="connsiteY32" fmla="*/ 885688 h 1927097"/>
              <a:gd name="connsiteX33" fmla="*/ 3051898 w 9611734"/>
              <a:gd name="connsiteY33" fmla="*/ 686924 h 1927097"/>
              <a:gd name="connsiteX34" fmla="*/ 2889427 w 9611734"/>
              <a:gd name="connsiteY34" fmla="*/ 503908 h 1927097"/>
              <a:gd name="connsiteX35" fmla="*/ 2772174 w 9611734"/>
              <a:gd name="connsiteY35" fmla="*/ 474688 h 1927097"/>
              <a:gd name="connsiteX36" fmla="*/ 2687872 w 9611734"/>
              <a:gd name="connsiteY36" fmla="*/ 394203 h 1927097"/>
              <a:gd name="connsiteX37" fmla="*/ 2791804 w 9611734"/>
              <a:gd name="connsiteY37" fmla="*/ 316167 h 1927097"/>
              <a:gd name="connsiteX38" fmla="*/ 2916418 w 9611734"/>
              <a:gd name="connsiteY38" fmla="*/ 433221 h 1927097"/>
              <a:gd name="connsiteX39" fmla="*/ 3038578 w 9611734"/>
              <a:gd name="connsiteY39" fmla="*/ 396652 h 1927097"/>
              <a:gd name="connsiteX40" fmla="*/ 2803897 w 9611734"/>
              <a:gd name="connsiteY40" fmla="*/ 251429 h 1927097"/>
              <a:gd name="connsiteX41" fmla="*/ 3409965 w 9611734"/>
              <a:gd name="connsiteY41" fmla="*/ 818675 h 1927097"/>
              <a:gd name="connsiteX42" fmla="*/ 3263268 w 9611734"/>
              <a:gd name="connsiteY42" fmla="*/ 568646 h 1927097"/>
              <a:gd name="connsiteX43" fmla="*/ 3409965 w 9611734"/>
              <a:gd name="connsiteY43" fmla="*/ 318617 h 1927097"/>
              <a:gd name="connsiteX44" fmla="*/ 3556663 w 9611734"/>
              <a:gd name="connsiteY44" fmla="*/ 568646 h 1927097"/>
              <a:gd name="connsiteX45" fmla="*/ 3409965 w 9611734"/>
              <a:gd name="connsiteY45" fmla="*/ 818675 h 1927097"/>
              <a:gd name="connsiteX46" fmla="*/ 3409965 w 9611734"/>
              <a:gd name="connsiteY46" fmla="*/ 251429 h 1927097"/>
              <a:gd name="connsiteX47" fmla="*/ 3111839 w 9611734"/>
              <a:gd name="connsiteY47" fmla="*/ 568646 h 1927097"/>
              <a:gd name="connsiteX48" fmla="*/ 3409965 w 9611734"/>
              <a:gd name="connsiteY48" fmla="*/ 885863 h 1927097"/>
              <a:gd name="connsiteX49" fmla="*/ 3708092 w 9611734"/>
              <a:gd name="connsiteY49" fmla="*/ 568646 h 1927097"/>
              <a:gd name="connsiteX50" fmla="*/ 3409965 w 9611734"/>
              <a:gd name="connsiteY50" fmla="*/ 251429 h 1927097"/>
              <a:gd name="connsiteX51" fmla="*/ 4113656 w 9611734"/>
              <a:gd name="connsiteY51" fmla="*/ 251429 h 1927097"/>
              <a:gd name="connsiteX52" fmla="*/ 3945051 w 9611734"/>
              <a:gd name="connsiteY52" fmla="*/ 340488 h 1927097"/>
              <a:gd name="connsiteX53" fmla="*/ 3937690 w 9611734"/>
              <a:gd name="connsiteY53" fmla="*/ 340488 h 1927097"/>
              <a:gd name="connsiteX54" fmla="*/ 3937690 w 9611734"/>
              <a:gd name="connsiteY54" fmla="*/ 263677 h 1927097"/>
              <a:gd name="connsiteX55" fmla="*/ 3793446 w 9611734"/>
              <a:gd name="connsiteY55" fmla="*/ 263677 h 1927097"/>
              <a:gd name="connsiteX56" fmla="*/ 3793446 w 9611734"/>
              <a:gd name="connsiteY56" fmla="*/ 873615 h 1927097"/>
              <a:gd name="connsiteX57" fmla="*/ 3937690 w 9611734"/>
              <a:gd name="connsiteY57" fmla="*/ 873615 h 1927097"/>
              <a:gd name="connsiteX58" fmla="*/ 3937690 w 9611734"/>
              <a:gd name="connsiteY58" fmla="*/ 479412 h 1927097"/>
              <a:gd name="connsiteX59" fmla="*/ 4058623 w 9611734"/>
              <a:gd name="connsiteY59" fmla="*/ 336638 h 1927097"/>
              <a:gd name="connsiteX60" fmla="*/ 4162555 w 9611734"/>
              <a:gd name="connsiteY60" fmla="*/ 456142 h 1927097"/>
              <a:gd name="connsiteX61" fmla="*/ 4162555 w 9611734"/>
              <a:gd name="connsiteY61" fmla="*/ 873265 h 1927097"/>
              <a:gd name="connsiteX62" fmla="*/ 4306799 w 9611734"/>
              <a:gd name="connsiteY62" fmla="*/ 873265 h 1927097"/>
              <a:gd name="connsiteX63" fmla="*/ 4306799 w 9611734"/>
              <a:gd name="connsiteY63" fmla="*/ 455092 h 1927097"/>
              <a:gd name="connsiteX64" fmla="*/ 4113656 w 9611734"/>
              <a:gd name="connsiteY64" fmla="*/ 251429 h 1927097"/>
              <a:gd name="connsiteX65" fmla="*/ 6255401 w 9611734"/>
              <a:gd name="connsiteY65" fmla="*/ 818675 h 1927097"/>
              <a:gd name="connsiteX66" fmla="*/ 6108704 w 9611734"/>
              <a:gd name="connsiteY66" fmla="*/ 568646 h 1927097"/>
              <a:gd name="connsiteX67" fmla="*/ 6255401 w 9611734"/>
              <a:gd name="connsiteY67" fmla="*/ 318617 h 1927097"/>
              <a:gd name="connsiteX68" fmla="*/ 6402098 w 9611734"/>
              <a:gd name="connsiteY68" fmla="*/ 568646 h 1927097"/>
              <a:gd name="connsiteX69" fmla="*/ 6255401 w 9611734"/>
              <a:gd name="connsiteY69" fmla="*/ 818675 h 1927097"/>
              <a:gd name="connsiteX70" fmla="*/ 6255401 w 9611734"/>
              <a:gd name="connsiteY70" fmla="*/ 251429 h 1927097"/>
              <a:gd name="connsiteX71" fmla="*/ 5957274 w 9611734"/>
              <a:gd name="connsiteY71" fmla="*/ 568646 h 1927097"/>
              <a:gd name="connsiteX72" fmla="*/ 6255401 w 9611734"/>
              <a:gd name="connsiteY72" fmla="*/ 885863 h 1927097"/>
              <a:gd name="connsiteX73" fmla="*/ 6553528 w 9611734"/>
              <a:gd name="connsiteY73" fmla="*/ 568646 h 1927097"/>
              <a:gd name="connsiteX74" fmla="*/ 6255401 w 9611734"/>
              <a:gd name="connsiteY74" fmla="*/ 251429 h 1927097"/>
              <a:gd name="connsiteX75" fmla="*/ 7588295 w 9611734"/>
              <a:gd name="connsiteY75" fmla="*/ 251429 h 1927097"/>
              <a:gd name="connsiteX76" fmla="*/ 7419689 w 9611734"/>
              <a:gd name="connsiteY76" fmla="*/ 340488 h 1927097"/>
              <a:gd name="connsiteX77" fmla="*/ 7412328 w 9611734"/>
              <a:gd name="connsiteY77" fmla="*/ 340488 h 1927097"/>
              <a:gd name="connsiteX78" fmla="*/ 7412328 w 9611734"/>
              <a:gd name="connsiteY78" fmla="*/ 263677 h 1927097"/>
              <a:gd name="connsiteX79" fmla="*/ 7268085 w 9611734"/>
              <a:gd name="connsiteY79" fmla="*/ 263677 h 1927097"/>
              <a:gd name="connsiteX80" fmla="*/ 7268085 w 9611734"/>
              <a:gd name="connsiteY80" fmla="*/ 873615 h 1927097"/>
              <a:gd name="connsiteX81" fmla="*/ 7412328 w 9611734"/>
              <a:gd name="connsiteY81" fmla="*/ 873615 h 1927097"/>
              <a:gd name="connsiteX82" fmla="*/ 7412328 w 9611734"/>
              <a:gd name="connsiteY82" fmla="*/ 479412 h 1927097"/>
              <a:gd name="connsiteX83" fmla="*/ 7533262 w 9611734"/>
              <a:gd name="connsiteY83" fmla="*/ 336638 h 1927097"/>
              <a:gd name="connsiteX84" fmla="*/ 7637194 w 9611734"/>
              <a:gd name="connsiteY84" fmla="*/ 456142 h 1927097"/>
              <a:gd name="connsiteX85" fmla="*/ 7637194 w 9611734"/>
              <a:gd name="connsiteY85" fmla="*/ 873265 h 1927097"/>
              <a:gd name="connsiteX86" fmla="*/ 7781438 w 9611734"/>
              <a:gd name="connsiteY86" fmla="*/ 873265 h 1927097"/>
              <a:gd name="connsiteX87" fmla="*/ 7781438 w 9611734"/>
              <a:gd name="connsiteY87" fmla="*/ 455092 h 1927097"/>
              <a:gd name="connsiteX88" fmla="*/ 7588295 w 9611734"/>
              <a:gd name="connsiteY88" fmla="*/ 251429 h 1927097"/>
              <a:gd name="connsiteX89" fmla="*/ 8108833 w 9611734"/>
              <a:gd name="connsiteY89" fmla="*/ 251429 h 1927097"/>
              <a:gd name="connsiteX90" fmla="*/ 7875380 w 9611734"/>
              <a:gd name="connsiteY90" fmla="*/ 427097 h 1927097"/>
              <a:gd name="connsiteX91" fmla="*/ 8023304 w 9611734"/>
              <a:gd name="connsiteY91" fmla="*/ 602765 h 1927097"/>
              <a:gd name="connsiteX92" fmla="*/ 8145464 w 9611734"/>
              <a:gd name="connsiteY92" fmla="*/ 633209 h 1927097"/>
              <a:gd name="connsiteX93" fmla="*/ 8239581 w 9611734"/>
              <a:gd name="connsiteY93" fmla="*/ 723493 h 1927097"/>
              <a:gd name="connsiteX94" fmla="*/ 8118648 w 9611734"/>
              <a:gd name="connsiteY94" fmla="*/ 821125 h 1927097"/>
              <a:gd name="connsiteX95" fmla="*/ 7979312 w 9611734"/>
              <a:gd name="connsiteY95" fmla="*/ 679576 h 1927097"/>
              <a:gd name="connsiteX96" fmla="*/ 7849791 w 9611734"/>
              <a:gd name="connsiteY96" fmla="*/ 716144 h 1927097"/>
              <a:gd name="connsiteX97" fmla="*/ 8102699 w 9611734"/>
              <a:gd name="connsiteY97" fmla="*/ 885688 h 1927097"/>
              <a:gd name="connsiteX98" fmla="*/ 8356834 w 9611734"/>
              <a:gd name="connsiteY98" fmla="*/ 686924 h 1927097"/>
              <a:gd name="connsiteX99" fmla="*/ 8194363 w 9611734"/>
              <a:gd name="connsiteY99" fmla="*/ 503908 h 1927097"/>
              <a:gd name="connsiteX100" fmla="*/ 8077110 w 9611734"/>
              <a:gd name="connsiteY100" fmla="*/ 474688 h 1927097"/>
              <a:gd name="connsiteX101" fmla="*/ 7992808 w 9611734"/>
              <a:gd name="connsiteY101" fmla="*/ 394203 h 1927097"/>
              <a:gd name="connsiteX102" fmla="*/ 8096740 w 9611734"/>
              <a:gd name="connsiteY102" fmla="*/ 316167 h 1927097"/>
              <a:gd name="connsiteX103" fmla="*/ 8221353 w 9611734"/>
              <a:gd name="connsiteY103" fmla="*/ 433221 h 1927097"/>
              <a:gd name="connsiteX104" fmla="*/ 8343514 w 9611734"/>
              <a:gd name="connsiteY104" fmla="*/ 396652 h 1927097"/>
              <a:gd name="connsiteX105" fmla="*/ 8108833 w 9611734"/>
              <a:gd name="connsiteY105" fmla="*/ 251429 h 1927097"/>
              <a:gd name="connsiteX106" fmla="*/ 8714726 w 9611734"/>
              <a:gd name="connsiteY106" fmla="*/ 818675 h 1927097"/>
              <a:gd name="connsiteX107" fmla="*/ 8568028 w 9611734"/>
              <a:gd name="connsiteY107" fmla="*/ 568646 h 1927097"/>
              <a:gd name="connsiteX108" fmla="*/ 8714726 w 9611734"/>
              <a:gd name="connsiteY108" fmla="*/ 318617 h 1927097"/>
              <a:gd name="connsiteX109" fmla="*/ 8861423 w 9611734"/>
              <a:gd name="connsiteY109" fmla="*/ 568646 h 1927097"/>
              <a:gd name="connsiteX110" fmla="*/ 8714726 w 9611734"/>
              <a:gd name="connsiteY110" fmla="*/ 818675 h 1927097"/>
              <a:gd name="connsiteX111" fmla="*/ 8714726 w 9611734"/>
              <a:gd name="connsiteY111" fmla="*/ 251429 h 1927097"/>
              <a:gd name="connsiteX112" fmla="*/ 8416599 w 9611734"/>
              <a:gd name="connsiteY112" fmla="*/ 568646 h 1927097"/>
              <a:gd name="connsiteX113" fmla="*/ 8714726 w 9611734"/>
              <a:gd name="connsiteY113" fmla="*/ 885863 h 1927097"/>
              <a:gd name="connsiteX114" fmla="*/ 9012852 w 9611734"/>
              <a:gd name="connsiteY114" fmla="*/ 568646 h 1927097"/>
              <a:gd name="connsiteX115" fmla="*/ 8714726 w 9611734"/>
              <a:gd name="connsiteY115" fmla="*/ 251429 h 1927097"/>
              <a:gd name="connsiteX116" fmla="*/ 9418592 w 9611734"/>
              <a:gd name="connsiteY116" fmla="*/ 251429 h 1927097"/>
              <a:gd name="connsiteX117" fmla="*/ 9249987 w 9611734"/>
              <a:gd name="connsiteY117" fmla="*/ 340488 h 1927097"/>
              <a:gd name="connsiteX118" fmla="*/ 9242625 w 9611734"/>
              <a:gd name="connsiteY118" fmla="*/ 340488 h 1927097"/>
              <a:gd name="connsiteX119" fmla="*/ 9242625 w 9611734"/>
              <a:gd name="connsiteY119" fmla="*/ 263677 h 1927097"/>
              <a:gd name="connsiteX120" fmla="*/ 9098382 w 9611734"/>
              <a:gd name="connsiteY120" fmla="*/ 263677 h 1927097"/>
              <a:gd name="connsiteX121" fmla="*/ 9098382 w 9611734"/>
              <a:gd name="connsiteY121" fmla="*/ 873615 h 1927097"/>
              <a:gd name="connsiteX122" fmla="*/ 9242625 w 9611734"/>
              <a:gd name="connsiteY122" fmla="*/ 873615 h 1927097"/>
              <a:gd name="connsiteX123" fmla="*/ 9242625 w 9611734"/>
              <a:gd name="connsiteY123" fmla="*/ 479412 h 1927097"/>
              <a:gd name="connsiteX124" fmla="*/ 9363559 w 9611734"/>
              <a:gd name="connsiteY124" fmla="*/ 336638 h 1927097"/>
              <a:gd name="connsiteX125" fmla="*/ 9467491 w 9611734"/>
              <a:gd name="connsiteY125" fmla="*/ 456142 h 1927097"/>
              <a:gd name="connsiteX126" fmla="*/ 9467491 w 9611734"/>
              <a:gd name="connsiteY126" fmla="*/ 873265 h 1927097"/>
              <a:gd name="connsiteX127" fmla="*/ 9611734 w 9611734"/>
              <a:gd name="connsiteY127" fmla="*/ 873265 h 1927097"/>
              <a:gd name="connsiteX128" fmla="*/ 9611734 w 9611734"/>
              <a:gd name="connsiteY128" fmla="*/ 455092 h 1927097"/>
              <a:gd name="connsiteX129" fmla="*/ 9418592 w 9611734"/>
              <a:gd name="connsiteY129" fmla="*/ 251429 h 1927097"/>
              <a:gd name="connsiteX130" fmla="*/ 566984 w 9611734"/>
              <a:gd name="connsiteY130" fmla="*/ 19596 h 1927097"/>
              <a:gd name="connsiteX131" fmla="*/ 415379 w 9611734"/>
              <a:gd name="connsiteY131" fmla="*/ 19596 h 1927097"/>
              <a:gd name="connsiteX132" fmla="*/ 415379 w 9611734"/>
              <a:gd name="connsiteY132" fmla="*/ 650356 h 1927097"/>
              <a:gd name="connsiteX133" fmla="*/ 283404 w 9611734"/>
              <a:gd name="connsiteY133" fmla="*/ 813776 h 1927097"/>
              <a:gd name="connsiteX134" fmla="*/ 151429 w 9611734"/>
              <a:gd name="connsiteY134" fmla="*/ 638108 h 1927097"/>
              <a:gd name="connsiteX135" fmla="*/ 151429 w 9611734"/>
              <a:gd name="connsiteY135" fmla="*/ 521055 h 1927097"/>
              <a:gd name="connsiteX136" fmla="*/ 0 w 9611734"/>
              <a:gd name="connsiteY136" fmla="*/ 558848 h 1927097"/>
              <a:gd name="connsiteX137" fmla="*/ 0 w 9611734"/>
              <a:gd name="connsiteY137" fmla="*/ 611338 h 1927097"/>
              <a:gd name="connsiteX138" fmla="*/ 283580 w 9611734"/>
              <a:gd name="connsiteY138" fmla="*/ 893212 h 1927097"/>
              <a:gd name="connsiteX139" fmla="*/ 566984 w 9611734"/>
              <a:gd name="connsiteY139" fmla="*/ 611338 h 1927097"/>
              <a:gd name="connsiteX140" fmla="*/ 566984 w 9611734"/>
              <a:gd name="connsiteY140" fmla="*/ 19596 h 1927097"/>
              <a:gd name="connsiteX141" fmla="*/ 1478364 w 9611734"/>
              <a:gd name="connsiteY141" fmla="*/ 19596 h 1927097"/>
              <a:gd name="connsiteX142" fmla="*/ 1334121 w 9611734"/>
              <a:gd name="connsiteY142" fmla="*/ 19596 h 1927097"/>
              <a:gd name="connsiteX143" fmla="*/ 1334121 w 9611734"/>
              <a:gd name="connsiteY143" fmla="*/ 873440 h 1927097"/>
              <a:gd name="connsiteX144" fmla="*/ 1478364 w 9611734"/>
              <a:gd name="connsiteY144" fmla="*/ 873440 h 1927097"/>
              <a:gd name="connsiteX145" fmla="*/ 1478364 w 9611734"/>
              <a:gd name="connsiteY145" fmla="*/ 479412 h 1927097"/>
              <a:gd name="connsiteX146" fmla="*/ 1599298 w 9611734"/>
              <a:gd name="connsiteY146" fmla="*/ 336638 h 1927097"/>
              <a:gd name="connsiteX147" fmla="*/ 1703230 w 9611734"/>
              <a:gd name="connsiteY147" fmla="*/ 456142 h 1927097"/>
              <a:gd name="connsiteX148" fmla="*/ 1703230 w 9611734"/>
              <a:gd name="connsiteY148" fmla="*/ 873265 h 1927097"/>
              <a:gd name="connsiteX149" fmla="*/ 1847474 w 9611734"/>
              <a:gd name="connsiteY149" fmla="*/ 873265 h 1927097"/>
              <a:gd name="connsiteX150" fmla="*/ 1847474 w 9611734"/>
              <a:gd name="connsiteY150" fmla="*/ 455092 h 1927097"/>
              <a:gd name="connsiteX151" fmla="*/ 1654331 w 9611734"/>
              <a:gd name="connsiteY151" fmla="*/ 251429 h 1927097"/>
              <a:gd name="connsiteX152" fmla="*/ 1485726 w 9611734"/>
              <a:gd name="connsiteY152" fmla="*/ 340488 h 1927097"/>
              <a:gd name="connsiteX153" fmla="*/ 1478364 w 9611734"/>
              <a:gd name="connsiteY153" fmla="*/ 340488 h 1927097"/>
              <a:gd name="connsiteX154" fmla="*/ 1478364 w 9611734"/>
              <a:gd name="connsiteY154" fmla="*/ 19596 h 1927097"/>
              <a:gd name="connsiteX155" fmla="*/ 5871744 w 9611734"/>
              <a:gd name="connsiteY155" fmla="*/ 19596 h 1927097"/>
              <a:gd name="connsiteX156" fmla="*/ 5720315 w 9611734"/>
              <a:gd name="connsiteY156" fmla="*/ 19596 h 1927097"/>
              <a:gd name="connsiteX157" fmla="*/ 5720315 w 9611734"/>
              <a:gd name="connsiteY157" fmla="*/ 650356 h 1927097"/>
              <a:gd name="connsiteX158" fmla="*/ 5588340 w 9611734"/>
              <a:gd name="connsiteY158" fmla="*/ 813776 h 1927097"/>
              <a:gd name="connsiteX159" fmla="*/ 5456366 w 9611734"/>
              <a:gd name="connsiteY159" fmla="*/ 638108 h 1927097"/>
              <a:gd name="connsiteX160" fmla="*/ 5456366 w 9611734"/>
              <a:gd name="connsiteY160" fmla="*/ 521055 h 1927097"/>
              <a:gd name="connsiteX161" fmla="*/ 5304936 w 9611734"/>
              <a:gd name="connsiteY161" fmla="*/ 558848 h 1927097"/>
              <a:gd name="connsiteX162" fmla="*/ 5304936 w 9611734"/>
              <a:gd name="connsiteY162" fmla="*/ 611338 h 1927097"/>
              <a:gd name="connsiteX163" fmla="*/ 5588515 w 9611734"/>
              <a:gd name="connsiteY163" fmla="*/ 893212 h 1927097"/>
              <a:gd name="connsiteX164" fmla="*/ 5871920 w 9611734"/>
              <a:gd name="connsiteY164" fmla="*/ 611338 h 1927097"/>
              <a:gd name="connsiteX165" fmla="*/ 5871920 w 9611734"/>
              <a:gd name="connsiteY165" fmla="*/ 19596 h 1927097"/>
              <a:gd name="connsiteX166" fmla="*/ 6783125 w 9611734"/>
              <a:gd name="connsiteY166" fmla="*/ 19596 h 1927097"/>
              <a:gd name="connsiteX167" fmla="*/ 6638882 w 9611734"/>
              <a:gd name="connsiteY167" fmla="*/ 19596 h 1927097"/>
              <a:gd name="connsiteX168" fmla="*/ 6638882 w 9611734"/>
              <a:gd name="connsiteY168" fmla="*/ 873440 h 1927097"/>
              <a:gd name="connsiteX169" fmla="*/ 6783125 w 9611734"/>
              <a:gd name="connsiteY169" fmla="*/ 873440 h 1927097"/>
              <a:gd name="connsiteX170" fmla="*/ 6783125 w 9611734"/>
              <a:gd name="connsiteY170" fmla="*/ 479412 h 1927097"/>
              <a:gd name="connsiteX171" fmla="*/ 6904059 w 9611734"/>
              <a:gd name="connsiteY171" fmla="*/ 336638 h 1927097"/>
              <a:gd name="connsiteX172" fmla="*/ 7007991 w 9611734"/>
              <a:gd name="connsiteY172" fmla="*/ 456142 h 1927097"/>
              <a:gd name="connsiteX173" fmla="*/ 7007991 w 9611734"/>
              <a:gd name="connsiteY173" fmla="*/ 873265 h 1927097"/>
              <a:gd name="connsiteX174" fmla="*/ 7152234 w 9611734"/>
              <a:gd name="connsiteY174" fmla="*/ 873265 h 1927097"/>
              <a:gd name="connsiteX175" fmla="*/ 7152234 w 9611734"/>
              <a:gd name="connsiteY175" fmla="*/ 455092 h 1927097"/>
              <a:gd name="connsiteX176" fmla="*/ 6959092 w 9611734"/>
              <a:gd name="connsiteY176" fmla="*/ 251429 h 1927097"/>
              <a:gd name="connsiteX177" fmla="*/ 6790486 w 9611734"/>
              <a:gd name="connsiteY177" fmla="*/ 340488 h 1927097"/>
              <a:gd name="connsiteX178" fmla="*/ 6783125 w 9611734"/>
              <a:gd name="connsiteY178" fmla="*/ 340488 h 1927097"/>
              <a:gd name="connsiteX179" fmla="*/ 6783125 w 9611734"/>
              <a:gd name="connsiteY179" fmla="*/ 19596 h 1927097"/>
              <a:gd name="connsiteX180" fmla="*/ 4781944 w 9611734"/>
              <a:gd name="connsiteY180" fmla="*/ 803978 h 1927097"/>
              <a:gd name="connsiteX181" fmla="*/ 4592482 w 9611734"/>
              <a:gd name="connsiteY181" fmla="*/ 607489 h 1927097"/>
              <a:gd name="connsiteX182" fmla="*/ 4666970 w 9611734"/>
              <a:gd name="connsiteY182" fmla="*/ 452642 h 1927097"/>
              <a:gd name="connsiteX183" fmla="*/ 4943188 w 9611734"/>
              <a:gd name="connsiteY183" fmla="*/ 753937 h 1927097"/>
              <a:gd name="connsiteX184" fmla="*/ 4781944 w 9611734"/>
              <a:gd name="connsiteY184" fmla="*/ 803978 h 1927097"/>
              <a:gd name="connsiteX185" fmla="*/ 5050801 w 9611734"/>
              <a:gd name="connsiteY185" fmla="*/ 653855 h 1927097"/>
              <a:gd name="connsiteX186" fmla="*/ 4811388 w 9611734"/>
              <a:gd name="connsiteY186" fmla="*/ 390354 h 1927097"/>
              <a:gd name="connsiteX187" fmla="*/ 4929868 w 9611734"/>
              <a:gd name="connsiteY187" fmla="*/ 367083 h 1927097"/>
              <a:gd name="connsiteX188" fmla="*/ 5089885 w 9611734"/>
              <a:gd name="connsiteY188" fmla="*/ 523154 h 1927097"/>
              <a:gd name="connsiteX189" fmla="*/ 5050801 w 9611734"/>
              <a:gd name="connsiteY189" fmla="*/ 653855 h 1927097"/>
              <a:gd name="connsiteX190" fmla="*/ 4778263 w 9611734"/>
              <a:gd name="connsiteY190" fmla="*/ 355010 h 1927097"/>
              <a:gd name="connsiteX191" fmla="*/ 4725684 w 9611734"/>
              <a:gd name="connsiteY191" fmla="*/ 296396 h 1927097"/>
              <a:gd name="connsiteX192" fmla="*/ 4665743 w 9611734"/>
              <a:gd name="connsiteY192" fmla="*/ 175668 h 1927097"/>
              <a:gd name="connsiteX193" fmla="*/ 4781768 w 9611734"/>
              <a:gd name="connsiteY193" fmla="*/ 64738 h 1927097"/>
              <a:gd name="connsiteX194" fmla="*/ 4896568 w 9611734"/>
              <a:gd name="connsiteY194" fmla="*/ 181792 h 1927097"/>
              <a:gd name="connsiteX195" fmla="*/ 4778263 w 9611734"/>
              <a:gd name="connsiteY195" fmla="*/ 355010 h 1927097"/>
              <a:gd name="connsiteX196" fmla="*/ 4785624 w 9611734"/>
              <a:gd name="connsiteY196" fmla="*/ 0 h 1927097"/>
              <a:gd name="connsiteX197" fmla="*/ 4533943 w 9611734"/>
              <a:gd name="connsiteY197" fmla="*/ 211011 h 1927097"/>
              <a:gd name="connsiteX198" fmla="*/ 4631741 w 9611734"/>
              <a:gd name="connsiteY198" fmla="*/ 414674 h 1927097"/>
              <a:gd name="connsiteX199" fmla="*/ 4632968 w 9611734"/>
              <a:gd name="connsiteY199" fmla="*/ 417124 h 1927097"/>
              <a:gd name="connsiteX200" fmla="*/ 4458228 w 9611734"/>
              <a:gd name="connsiteY200" fmla="*/ 662254 h 1927097"/>
              <a:gd name="connsiteX201" fmla="*/ 4703775 w 9611734"/>
              <a:gd name="connsiteY201" fmla="*/ 892862 h 1927097"/>
              <a:gd name="connsiteX202" fmla="*/ 4979994 w 9611734"/>
              <a:gd name="connsiteY202" fmla="*/ 794005 h 1927097"/>
              <a:gd name="connsiteX203" fmla="*/ 5053255 w 9611734"/>
              <a:gd name="connsiteY203" fmla="*/ 873265 h 1927097"/>
              <a:gd name="connsiteX204" fmla="*/ 5245170 w 9611734"/>
              <a:gd name="connsiteY204" fmla="*/ 873265 h 1927097"/>
              <a:gd name="connsiteX205" fmla="*/ 5245170 w 9611734"/>
              <a:gd name="connsiteY205" fmla="*/ 867141 h 1927097"/>
              <a:gd name="connsiteX206" fmla="*/ 5088834 w 9611734"/>
              <a:gd name="connsiteY206" fmla="*/ 695148 h 1927097"/>
              <a:gd name="connsiteX207" fmla="*/ 5192766 w 9611734"/>
              <a:gd name="connsiteY207" fmla="*/ 457191 h 1927097"/>
              <a:gd name="connsiteX208" fmla="*/ 5032749 w 9611734"/>
              <a:gd name="connsiteY208" fmla="*/ 302345 h 1927097"/>
              <a:gd name="connsiteX209" fmla="*/ 4886051 w 9611734"/>
              <a:gd name="connsiteY209" fmla="*/ 331564 h 1927097"/>
              <a:gd name="connsiteX210" fmla="*/ 4883598 w 9611734"/>
              <a:gd name="connsiteY210" fmla="*/ 326665 h 1927097"/>
              <a:gd name="connsiteX211" fmla="*/ 5015573 w 9611734"/>
              <a:gd name="connsiteY211" fmla="*/ 165695 h 1927097"/>
              <a:gd name="connsiteX212" fmla="*/ 4785624 w 9611734"/>
              <a:gd name="connsiteY212" fmla="*/ 0 h 1927097"/>
              <a:gd name="connsiteX213" fmla="*/ 1128885 w 9611734"/>
              <a:gd name="connsiteY213" fmla="*/ 1543918 h 1927097"/>
              <a:gd name="connsiteX214" fmla="*/ 1293810 w 9611734"/>
              <a:gd name="connsiteY214" fmla="*/ 1375599 h 1927097"/>
              <a:gd name="connsiteX215" fmla="*/ 1441734 w 9611734"/>
              <a:gd name="connsiteY215" fmla="*/ 1543918 h 1927097"/>
              <a:gd name="connsiteX216" fmla="*/ 1128885 w 9611734"/>
              <a:gd name="connsiteY216" fmla="*/ 1543918 h 1927097"/>
              <a:gd name="connsiteX217" fmla="*/ 1293810 w 9611734"/>
              <a:gd name="connsiteY217" fmla="*/ 1292664 h 1927097"/>
              <a:gd name="connsiteX218" fmla="*/ 1020045 w 9611734"/>
              <a:gd name="connsiteY218" fmla="*/ 1614780 h 1927097"/>
              <a:gd name="connsiteX219" fmla="*/ 1293810 w 9611734"/>
              <a:gd name="connsiteY219" fmla="*/ 1927098 h 1927097"/>
              <a:gd name="connsiteX220" fmla="*/ 1543037 w 9611734"/>
              <a:gd name="connsiteY220" fmla="*/ 1728334 h 1927097"/>
              <a:gd name="connsiteX221" fmla="*/ 1450147 w 9611734"/>
              <a:gd name="connsiteY221" fmla="*/ 1704013 h 1927097"/>
              <a:gd name="connsiteX222" fmla="*/ 1303450 w 9611734"/>
              <a:gd name="connsiteY222" fmla="*/ 1841888 h 1927097"/>
              <a:gd name="connsiteX223" fmla="*/ 1125029 w 9611734"/>
              <a:gd name="connsiteY223" fmla="*/ 1616180 h 1927097"/>
              <a:gd name="connsiteX224" fmla="*/ 1544089 w 9611734"/>
              <a:gd name="connsiteY224" fmla="*/ 1616180 h 1927097"/>
              <a:gd name="connsiteX225" fmla="*/ 1544089 w 9611734"/>
              <a:gd name="connsiteY225" fmla="*/ 1582061 h 1927097"/>
              <a:gd name="connsiteX226" fmla="*/ 1293810 w 9611734"/>
              <a:gd name="connsiteY226" fmla="*/ 1292664 h 1927097"/>
              <a:gd name="connsiteX227" fmla="*/ 2967595 w 9611734"/>
              <a:gd name="connsiteY227" fmla="*/ 1543918 h 1927097"/>
              <a:gd name="connsiteX228" fmla="*/ 3132520 w 9611734"/>
              <a:gd name="connsiteY228" fmla="*/ 1375599 h 1927097"/>
              <a:gd name="connsiteX229" fmla="*/ 3280444 w 9611734"/>
              <a:gd name="connsiteY229" fmla="*/ 1543918 h 1927097"/>
              <a:gd name="connsiteX230" fmla="*/ 2967595 w 9611734"/>
              <a:gd name="connsiteY230" fmla="*/ 1543918 h 1927097"/>
              <a:gd name="connsiteX231" fmla="*/ 3132520 w 9611734"/>
              <a:gd name="connsiteY231" fmla="*/ 1292664 h 1927097"/>
              <a:gd name="connsiteX232" fmla="*/ 2858756 w 9611734"/>
              <a:gd name="connsiteY232" fmla="*/ 1614780 h 1927097"/>
              <a:gd name="connsiteX233" fmla="*/ 3132520 w 9611734"/>
              <a:gd name="connsiteY233" fmla="*/ 1927098 h 1927097"/>
              <a:gd name="connsiteX234" fmla="*/ 3381748 w 9611734"/>
              <a:gd name="connsiteY234" fmla="*/ 1728334 h 1927097"/>
              <a:gd name="connsiteX235" fmla="*/ 3288857 w 9611734"/>
              <a:gd name="connsiteY235" fmla="*/ 1704013 h 1927097"/>
              <a:gd name="connsiteX236" fmla="*/ 3142160 w 9611734"/>
              <a:gd name="connsiteY236" fmla="*/ 1841888 h 1927097"/>
              <a:gd name="connsiteX237" fmla="*/ 2963740 w 9611734"/>
              <a:gd name="connsiteY237" fmla="*/ 1616180 h 1927097"/>
              <a:gd name="connsiteX238" fmla="*/ 3382799 w 9611734"/>
              <a:gd name="connsiteY238" fmla="*/ 1616180 h 1927097"/>
              <a:gd name="connsiteX239" fmla="*/ 3382799 w 9611734"/>
              <a:gd name="connsiteY239" fmla="*/ 1582061 h 1927097"/>
              <a:gd name="connsiteX240" fmla="*/ 3132520 w 9611734"/>
              <a:gd name="connsiteY240" fmla="*/ 1292664 h 1927097"/>
              <a:gd name="connsiteX241" fmla="*/ 3766631 w 9611734"/>
              <a:gd name="connsiteY241" fmla="*/ 1292664 h 1927097"/>
              <a:gd name="connsiteX242" fmla="*/ 3485505 w 9611734"/>
              <a:gd name="connsiteY242" fmla="*/ 1616005 h 1927097"/>
              <a:gd name="connsiteX243" fmla="*/ 3761723 w 9611734"/>
              <a:gd name="connsiteY243" fmla="*/ 1927098 h 1927097"/>
              <a:gd name="connsiteX244" fmla="*/ 4012178 w 9611734"/>
              <a:gd name="connsiteY244" fmla="*/ 1709962 h 1927097"/>
              <a:gd name="connsiteX245" fmla="*/ 3915606 w 9611734"/>
              <a:gd name="connsiteY245" fmla="*/ 1686692 h 1927097"/>
              <a:gd name="connsiteX246" fmla="*/ 3768909 w 9611734"/>
              <a:gd name="connsiteY246" fmla="*/ 1840313 h 1927097"/>
              <a:gd name="connsiteX247" fmla="*/ 3591716 w 9611734"/>
              <a:gd name="connsiteY247" fmla="*/ 1608481 h 1927097"/>
              <a:gd name="connsiteX248" fmla="*/ 3764002 w 9611734"/>
              <a:gd name="connsiteY248" fmla="*/ 1379098 h 1927097"/>
              <a:gd name="connsiteX249" fmla="*/ 3915606 w 9611734"/>
              <a:gd name="connsiteY249" fmla="*/ 1525546 h 1927097"/>
              <a:gd name="connsiteX250" fmla="*/ 4012178 w 9611734"/>
              <a:gd name="connsiteY250" fmla="*/ 1502275 h 1927097"/>
              <a:gd name="connsiteX251" fmla="*/ 3766631 w 9611734"/>
              <a:gd name="connsiteY251" fmla="*/ 1292664 h 1927097"/>
              <a:gd name="connsiteX252" fmla="*/ 879833 w 9611734"/>
              <a:gd name="connsiteY252" fmla="*/ 1060831 h 1927097"/>
              <a:gd name="connsiteX253" fmla="*/ 718589 w 9611734"/>
              <a:gd name="connsiteY253" fmla="*/ 1060831 h 1927097"/>
              <a:gd name="connsiteX254" fmla="*/ 465680 w 9611734"/>
              <a:gd name="connsiteY254" fmla="*/ 1748805 h 1927097"/>
              <a:gd name="connsiteX255" fmla="*/ 211545 w 9611734"/>
              <a:gd name="connsiteY255" fmla="*/ 1060831 h 1927097"/>
              <a:gd name="connsiteX256" fmla="*/ 42765 w 9611734"/>
              <a:gd name="connsiteY256" fmla="*/ 1060831 h 1927097"/>
              <a:gd name="connsiteX257" fmla="*/ 42765 w 9611734"/>
              <a:gd name="connsiteY257" fmla="*/ 1914675 h 1927097"/>
              <a:gd name="connsiteX258" fmla="*/ 148976 w 9611734"/>
              <a:gd name="connsiteY258" fmla="*/ 1914675 h 1927097"/>
              <a:gd name="connsiteX259" fmla="*/ 148976 w 9611734"/>
              <a:gd name="connsiteY259" fmla="*/ 1179284 h 1927097"/>
              <a:gd name="connsiteX260" fmla="*/ 421513 w 9611734"/>
              <a:gd name="connsiteY260" fmla="*/ 1914850 h 1927097"/>
              <a:gd name="connsiteX261" fmla="*/ 503362 w 9611734"/>
              <a:gd name="connsiteY261" fmla="*/ 1914850 h 1927097"/>
              <a:gd name="connsiteX262" fmla="*/ 773447 w 9611734"/>
              <a:gd name="connsiteY262" fmla="*/ 1178060 h 1927097"/>
              <a:gd name="connsiteX263" fmla="*/ 773447 w 9611734"/>
              <a:gd name="connsiteY263" fmla="*/ 1914850 h 1927097"/>
              <a:gd name="connsiteX264" fmla="*/ 879833 w 9611734"/>
              <a:gd name="connsiteY264" fmla="*/ 1914850 h 1927097"/>
              <a:gd name="connsiteX265" fmla="*/ 879833 w 9611734"/>
              <a:gd name="connsiteY265" fmla="*/ 1060831 h 1927097"/>
              <a:gd name="connsiteX266" fmla="*/ 1920559 w 9611734"/>
              <a:gd name="connsiteY266" fmla="*/ 1840488 h 1927097"/>
              <a:gd name="connsiteX267" fmla="*/ 1753181 w 9611734"/>
              <a:gd name="connsiteY267" fmla="*/ 1609881 h 1927097"/>
              <a:gd name="connsiteX268" fmla="*/ 1920559 w 9611734"/>
              <a:gd name="connsiteY268" fmla="*/ 1379273 h 1927097"/>
              <a:gd name="connsiteX269" fmla="*/ 2087938 w 9611734"/>
              <a:gd name="connsiteY269" fmla="*/ 1609881 h 1927097"/>
              <a:gd name="connsiteX270" fmla="*/ 1920559 w 9611734"/>
              <a:gd name="connsiteY270" fmla="*/ 1840488 h 1927097"/>
              <a:gd name="connsiteX271" fmla="*/ 2186963 w 9611734"/>
              <a:gd name="connsiteY271" fmla="*/ 1060831 h 1927097"/>
              <a:gd name="connsiteX272" fmla="*/ 2085659 w 9611734"/>
              <a:gd name="connsiteY272" fmla="*/ 1060831 h 1927097"/>
              <a:gd name="connsiteX273" fmla="*/ 2085659 w 9611734"/>
              <a:gd name="connsiteY273" fmla="*/ 1421965 h 1927097"/>
              <a:gd name="connsiteX274" fmla="*/ 1903559 w 9611734"/>
              <a:gd name="connsiteY274" fmla="*/ 1292664 h 1927097"/>
              <a:gd name="connsiteX275" fmla="*/ 1646970 w 9611734"/>
              <a:gd name="connsiteY275" fmla="*/ 1613555 h 1927097"/>
              <a:gd name="connsiteX276" fmla="*/ 1894971 w 9611734"/>
              <a:gd name="connsiteY276" fmla="*/ 1927098 h 1927097"/>
              <a:gd name="connsiteX277" fmla="*/ 2085659 w 9611734"/>
              <a:gd name="connsiteY277" fmla="*/ 1791672 h 1927097"/>
              <a:gd name="connsiteX278" fmla="*/ 2085659 w 9611734"/>
              <a:gd name="connsiteY278" fmla="*/ 1838039 h 1927097"/>
              <a:gd name="connsiteX279" fmla="*/ 2091794 w 9611734"/>
              <a:gd name="connsiteY279" fmla="*/ 1914850 h 1927097"/>
              <a:gd name="connsiteX280" fmla="*/ 2194499 w 9611734"/>
              <a:gd name="connsiteY280" fmla="*/ 1914850 h 1927097"/>
              <a:gd name="connsiteX281" fmla="*/ 2187138 w 9611734"/>
              <a:gd name="connsiteY281" fmla="*/ 1787998 h 1927097"/>
              <a:gd name="connsiteX282" fmla="*/ 2187138 w 9611734"/>
              <a:gd name="connsiteY282" fmla="*/ 1060831 h 1927097"/>
              <a:gd name="connsiteX283" fmla="*/ 2956729 w 9611734"/>
              <a:gd name="connsiteY283" fmla="*/ 1060831 h 1927097"/>
              <a:gd name="connsiteX284" fmla="*/ 2296854 w 9611734"/>
              <a:gd name="connsiteY284" fmla="*/ 1060831 h 1927097"/>
              <a:gd name="connsiteX285" fmla="*/ 2296854 w 9611734"/>
              <a:gd name="connsiteY285" fmla="*/ 1149890 h 1927097"/>
              <a:gd name="connsiteX286" fmla="*/ 2574300 w 9611734"/>
              <a:gd name="connsiteY286" fmla="*/ 1149890 h 1927097"/>
              <a:gd name="connsiteX287" fmla="*/ 2574300 w 9611734"/>
              <a:gd name="connsiteY287" fmla="*/ 1914850 h 1927097"/>
              <a:gd name="connsiteX288" fmla="*/ 2680686 w 9611734"/>
              <a:gd name="connsiteY288" fmla="*/ 1914850 h 1927097"/>
              <a:gd name="connsiteX289" fmla="*/ 2680686 w 9611734"/>
              <a:gd name="connsiteY289" fmla="*/ 1149890 h 1927097"/>
              <a:gd name="connsiteX290" fmla="*/ 2956904 w 9611734"/>
              <a:gd name="connsiteY290" fmla="*/ 1149890 h 1927097"/>
              <a:gd name="connsiteX291" fmla="*/ 2956904 w 9611734"/>
              <a:gd name="connsiteY291" fmla="*/ 1060831 h 1927097"/>
              <a:gd name="connsiteX292" fmla="*/ 4229682 w 9611734"/>
              <a:gd name="connsiteY292" fmla="*/ 1060831 h 1927097"/>
              <a:gd name="connsiteX293" fmla="*/ 4128203 w 9611734"/>
              <a:gd name="connsiteY293" fmla="*/ 1060831 h 1927097"/>
              <a:gd name="connsiteX294" fmla="*/ 4128203 w 9611734"/>
              <a:gd name="connsiteY294" fmla="*/ 1914675 h 1927097"/>
              <a:gd name="connsiteX295" fmla="*/ 4229682 w 9611734"/>
              <a:gd name="connsiteY295" fmla="*/ 1914675 h 1927097"/>
              <a:gd name="connsiteX296" fmla="*/ 4229682 w 9611734"/>
              <a:gd name="connsiteY296" fmla="*/ 1513473 h 1927097"/>
              <a:gd name="connsiteX297" fmla="*/ 4362884 w 9611734"/>
              <a:gd name="connsiteY297" fmla="*/ 1370699 h 1927097"/>
              <a:gd name="connsiteX298" fmla="*/ 4494859 w 9611734"/>
              <a:gd name="connsiteY298" fmla="*/ 1513473 h 1927097"/>
              <a:gd name="connsiteX299" fmla="*/ 4494859 w 9611734"/>
              <a:gd name="connsiteY299" fmla="*/ 1914850 h 1927097"/>
              <a:gd name="connsiteX300" fmla="*/ 4596338 w 9611734"/>
              <a:gd name="connsiteY300" fmla="*/ 1914850 h 1927097"/>
              <a:gd name="connsiteX301" fmla="*/ 4596338 w 9611734"/>
              <a:gd name="connsiteY301" fmla="*/ 1492827 h 1927097"/>
              <a:gd name="connsiteX302" fmla="*/ 4399515 w 9611734"/>
              <a:gd name="connsiteY302" fmla="*/ 1292839 h 1927097"/>
              <a:gd name="connsiteX303" fmla="*/ 4229682 w 9611734"/>
              <a:gd name="connsiteY303" fmla="*/ 1399044 h 1927097"/>
              <a:gd name="connsiteX304" fmla="*/ 4229682 w 9611734"/>
              <a:gd name="connsiteY304" fmla="*/ 1060831 h 192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Lst>
            <a:rect l="l" t="t" r="r" b="b"/>
            <a:pathLst>
              <a:path w="9611734" h="1927097">
                <a:moveTo>
                  <a:pt x="950465" y="818675"/>
                </a:moveTo>
                <a:cubicBezTo>
                  <a:pt x="856347" y="818675"/>
                  <a:pt x="803768" y="729617"/>
                  <a:pt x="803768" y="568646"/>
                </a:cubicBezTo>
                <a:cubicBezTo>
                  <a:pt x="803768" y="405226"/>
                  <a:pt x="856347" y="318617"/>
                  <a:pt x="950465" y="318617"/>
                </a:cubicBezTo>
                <a:cubicBezTo>
                  <a:pt x="1044582" y="318617"/>
                  <a:pt x="1097162" y="406451"/>
                  <a:pt x="1097162" y="568646"/>
                </a:cubicBezTo>
                <a:cubicBezTo>
                  <a:pt x="1097162" y="732066"/>
                  <a:pt x="1044582" y="818675"/>
                  <a:pt x="950465" y="818675"/>
                </a:cubicBezTo>
                <a:moveTo>
                  <a:pt x="950465" y="251429"/>
                </a:moveTo>
                <a:cubicBezTo>
                  <a:pt x="758549" y="251429"/>
                  <a:pt x="652338" y="394203"/>
                  <a:pt x="652338" y="568646"/>
                </a:cubicBezTo>
                <a:cubicBezTo>
                  <a:pt x="652338" y="743089"/>
                  <a:pt x="758724" y="885863"/>
                  <a:pt x="950465" y="885863"/>
                </a:cubicBezTo>
                <a:cubicBezTo>
                  <a:pt x="1142381" y="885863"/>
                  <a:pt x="1248591" y="743089"/>
                  <a:pt x="1248591" y="568646"/>
                </a:cubicBezTo>
                <a:cubicBezTo>
                  <a:pt x="1248767" y="394028"/>
                  <a:pt x="1142381" y="251429"/>
                  <a:pt x="950465" y="251429"/>
                </a:cubicBezTo>
                <a:moveTo>
                  <a:pt x="2283534" y="251429"/>
                </a:moveTo>
                <a:cubicBezTo>
                  <a:pt x="2193097" y="251429"/>
                  <a:pt x="2142971" y="290447"/>
                  <a:pt x="2114929" y="340488"/>
                </a:cubicBezTo>
                <a:lnTo>
                  <a:pt x="2107568" y="340488"/>
                </a:lnTo>
                <a:lnTo>
                  <a:pt x="2107568" y="263677"/>
                </a:lnTo>
                <a:lnTo>
                  <a:pt x="1963324" y="263677"/>
                </a:lnTo>
                <a:lnTo>
                  <a:pt x="1963324" y="873615"/>
                </a:lnTo>
                <a:lnTo>
                  <a:pt x="2107568" y="873615"/>
                </a:lnTo>
                <a:lnTo>
                  <a:pt x="2107568" y="479412"/>
                </a:lnTo>
                <a:cubicBezTo>
                  <a:pt x="2107568" y="389129"/>
                  <a:pt x="2154013" y="336638"/>
                  <a:pt x="2228501" y="336638"/>
                </a:cubicBezTo>
                <a:cubicBezTo>
                  <a:pt x="2300535" y="336638"/>
                  <a:pt x="2332433" y="384230"/>
                  <a:pt x="2332433" y="456142"/>
                </a:cubicBezTo>
                <a:lnTo>
                  <a:pt x="2332433" y="873265"/>
                </a:lnTo>
                <a:lnTo>
                  <a:pt x="2476677" y="873265"/>
                </a:lnTo>
                <a:lnTo>
                  <a:pt x="2476677" y="455092"/>
                </a:lnTo>
                <a:cubicBezTo>
                  <a:pt x="2476502" y="329465"/>
                  <a:pt x="2410602" y="251429"/>
                  <a:pt x="2283534" y="251429"/>
                </a:cubicBezTo>
                <a:moveTo>
                  <a:pt x="2803897" y="251429"/>
                </a:moveTo>
                <a:cubicBezTo>
                  <a:pt x="2670696" y="251429"/>
                  <a:pt x="2570444" y="307594"/>
                  <a:pt x="2570444" y="427097"/>
                </a:cubicBezTo>
                <a:cubicBezTo>
                  <a:pt x="2570444" y="528403"/>
                  <a:pt x="2640024" y="583168"/>
                  <a:pt x="2718368" y="602765"/>
                </a:cubicBezTo>
                <a:lnTo>
                  <a:pt x="2840528" y="633209"/>
                </a:lnTo>
                <a:cubicBezTo>
                  <a:pt x="2905201" y="649131"/>
                  <a:pt x="2934645" y="672227"/>
                  <a:pt x="2934645" y="723493"/>
                </a:cubicBezTo>
                <a:cubicBezTo>
                  <a:pt x="2934645" y="785781"/>
                  <a:pt x="2890654" y="821125"/>
                  <a:pt x="2813712" y="821125"/>
                </a:cubicBezTo>
                <a:cubicBezTo>
                  <a:pt x="2730636" y="821125"/>
                  <a:pt x="2687872" y="780882"/>
                  <a:pt x="2674376" y="679576"/>
                </a:cubicBezTo>
                <a:lnTo>
                  <a:pt x="2544855" y="716144"/>
                </a:lnTo>
                <a:cubicBezTo>
                  <a:pt x="2552216" y="821125"/>
                  <a:pt x="2650014" y="885688"/>
                  <a:pt x="2797763" y="885688"/>
                </a:cubicBezTo>
                <a:cubicBezTo>
                  <a:pt x="2962688" y="885688"/>
                  <a:pt x="3051898" y="808877"/>
                  <a:pt x="3051898" y="686924"/>
                </a:cubicBezTo>
                <a:cubicBezTo>
                  <a:pt x="3051898" y="572320"/>
                  <a:pt x="2972503" y="524729"/>
                  <a:pt x="2889427" y="503908"/>
                </a:cubicBezTo>
                <a:lnTo>
                  <a:pt x="2772174" y="474688"/>
                </a:lnTo>
                <a:cubicBezTo>
                  <a:pt x="2713461" y="459991"/>
                  <a:pt x="2687872" y="433221"/>
                  <a:pt x="2687872" y="394203"/>
                </a:cubicBezTo>
                <a:cubicBezTo>
                  <a:pt x="2687872" y="345387"/>
                  <a:pt x="2729409" y="316167"/>
                  <a:pt x="2791804" y="316167"/>
                </a:cubicBezTo>
                <a:cubicBezTo>
                  <a:pt x="2865065" y="316167"/>
                  <a:pt x="2910284" y="356410"/>
                  <a:pt x="2916418" y="433221"/>
                </a:cubicBezTo>
                <a:lnTo>
                  <a:pt x="3038578" y="396652"/>
                </a:lnTo>
                <a:cubicBezTo>
                  <a:pt x="3023856" y="311093"/>
                  <a:pt x="2939553" y="251429"/>
                  <a:pt x="2803897" y="251429"/>
                </a:cubicBezTo>
                <a:moveTo>
                  <a:pt x="3409965" y="818675"/>
                </a:moveTo>
                <a:cubicBezTo>
                  <a:pt x="3315848" y="818675"/>
                  <a:pt x="3263268" y="729617"/>
                  <a:pt x="3263268" y="568646"/>
                </a:cubicBezTo>
                <a:cubicBezTo>
                  <a:pt x="3263268" y="405226"/>
                  <a:pt x="3315848" y="318617"/>
                  <a:pt x="3409965" y="318617"/>
                </a:cubicBezTo>
                <a:cubicBezTo>
                  <a:pt x="3504083" y="318617"/>
                  <a:pt x="3556663" y="406451"/>
                  <a:pt x="3556663" y="568646"/>
                </a:cubicBezTo>
                <a:cubicBezTo>
                  <a:pt x="3556487" y="732066"/>
                  <a:pt x="3504083" y="818675"/>
                  <a:pt x="3409965" y="818675"/>
                </a:cubicBezTo>
                <a:moveTo>
                  <a:pt x="3409965" y="251429"/>
                </a:moveTo>
                <a:cubicBezTo>
                  <a:pt x="3218050" y="251429"/>
                  <a:pt x="3111839" y="394203"/>
                  <a:pt x="3111839" y="568646"/>
                </a:cubicBezTo>
                <a:cubicBezTo>
                  <a:pt x="3111839" y="743089"/>
                  <a:pt x="3218225" y="885863"/>
                  <a:pt x="3409965" y="885863"/>
                </a:cubicBezTo>
                <a:cubicBezTo>
                  <a:pt x="3601881" y="885863"/>
                  <a:pt x="3708092" y="743089"/>
                  <a:pt x="3708092" y="568646"/>
                </a:cubicBezTo>
                <a:cubicBezTo>
                  <a:pt x="3708092" y="394028"/>
                  <a:pt x="3601706" y="251429"/>
                  <a:pt x="3409965" y="251429"/>
                </a:cubicBezTo>
                <a:moveTo>
                  <a:pt x="4113656" y="251429"/>
                </a:moveTo>
                <a:cubicBezTo>
                  <a:pt x="4023219" y="251429"/>
                  <a:pt x="3973094" y="290447"/>
                  <a:pt x="3945051" y="340488"/>
                </a:cubicBezTo>
                <a:lnTo>
                  <a:pt x="3937690" y="340488"/>
                </a:lnTo>
                <a:lnTo>
                  <a:pt x="3937690" y="263677"/>
                </a:lnTo>
                <a:lnTo>
                  <a:pt x="3793446" y="263677"/>
                </a:lnTo>
                <a:lnTo>
                  <a:pt x="3793446" y="873615"/>
                </a:lnTo>
                <a:lnTo>
                  <a:pt x="3937690" y="873615"/>
                </a:lnTo>
                <a:lnTo>
                  <a:pt x="3937690" y="479412"/>
                </a:lnTo>
                <a:cubicBezTo>
                  <a:pt x="3937690" y="389129"/>
                  <a:pt x="3984135" y="336638"/>
                  <a:pt x="4058623" y="336638"/>
                </a:cubicBezTo>
                <a:cubicBezTo>
                  <a:pt x="4130657" y="336638"/>
                  <a:pt x="4162555" y="384230"/>
                  <a:pt x="4162555" y="456142"/>
                </a:cubicBezTo>
                <a:lnTo>
                  <a:pt x="4162555" y="873265"/>
                </a:lnTo>
                <a:lnTo>
                  <a:pt x="4306799" y="873265"/>
                </a:lnTo>
                <a:lnTo>
                  <a:pt x="4306799" y="455092"/>
                </a:lnTo>
                <a:cubicBezTo>
                  <a:pt x="4306799" y="329465"/>
                  <a:pt x="4240724" y="251429"/>
                  <a:pt x="4113656" y="251429"/>
                </a:cubicBezTo>
                <a:moveTo>
                  <a:pt x="6255401" y="818675"/>
                </a:moveTo>
                <a:cubicBezTo>
                  <a:pt x="6161283" y="818675"/>
                  <a:pt x="6108704" y="729617"/>
                  <a:pt x="6108704" y="568646"/>
                </a:cubicBezTo>
                <a:cubicBezTo>
                  <a:pt x="6108704" y="405226"/>
                  <a:pt x="6161283" y="318617"/>
                  <a:pt x="6255401" y="318617"/>
                </a:cubicBezTo>
                <a:cubicBezTo>
                  <a:pt x="6349518" y="318617"/>
                  <a:pt x="6402098" y="406451"/>
                  <a:pt x="6402098" y="568646"/>
                </a:cubicBezTo>
                <a:cubicBezTo>
                  <a:pt x="6402098" y="732066"/>
                  <a:pt x="6349518" y="818675"/>
                  <a:pt x="6255401" y="818675"/>
                </a:cubicBezTo>
                <a:moveTo>
                  <a:pt x="6255401" y="251429"/>
                </a:moveTo>
                <a:cubicBezTo>
                  <a:pt x="6063485" y="251429"/>
                  <a:pt x="5957274" y="394203"/>
                  <a:pt x="5957274" y="568646"/>
                </a:cubicBezTo>
                <a:cubicBezTo>
                  <a:pt x="5957274" y="743089"/>
                  <a:pt x="6063660" y="885863"/>
                  <a:pt x="6255401" y="885863"/>
                </a:cubicBezTo>
                <a:cubicBezTo>
                  <a:pt x="6447316" y="885863"/>
                  <a:pt x="6553528" y="743089"/>
                  <a:pt x="6553528" y="568646"/>
                </a:cubicBezTo>
                <a:cubicBezTo>
                  <a:pt x="6553528" y="394028"/>
                  <a:pt x="6447316" y="251429"/>
                  <a:pt x="6255401" y="251429"/>
                </a:cubicBezTo>
                <a:moveTo>
                  <a:pt x="7588295" y="251429"/>
                </a:moveTo>
                <a:cubicBezTo>
                  <a:pt x="7497858" y="251429"/>
                  <a:pt x="7447732" y="290447"/>
                  <a:pt x="7419689" y="340488"/>
                </a:cubicBezTo>
                <a:lnTo>
                  <a:pt x="7412328" y="340488"/>
                </a:lnTo>
                <a:lnTo>
                  <a:pt x="7412328" y="263677"/>
                </a:lnTo>
                <a:lnTo>
                  <a:pt x="7268085" y="263677"/>
                </a:lnTo>
                <a:lnTo>
                  <a:pt x="7268085" y="873615"/>
                </a:lnTo>
                <a:lnTo>
                  <a:pt x="7412328" y="873615"/>
                </a:lnTo>
                <a:lnTo>
                  <a:pt x="7412328" y="479412"/>
                </a:lnTo>
                <a:cubicBezTo>
                  <a:pt x="7412328" y="389129"/>
                  <a:pt x="7458774" y="336638"/>
                  <a:pt x="7533262" y="336638"/>
                </a:cubicBezTo>
                <a:cubicBezTo>
                  <a:pt x="7605295" y="336638"/>
                  <a:pt x="7637194" y="384230"/>
                  <a:pt x="7637194" y="456142"/>
                </a:cubicBezTo>
                <a:lnTo>
                  <a:pt x="7637194" y="873265"/>
                </a:lnTo>
                <a:lnTo>
                  <a:pt x="7781438" y="873265"/>
                </a:lnTo>
                <a:lnTo>
                  <a:pt x="7781438" y="455092"/>
                </a:lnTo>
                <a:cubicBezTo>
                  <a:pt x="7781438" y="329465"/>
                  <a:pt x="7715362" y="251429"/>
                  <a:pt x="7588295" y="251429"/>
                </a:cubicBezTo>
                <a:moveTo>
                  <a:pt x="8108833" y="251429"/>
                </a:moveTo>
                <a:cubicBezTo>
                  <a:pt x="7975631" y="251429"/>
                  <a:pt x="7875380" y="307594"/>
                  <a:pt x="7875380" y="427097"/>
                </a:cubicBezTo>
                <a:cubicBezTo>
                  <a:pt x="7875380" y="528403"/>
                  <a:pt x="7944960" y="583168"/>
                  <a:pt x="8023304" y="602765"/>
                </a:cubicBezTo>
                <a:lnTo>
                  <a:pt x="8145464" y="633209"/>
                </a:lnTo>
                <a:cubicBezTo>
                  <a:pt x="8210137" y="649131"/>
                  <a:pt x="8239581" y="672227"/>
                  <a:pt x="8239581" y="723493"/>
                </a:cubicBezTo>
                <a:cubicBezTo>
                  <a:pt x="8239581" y="785781"/>
                  <a:pt x="8195589" y="821125"/>
                  <a:pt x="8118648" y="821125"/>
                </a:cubicBezTo>
                <a:cubicBezTo>
                  <a:pt x="8035573" y="821125"/>
                  <a:pt x="7992808" y="780882"/>
                  <a:pt x="7979312" y="679576"/>
                </a:cubicBezTo>
                <a:lnTo>
                  <a:pt x="7849791" y="716144"/>
                </a:lnTo>
                <a:cubicBezTo>
                  <a:pt x="7857152" y="821125"/>
                  <a:pt x="7954950" y="885688"/>
                  <a:pt x="8102699" y="885688"/>
                </a:cubicBezTo>
                <a:cubicBezTo>
                  <a:pt x="8267624" y="885688"/>
                  <a:pt x="8356834" y="808877"/>
                  <a:pt x="8356834" y="686924"/>
                </a:cubicBezTo>
                <a:cubicBezTo>
                  <a:pt x="8356834" y="572320"/>
                  <a:pt x="8277439" y="524729"/>
                  <a:pt x="8194363" y="503908"/>
                </a:cubicBezTo>
                <a:lnTo>
                  <a:pt x="8077110" y="474688"/>
                </a:lnTo>
                <a:cubicBezTo>
                  <a:pt x="8018396" y="459991"/>
                  <a:pt x="7992808" y="433221"/>
                  <a:pt x="7992808" y="394203"/>
                </a:cubicBezTo>
                <a:cubicBezTo>
                  <a:pt x="7992808" y="345387"/>
                  <a:pt x="8034346" y="316167"/>
                  <a:pt x="8096740" y="316167"/>
                </a:cubicBezTo>
                <a:cubicBezTo>
                  <a:pt x="8170001" y="316167"/>
                  <a:pt x="8215220" y="356410"/>
                  <a:pt x="8221353" y="433221"/>
                </a:cubicBezTo>
                <a:lnTo>
                  <a:pt x="8343514" y="396652"/>
                </a:lnTo>
                <a:cubicBezTo>
                  <a:pt x="8328791" y="311093"/>
                  <a:pt x="8244489" y="251429"/>
                  <a:pt x="8108833" y="251429"/>
                </a:cubicBezTo>
                <a:moveTo>
                  <a:pt x="8714726" y="818675"/>
                </a:moveTo>
                <a:cubicBezTo>
                  <a:pt x="8620608" y="818675"/>
                  <a:pt x="8568028" y="729617"/>
                  <a:pt x="8568028" y="568646"/>
                </a:cubicBezTo>
                <a:cubicBezTo>
                  <a:pt x="8568028" y="405226"/>
                  <a:pt x="8620608" y="318617"/>
                  <a:pt x="8714726" y="318617"/>
                </a:cubicBezTo>
                <a:cubicBezTo>
                  <a:pt x="8808844" y="318617"/>
                  <a:pt x="8861423" y="406451"/>
                  <a:pt x="8861423" y="568646"/>
                </a:cubicBezTo>
                <a:cubicBezTo>
                  <a:pt x="8861423" y="732066"/>
                  <a:pt x="8808844" y="818675"/>
                  <a:pt x="8714726" y="818675"/>
                </a:cubicBezTo>
                <a:moveTo>
                  <a:pt x="8714726" y="251429"/>
                </a:moveTo>
                <a:cubicBezTo>
                  <a:pt x="8522810" y="251429"/>
                  <a:pt x="8416599" y="394203"/>
                  <a:pt x="8416599" y="568646"/>
                </a:cubicBezTo>
                <a:cubicBezTo>
                  <a:pt x="8416599" y="743089"/>
                  <a:pt x="8522810" y="885863"/>
                  <a:pt x="8714726" y="885863"/>
                </a:cubicBezTo>
                <a:cubicBezTo>
                  <a:pt x="8906641" y="885863"/>
                  <a:pt x="9012852" y="743089"/>
                  <a:pt x="9012852" y="568646"/>
                </a:cubicBezTo>
                <a:cubicBezTo>
                  <a:pt x="9012852" y="394028"/>
                  <a:pt x="8906641" y="251429"/>
                  <a:pt x="8714726" y="251429"/>
                </a:cubicBezTo>
                <a:moveTo>
                  <a:pt x="9418592" y="251429"/>
                </a:moveTo>
                <a:cubicBezTo>
                  <a:pt x="9328155" y="251429"/>
                  <a:pt x="9278029" y="290447"/>
                  <a:pt x="9249987" y="340488"/>
                </a:cubicBezTo>
                <a:lnTo>
                  <a:pt x="9242625" y="340488"/>
                </a:lnTo>
                <a:lnTo>
                  <a:pt x="9242625" y="263677"/>
                </a:lnTo>
                <a:lnTo>
                  <a:pt x="9098382" y="263677"/>
                </a:lnTo>
                <a:lnTo>
                  <a:pt x="9098382" y="873615"/>
                </a:lnTo>
                <a:lnTo>
                  <a:pt x="9242625" y="873615"/>
                </a:lnTo>
                <a:lnTo>
                  <a:pt x="9242625" y="479412"/>
                </a:lnTo>
                <a:cubicBezTo>
                  <a:pt x="9242625" y="389129"/>
                  <a:pt x="9289071" y="336638"/>
                  <a:pt x="9363559" y="336638"/>
                </a:cubicBezTo>
                <a:cubicBezTo>
                  <a:pt x="9435593" y="336638"/>
                  <a:pt x="9467491" y="384230"/>
                  <a:pt x="9467491" y="456142"/>
                </a:cubicBezTo>
                <a:lnTo>
                  <a:pt x="9467491" y="873265"/>
                </a:lnTo>
                <a:lnTo>
                  <a:pt x="9611734" y="873265"/>
                </a:lnTo>
                <a:lnTo>
                  <a:pt x="9611734" y="455092"/>
                </a:lnTo>
                <a:cubicBezTo>
                  <a:pt x="9611560" y="329465"/>
                  <a:pt x="9545660" y="251429"/>
                  <a:pt x="9418592" y="251429"/>
                </a:cubicBezTo>
                <a:moveTo>
                  <a:pt x="566984" y="19596"/>
                </a:moveTo>
                <a:lnTo>
                  <a:pt x="415379" y="19596"/>
                </a:lnTo>
                <a:lnTo>
                  <a:pt x="415379" y="650356"/>
                </a:lnTo>
                <a:cubicBezTo>
                  <a:pt x="415379" y="752887"/>
                  <a:pt x="376295" y="813776"/>
                  <a:pt x="283404" y="813776"/>
                </a:cubicBezTo>
                <a:cubicBezTo>
                  <a:pt x="191740" y="813776"/>
                  <a:pt x="151429" y="749213"/>
                  <a:pt x="151429" y="638108"/>
                </a:cubicBezTo>
                <a:lnTo>
                  <a:pt x="151429" y="521055"/>
                </a:lnTo>
                <a:lnTo>
                  <a:pt x="0" y="558848"/>
                </a:lnTo>
                <a:lnTo>
                  <a:pt x="0" y="611338"/>
                </a:lnTo>
                <a:cubicBezTo>
                  <a:pt x="0" y="771084"/>
                  <a:pt x="79395" y="893212"/>
                  <a:pt x="283580" y="893212"/>
                </a:cubicBezTo>
                <a:cubicBezTo>
                  <a:pt x="487589" y="893212"/>
                  <a:pt x="566984" y="771259"/>
                  <a:pt x="566984" y="611338"/>
                </a:cubicBezTo>
                <a:lnTo>
                  <a:pt x="566984" y="19596"/>
                </a:lnTo>
                <a:moveTo>
                  <a:pt x="1478364" y="19596"/>
                </a:moveTo>
                <a:lnTo>
                  <a:pt x="1334121" y="19596"/>
                </a:lnTo>
                <a:lnTo>
                  <a:pt x="1334121" y="873440"/>
                </a:lnTo>
                <a:lnTo>
                  <a:pt x="1478364" y="873440"/>
                </a:lnTo>
                <a:lnTo>
                  <a:pt x="1478364" y="479412"/>
                </a:lnTo>
                <a:cubicBezTo>
                  <a:pt x="1478364" y="389129"/>
                  <a:pt x="1524810" y="336638"/>
                  <a:pt x="1599298" y="336638"/>
                </a:cubicBezTo>
                <a:cubicBezTo>
                  <a:pt x="1671332" y="336638"/>
                  <a:pt x="1703230" y="384230"/>
                  <a:pt x="1703230" y="456142"/>
                </a:cubicBezTo>
                <a:lnTo>
                  <a:pt x="1703230" y="873265"/>
                </a:lnTo>
                <a:lnTo>
                  <a:pt x="1847474" y="873265"/>
                </a:lnTo>
                <a:lnTo>
                  <a:pt x="1847474" y="455092"/>
                </a:lnTo>
                <a:cubicBezTo>
                  <a:pt x="1847474" y="329465"/>
                  <a:pt x="1781398" y="251429"/>
                  <a:pt x="1654331" y="251429"/>
                </a:cubicBezTo>
                <a:cubicBezTo>
                  <a:pt x="1563894" y="251429"/>
                  <a:pt x="1513768" y="290447"/>
                  <a:pt x="1485726" y="340488"/>
                </a:cubicBezTo>
                <a:lnTo>
                  <a:pt x="1478364" y="340488"/>
                </a:lnTo>
                <a:lnTo>
                  <a:pt x="1478364" y="19596"/>
                </a:lnTo>
                <a:moveTo>
                  <a:pt x="5871744" y="19596"/>
                </a:moveTo>
                <a:lnTo>
                  <a:pt x="5720315" y="19596"/>
                </a:lnTo>
                <a:lnTo>
                  <a:pt x="5720315" y="650356"/>
                </a:lnTo>
                <a:cubicBezTo>
                  <a:pt x="5720315" y="752887"/>
                  <a:pt x="5681231" y="813776"/>
                  <a:pt x="5588340" y="813776"/>
                </a:cubicBezTo>
                <a:cubicBezTo>
                  <a:pt x="5496676" y="813776"/>
                  <a:pt x="5456366" y="749213"/>
                  <a:pt x="5456366" y="638108"/>
                </a:cubicBezTo>
                <a:lnTo>
                  <a:pt x="5456366" y="521055"/>
                </a:lnTo>
                <a:lnTo>
                  <a:pt x="5304936" y="558848"/>
                </a:lnTo>
                <a:lnTo>
                  <a:pt x="5304936" y="611338"/>
                </a:lnTo>
                <a:cubicBezTo>
                  <a:pt x="5304936" y="771084"/>
                  <a:pt x="5384331" y="893212"/>
                  <a:pt x="5588515" y="893212"/>
                </a:cubicBezTo>
                <a:cubicBezTo>
                  <a:pt x="5792700" y="893212"/>
                  <a:pt x="5871920" y="771259"/>
                  <a:pt x="5871920" y="611338"/>
                </a:cubicBezTo>
                <a:lnTo>
                  <a:pt x="5871920" y="19596"/>
                </a:lnTo>
                <a:moveTo>
                  <a:pt x="6783125" y="19596"/>
                </a:moveTo>
                <a:lnTo>
                  <a:pt x="6638882" y="19596"/>
                </a:lnTo>
                <a:lnTo>
                  <a:pt x="6638882" y="873440"/>
                </a:lnTo>
                <a:lnTo>
                  <a:pt x="6783125" y="873440"/>
                </a:lnTo>
                <a:lnTo>
                  <a:pt x="6783125" y="479412"/>
                </a:lnTo>
                <a:cubicBezTo>
                  <a:pt x="6783125" y="389129"/>
                  <a:pt x="6829571" y="336638"/>
                  <a:pt x="6904059" y="336638"/>
                </a:cubicBezTo>
                <a:cubicBezTo>
                  <a:pt x="6976092" y="336638"/>
                  <a:pt x="7007991" y="384230"/>
                  <a:pt x="7007991" y="456142"/>
                </a:cubicBezTo>
                <a:lnTo>
                  <a:pt x="7007991" y="873265"/>
                </a:lnTo>
                <a:lnTo>
                  <a:pt x="7152234" y="873265"/>
                </a:lnTo>
                <a:lnTo>
                  <a:pt x="7152234" y="455092"/>
                </a:lnTo>
                <a:cubicBezTo>
                  <a:pt x="7152234" y="329465"/>
                  <a:pt x="7086335" y="251429"/>
                  <a:pt x="6959092" y="251429"/>
                </a:cubicBezTo>
                <a:cubicBezTo>
                  <a:pt x="6868655" y="251429"/>
                  <a:pt x="6818529" y="290447"/>
                  <a:pt x="6790486" y="340488"/>
                </a:cubicBezTo>
                <a:lnTo>
                  <a:pt x="6783125" y="340488"/>
                </a:lnTo>
                <a:lnTo>
                  <a:pt x="6783125" y="19596"/>
                </a:lnTo>
                <a:moveTo>
                  <a:pt x="4781944" y="803978"/>
                </a:moveTo>
                <a:cubicBezTo>
                  <a:pt x="4664691" y="803978"/>
                  <a:pt x="4592482" y="708795"/>
                  <a:pt x="4592482" y="607489"/>
                </a:cubicBezTo>
                <a:cubicBezTo>
                  <a:pt x="4592482" y="543976"/>
                  <a:pt x="4620524" y="485536"/>
                  <a:pt x="4666970" y="452642"/>
                </a:cubicBezTo>
                <a:lnTo>
                  <a:pt x="4943188" y="753937"/>
                </a:lnTo>
                <a:cubicBezTo>
                  <a:pt x="4892010" y="784382"/>
                  <a:pt x="4834523" y="803978"/>
                  <a:pt x="4781944" y="803978"/>
                </a:cubicBezTo>
                <a:moveTo>
                  <a:pt x="5050801" y="653855"/>
                </a:moveTo>
                <a:lnTo>
                  <a:pt x="4811388" y="390354"/>
                </a:lnTo>
                <a:cubicBezTo>
                  <a:pt x="4854153" y="373207"/>
                  <a:pt x="4895691" y="367083"/>
                  <a:pt x="4929868" y="367083"/>
                </a:cubicBezTo>
                <a:cubicBezTo>
                  <a:pt x="5028893" y="367083"/>
                  <a:pt x="5089885" y="424472"/>
                  <a:pt x="5089885" y="523154"/>
                </a:cubicBezTo>
                <a:cubicBezTo>
                  <a:pt x="5089885" y="567246"/>
                  <a:pt x="5077617" y="612388"/>
                  <a:pt x="5050801" y="653855"/>
                </a:cubicBezTo>
                <a:moveTo>
                  <a:pt x="4778263" y="355010"/>
                </a:moveTo>
                <a:lnTo>
                  <a:pt x="4725684" y="296396"/>
                </a:lnTo>
                <a:cubicBezTo>
                  <a:pt x="4679238" y="245130"/>
                  <a:pt x="4665743" y="213461"/>
                  <a:pt x="4665743" y="175668"/>
                </a:cubicBezTo>
                <a:cubicBezTo>
                  <a:pt x="4665743" y="104981"/>
                  <a:pt x="4710961" y="64738"/>
                  <a:pt x="4781768" y="64738"/>
                </a:cubicBezTo>
                <a:cubicBezTo>
                  <a:pt x="4853803" y="64738"/>
                  <a:pt x="4896568" y="106206"/>
                  <a:pt x="4896568" y="181792"/>
                </a:cubicBezTo>
                <a:cubicBezTo>
                  <a:pt x="4896743" y="251429"/>
                  <a:pt x="4862566" y="317217"/>
                  <a:pt x="4778263" y="355010"/>
                </a:cubicBezTo>
                <a:moveTo>
                  <a:pt x="4785624" y="0"/>
                </a:moveTo>
                <a:cubicBezTo>
                  <a:pt x="4617019" y="0"/>
                  <a:pt x="4533943" y="93958"/>
                  <a:pt x="4533943" y="211011"/>
                </a:cubicBezTo>
                <a:cubicBezTo>
                  <a:pt x="4533943" y="274350"/>
                  <a:pt x="4560759" y="337863"/>
                  <a:pt x="4631741" y="414674"/>
                </a:cubicBezTo>
                <a:lnTo>
                  <a:pt x="4632968" y="417124"/>
                </a:lnTo>
                <a:cubicBezTo>
                  <a:pt x="4513262" y="474513"/>
                  <a:pt x="4458228" y="567246"/>
                  <a:pt x="4458228" y="662254"/>
                </a:cubicBezTo>
                <a:cubicBezTo>
                  <a:pt x="4458228" y="787881"/>
                  <a:pt x="4554800" y="892862"/>
                  <a:pt x="4703775" y="892862"/>
                </a:cubicBezTo>
                <a:cubicBezTo>
                  <a:pt x="4789305" y="892862"/>
                  <a:pt x="4889557" y="857518"/>
                  <a:pt x="4979994" y="794005"/>
                </a:cubicBezTo>
                <a:lnTo>
                  <a:pt x="5053255" y="873265"/>
                </a:lnTo>
                <a:lnTo>
                  <a:pt x="5245170" y="873265"/>
                </a:lnTo>
                <a:lnTo>
                  <a:pt x="5245170" y="867141"/>
                </a:lnTo>
                <a:lnTo>
                  <a:pt x="5088834" y="695148"/>
                </a:lnTo>
                <a:cubicBezTo>
                  <a:pt x="5154909" y="617112"/>
                  <a:pt x="5192766" y="531728"/>
                  <a:pt x="5192766" y="457191"/>
                </a:cubicBezTo>
                <a:cubicBezTo>
                  <a:pt x="5192766" y="364458"/>
                  <a:pt x="5130372" y="302345"/>
                  <a:pt x="5032749" y="302345"/>
                </a:cubicBezTo>
                <a:cubicBezTo>
                  <a:pt x="4981396" y="302345"/>
                  <a:pt x="4923909" y="317042"/>
                  <a:pt x="4886051" y="331564"/>
                </a:cubicBezTo>
                <a:lnTo>
                  <a:pt x="4883598" y="326665"/>
                </a:lnTo>
                <a:cubicBezTo>
                  <a:pt x="4976489" y="276624"/>
                  <a:pt x="5015573" y="230258"/>
                  <a:pt x="5015573" y="165695"/>
                </a:cubicBezTo>
                <a:cubicBezTo>
                  <a:pt x="5015398" y="73312"/>
                  <a:pt x="4932322" y="0"/>
                  <a:pt x="4785624" y="0"/>
                </a:cubicBezTo>
                <a:moveTo>
                  <a:pt x="1128885" y="1543918"/>
                </a:moveTo>
                <a:cubicBezTo>
                  <a:pt x="1142381" y="1436662"/>
                  <a:pt x="1197239" y="1375599"/>
                  <a:pt x="1293810" y="1375599"/>
                </a:cubicBezTo>
                <a:cubicBezTo>
                  <a:pt x="1385474" y="1375599"/>
                  <a:pt x="1439280" y="1430538"/>
                  <a:pt x="1441734" y="1543918"/>
                </a:cubicBezTo>
                <a:lnTo>
                  <a:pt x="1128885" y="1543918"/>
                </a:lnTo>
                <a:moveTo>
                  <a:pt x="1293810" y="1292664"/>
                </a:moveTo>
                <a:cubicBezTo>
                  <a:pt x="1132566" y="1292664"/>
                  <a:pt x="1020045" y="1406043"/>
                  <a:pt x="1020045" y="1614780"/>
                </a:cubicBezTo>
                <a:cubicBezTo>
                  <a:pt x="1020045" y="1814768"/>
                  <a:pt x="1123978" y="1927098"/>
                  <a:pt x="1293810" y="1927098"/>
                </a:cubicBezTo>
                <a:cubicBezTo>
                  <a:pt x="1433146" y="1927098"/>
                  <a:pt x="1521129" y="1847837"/>
                  <a:pt x="1543037" y="1728334"/>
                </a:cubicBezTo>
                <a:lnTo>
                  <a:pt x="1450147" y="1704013"/>
                </a:lnTo>
                <a:cubicBezTo>
                  <a:pt x="1434198" y="1806545"/>
                  <a:pt x="1379339" y="1841888"/>
                  <a:pt x="1303450" y="1841888"/>
                </a:cubicBezTo>
                <a:cubicBezTo>
                  <a:pt x="1182516" y="1841888"/>
                  <a:pt x="1128710" y="1752829"/>
                  <a:pt x="1125029" y="1616180"/>
                </a:cubicBezTo>
                <a:lnTo>
                  <a:pt x="1544089" y="1616180"/>
                </a:lnTo>
                <a:lnTo>
                  <a:pt x="1544089" y="1582061"/>
                </a:lnTo>
                <a:cubicBezTo>
                  <a:pt x="1544440" y="1368250"/>
                  <a:pt x="1428238" y="1292664"/>
                  <a:pt x="1293810" y="1292664"/>
                </a:cubicBezTo>
                <a:moveTo>
                  <a:pt x="2967595" y="1543918"/>
                </a:moveTo>
                <a:cubicBezTo>
                  <a:pt x="2981091" y="1436662"/>
                  <a:pt x="3035949" y="1375599"/>
                  <a:pt x="3132520" y="1375599"/>
                </a:cubicBezTo>
                <a:cubicBezTo>
                  <a:pt x="3224184" y="1375599"/>
                  <a:pt x="3277991" y="1430538"/>
                  <a:pt x="3280444" y="1543918"/>
                </a:cubicBezTo>
                <a:lnTo>
                  <a:pt x="2967595" y="1543918"/>
                </a:lnTo>
                <a:moveTo>
                  <a:pt x="3132520" y="1292664"/>
                </a:moveTo>
                <a:cubicBezTo>
                  <a:pt x="2971276" y="1292664"/>
                  <a:pt x="2858756" y="1406043"/>
                  <a:pt x="2858756" y="1614780"/>
                </a:cubicBezTo>
                <a:cubicBezTo>
                  <a:pt x="2858756" y="1814768"/>
                  <a:pt x="2962688" y="1927098"/>
                  <a:pt x="3132520" y="1927098"/>
                </a:cubicBezTo>
                <a:cubicBezTo>
                  <a:pt x="3271856" y="1927098"/>
                  <a:pt x="3359839" y="1847837"/>
                  <a:pt x="3381748" y="1728334"/>
                </a:cubicBezTo>
                <a:lnTo>
                  <a:pt x="3288857" y="1704013"/>
                </a:lnTo>
                <a:cubicBezTo>
                  <a:pt x="3272908" y="1806545"/>
                  <a:pt x="3218050" y="1841888"/>
                  <a:pt x="3142160" y="1841888"/>
                </a:cubicBezTo>
                <a:cubicBezTo>
                  <a:pt x="3021227" y="1841888"/>
                  <a:pt x="2967420" y="1752829"/>
                  <a:pt x="2963740" y="1616180"/>
                </a:cubicBezTo>
                <a:lnTo>
                  <a:pt x="3382799" y="1616180"/>
                </a:lnTo>
                <a:lnTo>
                  <a:pt x="3382799" y="1582061"/>
                </a:lnTo>
                <a:cubicBezTo>
                  <a:pt x="3383150" y="1368250"/>
                  <a:pt x="3266949" y="1292664"/>
                  <a:pt x="3132520" y="1292664"/>
                </a:cubicBezTo>
                <a:moveTo>
                  <a:pt x="3766631" y="1292664"/>
                </a:moveTo>
                <a:cubicBezTo>
                  <a:pt x="3599252" y="1292664"/>
                  <a:pt x="3485505" y="1409717"/>
                  <a:pt x="3485505" y="1616005"/>
                </a:cubicBezTo>
                <a:cubicBezTo>
                  <a:pt x="3485505" y="1818442"/>
                  <a:pt x="3596623" y="1927098"/>
                  <a:pt x="3761723" y="1927098"/>
                </a:cubicBezTo>
                <a:cubicBezTo>
                  <a:pt x="3910874" y="1927098"/>
                  <a:pt x="3995177" y="1835589"/>
                  <a:pt x="4012178" y="1709962"/>
                </a:cubicBezTo>
                <a:lnTo>
                  <a:pt x="3915606" y="1686692"/>
                </a:lnTo>
                <a:cubicBezTo>
                  <a:pt x="3898430" y="1801296"/>
                  <a:pt x="3849531" y="1840313"/>
                  <a:pt x="3768909" y="1840313"/>
                </a:cubicBezTo>
                <a:cubicBezTo>
                  <a:pt x="3651657" y="1840313"/>
                  <a:pt x="3591716" y="1754929"/>
                  <a:pt x="3591716" y="1608481"/>
                </a:cubicBezTo>
                <a:cubicBezTo>
                  <a:pt x="3591716" y="1455909"/>
                  <a:pt x="3655337" y="1379098"/>
                  <a:pt x="3764002" y="1379098"/>
                </a:cubicBezTo>
                <a:cubicBezTo>
                  <a:pt x="3840943" y="1379098"/>
                  <a:pt x="3897204" y="1416891"/>
                  <a:pt x="3915606" y="1525546"/>
                </a:cubicBezTo>
                <a:lnTo>
                  <a:pt x="4012178" y="1502275"/>
                </a:lnTo>
                <a:cubicBezTo>
                  <a:pt x="3995177" y="1378048"/>
                  <a:pt x="3910874" y="1292664"/>
                  <a:pt x="3766631" y="1292664"/>
                </a:cubicBezTo>
                <a:moveTo>
                  <a:pt x="879833" y="1060831"/>
                </a:moveTo>
                <a:lnTo>
                  <a:pt x="718589" y="1060831"/>
                </a:lnTo>
                <a:lnTo>
                  <a:pt x="465680" y="1748805"/>
                </a:lnTo>
                <a:lnTo>
                  <a:pt x="211545" y="1060831"/>
                </a:lnTo>
                <a:lnTo>
                  <a:pt x="42765" y="1060831"/>
                </a:lnTo>
                <a:lnTo>
                  <a:pt x="42765" y="1914675"/>
                </a:lnTo>
                <a:lnTo>
                  <a:pt x="148976" y="1914675"/>
                </a:lnTo>
                <a:lnTo>
                  <a:pt x="148976" y="1179284"/>
                </a:lnTo>
                <a:lnTo>
                  <a:pt x="421513" y="1914850"/>
                </a:lnTo>
                <a:lnTo>
                  <a:pt x="503362" y="1914850"/>
                </a:lnTo>
                <a:lnTo>
                  <a:pt x="773447" y="1178060"/>
                </a:lnTo>
                <a:lnTo>
                  <a:pt x="773447" y="1914850"/>
                </a:lnTo>
                <a:lnTo>
                  <a:pt x="879833" y="1914850"/>
                </a:lnTo>
                <a:lnTo>
                  <a:pt x="879833" y="1060831"/>
                </a:lnTo>
                <a:moveTo>
                  <a:pt x="1920559" y="1840488"/>
                </a:moveTo>
                <a:cubicBezTo>
                  <a:pt x="1820307" y="1840488"/>
                  <a:pt x="1753181" y="1768577"/>
                  <a:pt x="1753181" y="1609881"/>
                </a:cubicBezTo>
                <a:cubicBezTo>
                  <a:pt x="1753181" y="1450135"/>
                  <a:pt x="1820307" y="1379273"/>
                  <a:pt x="1920559" y="1379273"/>
                </a:cubicBezTo>
                <a:cubicBezTo>
                  <a:pt x="2020811" y="1379273"/>
                  <a:pt x="2087938" y="1449960"/>
                  <a:pt x="2087938" y="1609881"/>
                </a:cubicBezTo>
                <a:cubicBezTo>
                  <a:pt x="2087938" y="1768402"/>
                  <a:pt x="2020811" y="1840488"/>
                  <a:pt x="1920559" y="1840488"/>
                </a:cubicBezTo>
                <a:moveTo>
                  <a:pt x="2186963" y="1060831"/>
                </a:moveTo>
                <a:lnTo>
                  <a:pt x="2085659" y="1060831"/>
                </a:lnTo>
                <a:lnTo>
                  <a:pt x="2085659" y="1421965"/>
                </a:lnTo>
                <a:cubicBezTo>
                  <a:pt x="2063576" y="1354777"/>
                  <a:pt x="2009945" y="1292664"/>
                  <a:pt x="1903559" y="1292664"/>
                </a:cubicBezTo>
                <a:cubicBezTo>
                  <a:pt x="1766676" y="1292664"/>
                  <a:pt x="1646970" y="1400094"/>
                  <a:pt x="1646970" y="1613555"/>
                </a:cubicBezTo>
                <a:cubicBezTo>
                  <a:pt x="1646970" y="1829465"/>
                  <a:pt x="1766676" y="1927098"/>
                  <a:pt x="1894971" y="1927098"/>
                </a:cubicBezTo>
                <a:cubicBezTo>
                  <a:pt x="1991542" y="1927098"/>
                  <a:pt x="2062349" y="1870933"/>
                  <a:pt x="2085659" y="1791672"/>
                </a:cubicBezTo>
                <a:lnTo>
                  <a:pt x="2085659" y="1838039"/>
                </a:lnTo>
                <a:cubicBezTo>
                  <a:pt x="2085659" y="1866034"/>
                  <a:pt x="2088113" y="1896653"/>
                  <a:pt x="2091794" y="1914850"/>
                </a:cubicBezTo>
                <a:lnTo>
                  <a:pt x="2194499" y="1914850"/>
                </a:lnTo>
                <a:cubicBezTo>
                  <a:pt x="2189592" y="1885630"/>
                  <a:pt x="2187138" y="1842938"/>
                  <a:pt x="2187138" y="1787998"/>
                </a:cubicBezTo>
                <a:lnTo>
                  <a:pt x="2187138" y="1060831"/>
                </a:lnTo>
                <a:moveTo>
                  <a:pt x="2956729" y="1060831"/>
                </a:moveTo>
                <a:lnTo>
                  <a:pt x="2296854" y="1060831"/>
                </a:lnTo>
                <a:lnTo>
                  <a:pt x="2296854" y="1149890"/>
                </a:lnTo>
                <a:lnTo>
                  <a:pt x="2574300" y="1149890"/>
                </a:lnTo>
                <a:lnTo>
                  <a:pt x="2574300" y="1914850"/>
                </a:lnTo>
                <a:lnTo>
                  <a:pt x="2680686" y="1914850"/>
                </a:lnTo>
                <a:lnTo>
                  <a:pt x="2680686" y="1149890"/>
                </a:lnTo>
                <a:lnTo>
                  <a:pt x="2956904" y="1149890"/>
                </a:lnTo>
                <a:lnTo>
                  <a:pt x="2956904" y="1060831"/>
                </a:lnTo>
                <a:moveTo>
                  <a:pt x="4229682" y="1060831"/>
                </a:moveTo>
                <a:lnTo>
                  <a:pt x="4128203" y="1060831"/>
                </a:lnTo>
                <a:lnTo>
                  <a:pt x="4128203" y="1914675"/>
                </a:lnTo>
                <a:lnTo>
                  <a:pt x="4229682" y="1914675"/>
                </a:lnTo>
                <a:lnTo>
                  <a:pt x="4229682" y="1513473"/>
                </a:lnTo>
                <a:cubicBezTo>
                  <a:pt x="4229682" y="1428089"/>
                  <a:pt x="4272447" y="1370699"/>
                  <a:pt x="4362884" y="1370699"/>
                </a:cubicBezTo>
                <a:cubicBezTo>
                  <a:pt x="4452094" y="1370699"/>
                  <a:pt x="4494859" y="1428089"/>
                  <a:pt x="4494859" y="1513473"/>
                </a:cubicBezTo>
                <a:lnTo>
                  <a:pt x="4494859" y="1914850"/>
                </a:lnTo>
                <a:lnTo>
                  <a:pt x="4596338" y="1914850"/>
                </a:lnTo>
                <a:lnTo>
                  <a:pt x="4596338" y="1492827"/>
                </a:lnTo>
                <a:cubicBezTo>
                  <a:pt x="4596338" y="1378223"/>
                  <a:pt x="4525530" y="1292839"/>
                  <a:pt x="4399515" y="1292839"/>
                </a:cubicBezTo>
                <a:cubicBezTo>
                  <a:pt x="4315212" y="1292839"/>
                  <a:pt x="4252817" y="1330632"/>
                  <a:pt x="4229682" y="1399044"/>
                </a:cubicBezTo>
                <a:lnTo>
                  <a:pt x="4229682" y="1060831"/>
                </a:lnTo>
              </a:path>
            </a:pathLst>
          </a:custGeom>
          <a:solidFill>
            <a:schemeClr val="accent1"/>
          </a:solidFill>
          <a:ln w="17520" cap="flat">
            <a:noFill/>
            <a:prstDash val="solid"/>
            <a:miter/>
          </a:ln>
        </p:spPr>
        <p:txBody>
          <a:bodyPr rtlCol="0" anchor="ctr"/>
          <a:lstStyle/>
          <a:p>
            <a:endParaRPr lang="en-GB"/>
          </a:p>
        </p:txBody>
      </p:sp>
      <p:sp>
        <p:nvSpPr>
          <p:cNvPr id="5" name="Picture Placeholder 9">
            <a:extLst>
              <a:ext uri="{FF2B5EF4-FFF2-40B4-BE49-F238E27FC236}">
                <a16:creationId xmlns:a16="http://schemas.microsoft.com/office/drawing/2014/main" id="{D6C58AD2-D783-86D1-BE10-768ECBB3CACA}"/>
              </a:ext>
            </a:extLst>
          </p:cNvPr>
          <p:cNvSpPr>
            <a:spLocks noGrp="1"/>
          </p:cNvSpPr>
          <p:nvPr>
            <p:ph type="pic" sz="quarter" idx="10" hasCustomPrompt="1"/>
          </p:nvPr>
        </p:nvSpPr>
        <p:spPr>
          <a:xfrm>
            <a:off x="5078413" y="3429000"/>
            <a:ext cx="3046412" cy="2484438"/>
          </a:xfrm>
          <a:solidFill>
            <a:schemeClr val="bg1">
              <a:lumMod val="95000"/>
            </a:schemeClr>
          </a:solidFill>
        </p:spPr>
        <p:txBody>
          <a:body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8" name="Picture Placeholder 9">
            <a:extLst>
              <a:ext uri="{FF2B5EF4-FFF2-40B4-BE49-F238E27FC236}">
                <a16:creationId xmlns:a16="http://schemas.microsoft.com/office/drawing/2014/main" id="{EBC50C70-F38D-A264-30B5-42723E519552}"/>
              </a:ext>
            </a:extLst>
          </p:cNvPr>
          <p:cNvSpPr>
            <a:spLocks noGrp="1"/>
          </p:cNvSpPr>
          <p:nvPr>
            <p:ph type="pic" sz="quarter" idx="11" hasCustomPrompt="1"/>
          </p:nvPr>
        </p:nvSpPr>
        <p:spPr>
          <a:xfrm>
            <a:off x="9145588" y="0"/>
            <a:ext cx="3046412" cy="3429000"/>
          </a:xfrm>
          <a:solidFill>
            <a:schemeClr val="bg1">
              <a:lumMod val="95000"/>
            </a:schemeClr>
          </a:solidFill>
        </p:spPr>
        <p:txBody>
          <a:body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grpSp>
        <p:nvGrpSpPr>
          <p:cNvPr id="3" name="Group 2">
            <a:extLst>
              <a:ext uri="{FF2B5EF4-FFF2-40B4-BE49-F238E27FC236}">
                <a16:creationId xmlns:a16="http://schemas.microsoft.com/office/drawing/2014/main" id="{DF1FEA01-C116-5745-5C4B-1C04BCB46E10}"/>
              </a:ext>
            </a:extLst>
          </p:cNvPr>
          <p:cNvGrpSpPr/>
          <p:nvPr userDrawn="1"/>
        </p:nvGrpSpPr>
        <p:grpSpPr>
          <a:xfrm>
            <a:off x="10549117" y="6162338"/>
            <a:ext cx="1407244" cy="393192"/>
            <a:chOff x="10373732" y="6162338"/>
            <a:chExt cx="1407244" cy="393192"/>
          </a:xfrm>
        </p:grpSpPr>
        <p:sp>
          <p:nvSpPr>
            <p:cNvPr id="6" name="TextBox 5">
              <a:extLst>
                <a:ext uri="{FF2B5EF4-FFF2-40B4-BE49-F238E27FC236}">
                  <a16:creationId xmlns:a16="http://schemas.microsoft.com/office/drawing/2014/main" id="{D81F94E1-30E8-AE45-1569-DC6280DB315A}"/>
                </a:ext>
              </a:extLst>
            </p:cNvPr>
            <p:cNvSpPr txBox="1"/>
            <p:nvPr userDrawn="1"/>
          </p:nvSpPr>
          <p:spPr>
            <a:xfrm>
              <a:off x="10500816" y="6254750"/>
              <a:ext cx="1280160" cy="246221"/>
            </a:xfrm>
            <a:prstGeom prst="rect">
              <a:avLst/>
            </a:prstGeom>
            <a:noFill/>
          </p:spPr>
          <p:txBody>
            <a:bodyPr wrap="square" lIns="0" tIns="0" rIns="0" bIns="0" rtlCol="0">
              <a:spAutoFit/>
            </a:bodyPr>
            <a:lstStyle/>
            <a:p>
              <a:pPr marL="0" lvl="0" indent="0" algn="l" defTabSz="914400" rtl="0" eaLnBrk="1" latinLnBrk="0" hangingPunct="1">
                <a:lnSpc>
                  <a:spcPct val="100000"/>
                </a:lnSpc>
                <a:spcBef>
                  <a:spcPts val="0"/>
                </a:spcBef>
                <a:spcAft>
                  <a:spcPts val="0"/>
                </a:spcAft>
                <a:buFont typeface="Arial" panose="020B0604020202020204" pitchFamily="34" charset="0"/>
                <a:buNone/>
                <a:tabLst/>
              </a:pPr>
              <a:r>
                <a:rPr lang="en-US" sz="1600" b="0" i="0" kern="1200">
                  <a:solidFill>
                    <a:schemeClr val="accent1"/>
                  </a:solidFill>
                  <a:latin typeface="+mn-lt"/>
                  <a:ea typeface="+mn-ea"/>
                  <a:cs typeface="+mn-cs"/>
                </a:rPr>
                <a:t>Orthopaedics</a:t>
              </a:r>
            </a:p>
          </p:txBody>
        </p:sp>
        <p:sp>
          <p:nvSpPr>
            <p:cNvPr id="12" name="Rectangle 11">
              <a:extLst>
                <a:ext uri="{FF2B5EF4-FFF2-40B4-BE49-F238E27FC236}">
                  <a16:creationId xmlns:a16="http://schemas.microsoft.com/office/drawing/2014/main" id="{CAD4264B-1E2F-E506-1B7D-36186958ED45}"/>
                </a:ext>
              </a:extLst>
            </p:cNvPr>
            <p:cNvSpPr/>
            <p:nvPr userDrawn="1"/>
          </p:nvSpPr>
          <p:spPr>
            <a:xfrm>
              <a:off x="10373732" y="6162338"/>
              <a:ext cx="18288" cy="3931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grpSp>
    </p:spTree>
    <p:extLst>
      <p:ext uri="{BB962C8B-B14F-4D97-AF65-F5344CB8AC3E}">
        <p14:creationId xmlns:p14="http://schemas.microsoft.com/office/powerpoint/2010/main" val="436791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B8AD4-5298-7DA9-DDAD-3AB53AF2F9F5}"/>
              </a:ext>
            </a:extLst>
          </p:cNvPr>
          <p:cNvSpPr>
            <a:spLocks noGrp="1"/>
          </p:cNvSpPr>
          <p:nvPr>
            <p:ph type="title" hasCustomPrompt="1"/>
          </p:nvPr>
        </p:nvSpPr>
        <p:spPr>
          <a:xfrm>
            <a:off x="287338" y="266400"/>
            <a:ext cx="8674100" cy="2770117"/>
          </a:xfrm>
        </p:spPr>
        <p:txBody>
          <a:bodyPr anchor="t">
            <a:normAutofit/>
          </a:bodyPr>
          <a:lstStyle>
            <a:lvl1pPr>
              <a:lnSpc>
                <a:spcPct val="80000"/>
              </a:lnSpc>
              <a:defRPr sz="7400" spc="0" baseline="0">
                <a:solidFill>
                  <a:schemeClr val="tx1"/>
                </a:solidFill>
              </a:defRPr>
            </a:lvl1pPr>
          </a:lstStyle>
          <a:p>
            <a:r>
              <a:rPr lang="en-GB"/>
              <a:t>Click to edit Master title style</a:t>
            </a:r>
            <a:br>
              <a:rPr lang="en-GB"/>
            </a:br>
            <a:endParaRPr lang="en-GB"/>
          </a:p>
        </p:txBody>
      </p:sp>
      <p:sp>
        <p:nvSpPr>
          <p:cNvPr id="5" name="Footer Placeholder 4">
            <a:extLst>
              <a:ext uri="{FF2B5EF4-FFF2-40B4-BE49-F238E27FC236}">
                <a16:creationId xmlns:a16="http://schemas.microsoft.com/office/drawing/2014/main" id="{895F487D-4064-92B3-E439-C4C68E6D7889}"/>
              </a:ext>
            </a:extLst>
          </p:cNvPr>
          <p:cNvSpPr>
            <a:spLocks noGrp="1"/>
          </p:cNvSpPr>
          <p:nvPr>
            <p:ph type="ftr" sz="quarter" idx="11"/>
          </p:nvPr>
        </p:nvSpPr>
        <p:spPr/>
        <p:txBody>
          <a:bodyPr/>
          <a:lstStyle/>
          <a:p>
            <a:pPr>
              <a:spcBef>
                <a:spcPts val="0"/>
              </a:spcBef>
              <a:spcAft>
                <a:spcPts val="300"/>
              </a:spcAft>
            </a:pPr>
            <a:endParaRPr lang="en-US" b="0" i="0">
              <a:effectLst/>
            </a:endParaRPr>
          </a:p>
        </p:txBody>
      </p:sp>
      <p:sp>
        <p:nvSpPr>
          <p:cNvPr id="6" name="Slide Number Placeholder 5">
            <a:extLst>
              <a:ext uri="{FF2B5EF4-FFF2-40B4-BE49-F238E27FC236}">
                <a16:creationId xmlns:a16="http://schemas.microsoft.com/office/drawing/2014/main" id="{6F49183B-3F5F-D40F-DF08-A45F8678A099}"/>
              </a:ext>
            </a:extLst>
          </p:cNvPr>
          <p:cNvSpPr>
            <a:spLocks noGrp="1"/>
          </p:cNvSpPr>
          <p:nvPr>
            <p:ph type="sldNum" sz="quarter" idx="12"/>
          </p:nvPr>
        </p:nvSpPr>
        <p:spPr>
          <a:xfrm>
            <a:off x="11581942" y="6433281"/>
            <a:ext cx="320674" cy="153463"/>
          </a:xfrm>
        </p:spPr>
        <p:txBody>
          <a:bodyPr/>
          <a:lstStyle/>
          <a:p>
            <a:fld id="{AEC8D767-5246-2244-A4A3-B8AFB218393C}" type="slidenum">
              <a:rPr lang="en-GB" smtClean="0"/>
              <a:t>‹#›</a:t>
            </a:fld>
            <a:endParaRPr lang="en-GB"/>
          </a:p>
        </p:txBody>
      </p:sp>
    </p:spTree>
    <p:extLst>
      <p:ext uri="{BB962C8B-B14F-4D97-AF65-F5344CB8AC3E}">
        <p14:creationId xmlns:p14="http://schemas.microsoft.com/office/powerpoint/2010/main" val="4289967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anel 01">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7D4FF8C-1D72-E0CF-4605-CF03816DB150}"/>
              </a:ext>
            </a:extLst>
          </p:cNvPr>
          <p:cNvSpPr/>
          <p:nvPr userDrawn="1"/>
        </p:nvSpPr>
        <p:spPr>
          <a:xfrm>
            <a:off x="9144000" y="2"/>
            <a:ext cx="3048000" cy="2282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7" name="Rectangle 6">
            <a:extLst>
              <a:ext uri="{FF2B5EF4-FFF2-40B4-BE49-F238E27FC236}">
                <a16:creationId xmlns:a16="http://schemas.microsoft.com/office/drawing/2014/main" id="{BB951803-8B14-5893-C6D9-F22E6D29647B}"/>
              </a:ext>
            </a:extLst>
          </p:cNvPr>
          <p:cNvSpPr/>
          <p:nvPr userDrawn="1"/>
        </p:nvSpPr>
        <p:spPr>
          <a:xfrm>
            <a:off x="0" y="4578308"/>
            <a:ext cx="8089900" cy="2282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9" name="Title 1">
            <a:extLst>
              <a:ext uri="{FF2B5EF4-FFF2-40B4-BE49-F238E27FC236}">
                <a16:creationId xmlns:a16="http://schemas.microsoft.com/office/drawing/2014/main" id="{41E30424-3D6B-9C32-D056-E12FEE159594}"/>
              </a:ext>
            </a:extLst>
          </p:cNvPr>
          <p:cNvSpPr>
            <a:spLocks noGrp="1"/>
          </p:cNvSpPr>
          <p:nvPr>
            <p:ph type="title"/>
          </p:nvPr>
        </p:nvSpPr>
        <p:spPr>
          <a:xfrm>
            <a:off x="287338" y="266400"/>
            <a:ext cx="7694612" cy="1859099"/>
          </a:xfrm>
        </p:spPr>
        <p:txBody>
          <a:bodyPr anchor="t"/>
          <a:lstStyle>
            <a:lvl1pPr>
              <a:lnSpc>
                <a:spcPct val="80000"/>
              </a:lnSpc>
              <a:defRPr sz="7400" spc="0" baseline="0">
                <a:solidFill>
                  <a:schemeClr val="accent1"/>
                </a:solidFill>
              </a:defRPr>
            </a:lvl1pPr>
          </a:lstStyle>
          <a:p>
            <a:r>
              <a:rPr lang="en-US"/>
              <a:t>Click to edit Master title style</a:t>
            </a:r>
            <a:endParaRPr lang="en-GB"/>
          </a:p>
        </p:txBody>
      </p:sp>
      <p:sp>
        <p:nvSpPr>
          <p:cNvPr id="2" name="Slide Number Placeholder 5">
            <a:extLst>
              <a:ext uri="{FF2B5EF4-FFF2-40B4-BE49-F238E27FC236}">
                <a16:creationId xmlns:a16="http://schemas.microsoft.com/office/drawing/2014/main" id="{46284831-54B8-DAE5-E3A7-D463828DE929}"/>
              </a:ext>
            </a:extLst>
          </p:cNvPr>
          <p:cNvSpPr>
            <a:spLocks noGrp="1"/>
          </p:cNvSpPr>
          <p:nvPr>
            <p:ph type="sldNum" sz="quarter" idx="4"/>
          </p:nvPr>
        </p:nvSpPr>
        <p:spPr>
          <a:xfrm>
            <a:off x="11581942" y="6422967"/>
            <a:ext cx="320674" cy="153463"/>
          </a:xfrm>
          <a:prstGeom prst="rect">
            <a:avLst/>
          </a:prstGeom>
        </p:spPr>
        <p:txBody>
          <a:bodyPr vert="horz" lIns="0" tIns="0" rIns="0" bIns="0" rtlCol="0" anchor="ctr"/>
          <a:lstStyle>
            <a:lvl1pPr algn="r">
              <a:lnSpc>
                <a:spcPct val="110000"/>
              </a:lnSpc>
              <a:spcBef>
                <a:spcPts val="600"/>
              </a:spcBef>
              <a:spcAft>
                <a:spcPts val="600"/>
              </a:spcAft>
              <a:defRPr sz="900" b="0" i="0">
                <a:solidFill>
                  <a:schemeClr val="tx1"/>
                </a:solidFill>
                <a:latin typeface="+mn-lt"/>
              </a:defRPr>
            </a:lvl1pPr>
          </a:lstStyle>
          <a:p>
            <a:fld id="{AEC8D767-5246-2244-A4A3-B8AFB218393C}" type="slidenum">
              <a:rPr lang="en-GB" smtClean="0"/>
              <a:pPr/>
              <a:t>‹#›</a:t>
            </a:fld>
            <a:endParaRPr lang="en-GB"/>
          </a:p>
        </p:txBody>
      </p:sp>
      <p:sp>
        <p:nvSpPr>
          <p:cNvPr id="3" name="Graphic 8">
            <a:extLst>
              <a:ext uri="{FF2B5EF4-FFF2-40B4-BE49-F238E27FC236}">
                <a16:creationId xmlns:a16="http://schemas.microsoft.com/office/drawing/2014/main" id="{3027C201-7AA1-9712-8EEF-CDEF2C37AFCF}"/>
              </a:ext>
            </a:extLst>
          </p:cNvPr>
          <p:cNvSpPr>
            <a:spLocks noChangeAspect="1"/>
          </p:cNvSpPr>
          <p:nvPr userDrawn="1"/>
        </p:nvSpPr>
        <p:spPr>
          <a:xfrm>
            <a:off x="288304" y="6417655"/>
            <a:ext cx="1159200" cy="144618"/>
          </a:xfrm>
          <a:custGeom>
            <a:avLst/>
            <a:gdLst>
              <a:gd name="connsiteX0" fmla="*/ 5490245 w 10740954"/>
              <a:gd name="connsiteY0" fmla="*/ 754143 h 1339999"/>
              <a:gd name="connsiteX1" fmla="*/ 5740115 w 10740954"/>
              <a:gd name="connsiteY1" fmla="*/ 501451 h 1339999"/>
              <a:gd name="connsiteX2" fmla="*/ 5964018 w 10740954"/>
              <a:gd name="connsiteY2" fmla="*/ 754143 h 1339999"/>
              <a:gd name="connsiteX3" fmla="*/ 5490245 w 10740954"/>
              <a:gd name="connsiteY3" fmla="*/ 754143 h 1339999"/>
              <a:gd name="connsiteX4" fmla="*/ 5739850 w 10740954"/>
              <a:gd name="connsiteY4" fmla="*/ 377202 h 1339999"/>
              <a:gd name="connsiteX5" fmla="*/ 5325432 w 10740954"/>
              <a:gd name="connsiteY5" fmla="*/ 860567 h 1339999"/>
              <a:gd name="connsiteX6" fmla="*/ 5739850 w 10740954"/>
              <a:gd name="connsiteY6" fmla="*/ 1329252 h 1339999"/>
              <a:gd name="connsiteX7" fmla="*/ 6117437 w 10740954"/>
              <a:gd name="connsiteY7" fmla="*/ 1030950 h 1339999"/>
              <a:gd name="connsiteX8" fmla="*/ 5976736 w 10740954"/>
              <a:gd name="connsiteY8" fmla="*/ 994252 h 1339999"/>
              <a:gd name="connsiteX9" fmla="*/ 5754689 w 10740954"/>
              <a:gd name="connsiteY9" fmla="*/ 1201071 h 1339999"/>
              <a:gd name="connsiteX10" fmla="*/ 5484416 w 10740954"/>
              <a:gd name="connsiteY10" fmla="*/ 862402 h 1339999"/>
              <a:gd name="connsiteX11" fmla="*/ 6119027 w 10740954"/>
              <a:gd name="connsiteY11" fmla="*/ 862402 h 1339999"/>
              <a:gd name="connsiteX12" fmla="*/ 6119027 w 10740954"/>
              <a:gd name="connsiteY12" fmla="*/ 811025 h 1339999"/>
              <a:gd name="connsiteX13" fmla="*/ 5739850 w 10740954"/>
              <a:gd name="connsiteY13" fmla="*/ 377202 h 1339999"/>
              <a:gd name="connsiteX14" fmla="*/ 8274584 w 10740954"/>
              <a:gd name="connsiteY14" fmla="*/ 754143 h 1339999"/>
              <a:gd name="connsiteX15" fmla="*/ 8524454 w 10740954"/>
              <a:gd name="connsiteY15" fmla="*/ 501451 h 1339999"/>
              <a:gd name="connsiteX16" fmla="*/ 8748356 w 10740954"/>
              <a:gd name="connsiteY16" fmla="*/ 754143 h 1339999"/>
              <a:gd name="connsiteX17" fmla="*/ 8274584 w 10740954"/>
              <a:gd name="connsiteY17" fmla="*/ 754143 h 1339999"/>
              <a:gd name="connsiteX18" fmla="*/ 8524454 w 10740954"/>
              <a:gd name="connsiteY18" fmla="*/ 377202 h 1339999"/>
              <a:gd name="connsiteX19" fmla="*/ 8110035 w 10740954"/>
              <a:gd name="connsiteY19" fmla="*/ 860567 h 1339999"/>
              <a:gd name="connsiteX20" fmla="*/ 8524454 w 10740954"/>
              <a:gd name="connsiteY20" fmla="*/ 1329252 h 1339999"/>
              <a:gd name="connsiteX21" fmla="*/ 8902041 w 10740954"/>
              <a:gd name="connsiteY21" fmla="*/ 1030950 h 1339999"/>
              <a:gd name="connsiteX22" fmla="*/ 8761340 w 10740954"/>
              <a:gd name="connsiteY22" fmla="*/ 994252 h 1339999"/>
              <a:gd name="connsiteX23" fmla="*/ 8539292 w 10740954"/>
              <a:gd name="connsiteY23" fmla="*/ 1201071 h 1339999"/>
              <a:gd name="connsiteX24" fmla="*/ 8269019 w 10740954"/>
              <a:gd name="connsiteY24" fmla="*/ 862402 h 1339999"/>
              <a:gd name="connsiteX25" fmla="*/ 8903630 w 10740954"/>
              <a:gd name="connsiteY25" fmla="*/ 862402 h 1339999"/>
              <a:gd name="connsiteX26" fmla="*/ 8903630 w 10740954"/>
              <a:gd name="connsiteY26" fmla="*/ 811025 h 1339999"/>
              <a:gd name="connsiteX27" fmla="*/ 8524454 w 10740954"/>
              <a:gd name="connsiteY27" fmla="*/ 377202 h 1339999"/>
              <a:gd name="connsiteX28" fmla="*/ 9484716 w 10740954"/>
              <a:gd name="connsiteY28" fmla="*/ 377202 h 1339999"/>
              <a:gd name="connsiteX29" fmla="*/ 9059169 w 10740954"/>
              <a:gd name="connsiteY29" fmla="*/ 862402 h 1339999"/>
              <a:gd name="connsiteX30" fmla="*/ 9477297 w 10740954"/>
              <a:gd name="connsiteY30" fmla="*/ 1329252 h 1339999"/>
              <a:gd name="connsiteX31" fmla="*/ 9856739 w 10740954"/>
              <a:gd name="connsiteY31" fmla="*/ 1003427 h 1339999"/>
              <a:gd name="connsiteX32" fmla="*/ 9710473 w 10740954"/>
              <a:gd name="connsiteY32" fmla="*/ 968564 h 1339999"/>
              <a:gd name="connsiteX33" fmla="*/ 9488426 w 10740954"/>
              <a:gd name="connsiteY33" fmla="*/ 1199236 h 1339999"/>
              <a:gd name="connsiteX34" fmla="*/ 9220008 w 10740954"/>
              <a:gd name="connsiteY34" fmla="*/ 851392 h 1339999"/>
              <a:gd name="connsiteX35" fmla="*/ 9481006 w 10740954"/>
              <a:gd name="connsiteY35" fmla="*/ 507218 h 1339999"/>
              <a:gd name="connsiteX36" fmla="*/ 9710473 w 10740954"/>
              <a:gd name="connsiteY36" fmla="*/ 726881 h 1339999"/>
              <a:gd name="connsiteX37" fmla="*/ 9856739 w 10740954"/>
              <a:gd name="connsiteY37" fmla="*/ 692018 h 1339999"/>
              <a:gd name="connsiteX38" fmla="*/ 9484716 w 10740954"/>
              <a:gd name="connsiteY38" fmla="*/ 377202 h 1339999"/>
              <a:gd name="connsiteX39" fmla="*/ 5112923 w 10740954"/>
              <a:gd name="connsiteY39" fmla="*/ 29358 h 1339999"/>
              <a:gd name="connsiteX40" fmla="*/ 4868618 w 10740954"/>
              <a:gd name="connsiteY40" fmla="*/ 29358 h 1339999"/>
              <a:gd name="connsiteX41" fmla="*/ 4485467 w 10740954"/>
              <a:gd name="connsiteY41" fmla="*/ 1061881 h 1339999"/>
              <a:gd name="connsiteX42" fmla="*/ 4100726 w 10740954"/>
              <a:gd name="connsiteY42" fmla="*/ 29358 h 1339999"/>
              <a:gd name="connsiteX43" fmla="*/ 3845291 w 10740954"/>
              <a:gd name="connsiteY43" fmla="*/ 29358 h 1339999"/>
              <a:gd name="connsiteX44" fmla="*/ 3845291 w 10740954"/>
              <a:gd name="connsiteY44" fmla="*/ 1310641 h 1339999"/>
              <a:gd name="connsiteX45" fmla="*/ 4006130 w 10740954"/>
              <a:gd name="connsiteY45" fmla="*/ 1310641 h 1339999"/>
              <a:gd name="connsiteX46" fmla="*/ 4006130 w 10740954"/>
              <a:gd name="connsiteY46" fmla="*/ 206819 h 1339999"/>
              <a:gd name="connsiteX47" fmla="*/ 4418694 w 10740954"/>
              <a:gd name="connsiteY47" fmla="*/ 1310641 h 1339999"/>
              <a:gd name="connsiteX48" fmla="*/ 4542701 w 10740954"/>
              <a:gd name="connsiteY48" fmla="*/ 1310641 h 1339999"/>
              <a:gd name="connsiteX49" fmla="*/ 4951820 w 10740954"/>
              <a:gd name="connsiteY49" fmla="*/ 204984 h 1339999"/>
              <a:gd name="connsiteX50" fmla="*/ 4951820 w 10740954"/>
              <a:gd name="connsiteY50" fmla="*/ 1310641 h 1339999"/>
              <a:gd name="connsiteX51" fmla="*/ 5112923 w 10740954"/>
              <a:gd name="connsiteY51" fmla="*/ 1310641 h 1339999"/>
              <a:gd name="connsiteX52" fmla="*/ 5112923 w 10740954"/>
              <a:gd name="connsiteY52" fmla="*/ 29358 h 1339999"/>
              <a:gd name="connsiteX53" fmla="*/ 6688984 w 10740954"/>
              <a:gd name="connsiteY53" fmla="*/ 1198974 h 1339999"/>
              <a:gd name="connsiteX54" fmla="*/ 6435405 w 10740954"/>
              <a:gd name="connsiteY54" fmla="*/ 852965 h 1339999"/>
              <a:gd name="connsiteX55" fmla="*/ 6688984 w 10740954"/>
              <a:gd name="connsiteY55" fmla="*/ 506956 h 1339999"/>
              <a:gd name="connsiteX56" fmla="*/ 6942564 w 10740954"/>
              <a:gd name="connsiteY56" fmla="*/ 852965 h 1339999"/>
              <a:gd name="connsiteX57" fmla="*/ 6688984 w 10740954"/>
              <a:gd name="connsiteY57" fmla="*/ 1198974 h 1339999"/>
              <a:gd name="connsiteX58" fmla="*/ 7092538 w 10740954"/>
              <a:gd name="connsiteY58" fmla="*/ 29358 h 1339999"/>
              <a:gd name="connsiteX59" fmla="*/ 6938854 w 10740954"/>
              <a:gd name="connsiteY59" fmla="*/ 29358 h 1339999"/>
              <a:gd name="connsiteX60" fmla="*/ 6938854 w 10740954"/>
              <a:gd name="connsiteY60" fmla="*/ 571177 h 1339999"/>
              <a:gd name="connsiteX61" fmla="*/ 6663017 w 10740954"/>
              <a:gd name="connsiteY61" fmla="*/ 377202 h 1339999"/>
              <a:gd name="connsiteX62" fmla="*/ 6274301 w 10740954"/>
              <a:gd name="connsiteY62" fmla="*/ 858732 h 1339999"/>
              <a:gd name="connsiteX63" fmla="*/ 6650033 w 10740954"/>
              <a:gd name="connsiteY63" fmla="*/ 1329252 h 1339999"/>
              <a:gd name="connsiteX64" fmla="*/ 6938854 w 10740954"/>
              <a:gd name="connsiteY64" fmla="*/ 1126103 h 1339999"/>
              <a:gd name="connsiteX65" fmla="*/ 6938854 w 10740954"/>
              <a:gd name="connsiteY65" fmla="*/ 1195567 h 1339999"/>
              <a:gd name="connsiteX66" fmla="*/ 6948128 w 10740954"/>
              <a:gd name="connsiteY66" fmla="*/ 1310903 h 1339999"/>
              <a:gd name="connsiteX67" fmla="*/ 7103667 w 10740954"/>
              <a:gd name="connsiteY67" fmla="*/ 1310903 h 1339999"/>
              <a:gd name="connsiteX68" fmla="*/ 7092538 w 10740954"/>
              <a:gd name="connsiteY68" fmla="*/ 1120598 h 1339999"/>
              <a:gd name="connsiteX69" fmla="*/ 7092538 w 10740954"/>
              <a:gd name="connsiteY69" fmla="*/ 29358 h 1339999"/>
              <a:gd name="connsiteX70" fmla="*/ 8258155 w 10740954"/>
              <a:gd name="connsiteY70" fmla="*/ 29358 h 1339999"/>
              <a:gd name="connsiteX71" fmla="*/ 7258942 w 10740954"/>
              <a:gd name="connsiteY71" fmla="*/ 29358 h 1339999"/>
              <a:gd name="connsiteX72" fmla="*/ 7258942 w 10740954"/>
              <a:gd name="connsiteY72" fmla="*/ 163044 h 1339999"/>
              <a:gd name="connsiteX73" fmla="*/ 7678924 w 10740954"/>
              <a:gd name="connsiteY73" fmla="*/ 163044 h 1339999"/>
              <a:gd name="connsiteX74" fmla="*/ 7678924 w 10740954"/>
              <a:gd name="connsiteY74" fmla="*/ 1310903 h 1339999"/>
              <a:gd name="connsiteX75" fmla="*/ 7840028 w 10740954"/>
              <a:gd name="connsiteY75" fmla="*/ 1310903 h 1339999"/>
              <a:gd name="connsiteX76" fmla="*/ 7840028 w 10740954"/>
              <a:gd name="connsiteY76" fmla="*/ 163044 h 1339999"/>
              <a:gd name="connsiteX77" fmla="*/ 8258155 w 10740954"/>
              <a:gd name="connsiteY77" fmla="*/ 163044 h 1339999"/>
              <a:gd name="connsiteX78" fmla="*/ 8258155 w 10740954"/>
              <a:gd name="connsiteY78" fmla="*/ 29358 h 1339999"/>
              <a:gd name="connsiteX79" fmla="*/ 10185835 w 10740954"/>
              <a:gd name="connsiteY79" fmla="*/ 29358 h 1339999"/>
              <a:gd name="connsiteX80" fmla="*/ 10032151 w 10740954"/>
              <a:gd name="connsiteY80" fmla="*/ 29358 h 1339999"/>
              <a:gd name="connsiteX81" fmla="*/ 10032151 w 10740954"/>
              <a:gd name="connsiteY81" fmla="*/ 1310641 h 1339999"/>
              <a:gd name="connsiteX82" fmla="*/ 10185835 w 10740954"/>
              <a:gd name="connsiteY82" fmla="*/ 1310641 h 1339999"/>
              <a:gd name="connsiteX83" fmla="*/ 10185835 w 10740954"/>
              <a:gd name="connsiteY83" fmla="*/ 708532 h 1339999"/>
              <a:gd name="connsiteX84" fmla="*/ 10387480 w 10740954"/>
              <a:gd name="connsiteY84" fmla="*/ 494374 h 1339999"/>
              <a:gd name="connsiteX85" fmla="*/ 10587270 w 10740954"/>
              <a:gd name="connsiteY85" fmla="*/ 708532 h 1339999"/>
              <a:gd name="connsiteX86" fmla="*/ 10587270 w 10740954"/>
              <a:gd name="connsiteY86" fmla="*/ 1310903 h 1339999"/>
              <a:gd name="connsiteX87" fmla="*/ 10740955 w 10740954"/>
              <a:gd name="connsiteY87" fmla="*/ 1310903 h 1339999"/>
              <a:gd name="connsiteX88" fmla="*/ 10740955 w 10740954"/>
              <a:gd name="connsiteY88" fmla="*/ 677339 h 1339999"/>
              <a:gd name="connsiteX89" fmla="*/ 10443125 w 10740954"/>
              <a:gd name="connsiteY89" fmla="*/ 377202 h 1339999"/>
              <a:gd name="connsiteX90" fmla="*/ 10185835 w 10740954"/>
              <a:gd name="connsiteY90" fmla="*/ 536576 h 1339999"/>
              <a:gd name="connsiteX91" fmla="*/ 10185835 w 10740954"/>
              <a:gd name="connsiteY91" fmla="*/ 29358 h 1339999"/>
              <a:gd name="connsiteX92" fmla="*/ 2759431 w 10740954"/>
              <a:gd name="connsiteY92" fmla="*/ 1339999 h 1339999"/>
              <a:gd name="connsiteX93" fmla="*/ 3188688 w 10740954"/>
              <a:gd name="connsiteY93" fmla="*/ 917186 h 1339999"/>
              <a:gd name="connsiteX94" fmla="*/ 3188688 w 10740954"/>
              <a:gd name="connsiteY94" fmla="*/ 29358 h 1339999"/>
              <a:gd name="connsiteX95" fmla="*/ 2959221 w 10740954"/>
              <a:gd name="connsiteY95" fmla="*/ 29358 h 1339999"/>
              <a:gd name="connsiteX96" fmla="*/ 2959221 w 10740954"/>
              <a:gd name="connsiteY96" fmla="*/ 975903 h 1339999"/>
              <a:gd name="connsiteX97" fmla="*/ 2759431 w 10740954"/>
              <a:gd name="connsiteY97" fmla="*/ 1221255 h 1339999"/>
              <a:gd name="connsiteX98" fmla="*/ 2559641 w 10740954"/>
              <a:gd name="connsiteY98" fmla="*/ 957554 h 1339999"/>
              <a:gd name="connsiteX99" fmla="*/ 2559641 w 10740954"/>
              <a:gd name="connsiteY99" fmla="*/ 781928 h 1339999"/>
              <a:gd name="connsiteX100" fmla="*/ 2330175 w 10740954"/>
              <a:gd name="connsiteY100" fmla="*/ 838548 h 1339999"/>
              <a:gd name="connsiteX101" fmla="*/ 2330175 w 10740954"/>
              <a:gd name="connsiteY101" fmla="*/ 917186 h 1339999"/>
              <a:gd name="connsiteX102" fmla="*/ 2759431 w 10740954"/>
              <a:gd name="connsiteY102" fmla="*/ 1339999 h 1339999"/>
              <a:gd name="connsiteX103" fmla="*/ 1537905 w 10740954"/>
              <a:gd name="connsiteY103" fmla="*/ 1206314 h 1339999"/>
              <a:gd name="connsiteX104" fmla="*/ 1251204 w 10740954"/>
              <a:gd name="connsiteY104" fmla="*/ 911682 h 1339999"/>
              <a:gd name="connsiteX105" fmla="*/ 1364082 w 10740954"/>
              <a:gd name="connsiteY105" fmla="*/ 679174 h 1339999"/>
              <a:gd name="connsiteX106" fmla="*/ 1782210 w 10740954"/>
              <a:gd name="connsiteY106" fmla="*/ 1131345 h 1339999"/>
              <a:gd name="connsiteX107" fmla="*/ 1537905 w 10740954"/>
              <a:gd name="connsiteY107" fmla="*/ 1206314 h 1339999"/>
              <a:gd name="connsiteX108" fmla="*/ 1761807 w 10740954"/>
              <a:gd name="connsiteY108" fmla="*/ 550993 h 1339999"/>
              <a:gd name="connsiteX109" fmla="*/ 2004258 w 10740954"/>
              <a:gd name="connsiteY109" fmla="*/ 785336 h 1339999"/>
              <a:gd name="connsiteX110" fmla="*/ 1945168 w 10740954"/>
              <a:gd name="connsiteY110" fmla="*/ 981146 h 1339999"/>
              <a:gd name="connsiteX111" fmla="*/ 1582420 w 10740954"/>
              <a:gd name="connsiteY111" fmla="*/ 585856 h 1339999"/>
              <a:gd name="connsiteX112" fmla="*/ 1761807 w 10740954"/>
              <a:gd name="connsiteY112" fmla="*/ 550993 h 1339999"/>
              <a:gd name="connsiteX113" fmla="*/ 1537905 w 10740954"/>
              <a:gd name="connsiteY113" fmla="*/ 96987 h 1339999"/>
              <a:gd name="connsiteX114" fmla="*/ 1711727 w 10740954"/>
              <a:gd name="connsiteY114" fmla="*/ 272613 h 1339999"/>
              <a:gd name="connsiteX115" fmla="*/ 1532340 w 10740954"/>
              <a:gd name="connsiteY115" fmla="*/ 532644 h 1339999"/>
              <a:gd name="connsiteX116" fmla="*/ 1452848 w 10740954"/>
              <a:gd name="connsiteY116" fmla="*/ 444831 h 1339999"/>
              <a:gd name="connsiteX117" fmla="*/ 1362227 w 10740954"/>
              <a:gd name="connsiteY117" fmla="*/ 263701 h 1339999"/>
              <a:gd name="connsiteX118" fmla="*/ 1537905 w 10740954"/>
              <a:gd name="connsiteY118" fmla="*/ 96987 h 1339999"/>
              <a:gd name="connsiteX119" fmla="*/ 2002403 w 10740954"/>
              <a:gd name="connsiteY119" fmla="*/ 1043532 h 1339999"/>
              <a:gd name="connsiteX120" fmla="*/ 2159797 w 10740954"/>
              <a:gd name="connsiteY120" fmla="*/ 686514 h 1339999"/>
              <a:gd name="connsiteX121" fmla="*/ 1917346 w 10740954"/>
              <a:gd name="connsiteY121" fmla="*/ 454006 h 1339999"/>
              <a:gd name="connsiteX122" fmla="*/ 1695299 w 10740954"/>
              <a:gd name="connsiteY122" fmla="*/ 498044 h 1339999"/>
              <a:gd name="connsiteX123" fmla="*/ 1691589 w 10740954"/>
              <a:gd name="connsiteY123" fmla="*/ 490704 h 1339999"/>
              <a:gd name="connsiteX124" fmla="*/ 1891379 w 10740954"/>
              <a:gd name="connsiteY124" fmla="*/ 249022 h 1339999"/>
              <a:gd name="connsiteX125" fmla="*/ 1543469 w 10740954"/>
              <a:gd name="connsiteY125" fmla="*/ 0 h 1339999"/>
              <a:gd name="connsiteX126" fmla="*/ 1162173 w 10740954"/>
              <a:gd name="connsiteY126" fmla="*/ 316651 h 1339999"/>
              <a:gd name="connsiteX127" fmla="*/ 1310293 w 10740954"/>
              <a:gd name="connsiteY127" fmla="*/ 622292 h 1339999"/>
              <a:gd name="connsiteX128" fmla="*/ 1312147 w 10740954"/>
              <a:gd name="connsiteY128" fmla="*/ 625962 h 1339999"/>
              <a:gd name="connsiteX129" fmla="*/ 1047439 w 10740954"/>
              <a:gd name="connsiteY129" fmla="*/ 993990 h 1339999"/>
              <a:gd name="connsiteX130" fmla="*/ 1419462 w 10740954"/>
              <a:gd name="connsiteY130" fmla="*/ 1339999 h 1339999"/>
              <a:gd name="connsiteX131" fmla="*/ 1837589 w 10740954"/>
              <a:gd name="connsiteY131" fmla="*/ 1191635 h 1339999"/>
              <a:gd name="connsiteX132" fmla="*/ 1948613 w 10740954"/>
              <a:gd name="connsiteY132" fmla="*/ 1310641 h 1339999"/>
              <a:gd name="connsiteX133" fmla="*/ 2239024 w 10740954"/>
              <a:gd name="connsiteY133" fmla="*/ 1310641 h 1339999"/>
              <a:gd name="connsiteX134" fmla="*/ 2239024 w 10740954"/>
              <a:gd name="connsiteY134" fmla="*/ 1301466 h 1339999"/>
              <a:gd name="connsiteX135" fmla="*/ 2002403 w 10740954"/>
              <a:gd name="connsiteY135" fmla="*/ 1043532 h 1339999"/>
              <a:gd name="connsiteX136" fmla="*/ 429257 w 10740954"/>
              <a:gd name="connsiteY136" fmla="*/ 1339999 h 1339999"/>
              <a:gd name="connsiteX137" fmla="*/ 858513 w 10740954"/>
              <a:gd name="connsiteY137" fmla="*/ 917186 h 1339999"/>
              <a:gd name="connsiteX138" fmla="*/ 858513 w 10740954"/>
              <a:gd name="connsiteY138" fmla="*/ 29358 h 1339999"/>
              <a:gd name="connsiteX139" fmla="*/ 629046 w 10740954"/>
              <a:gd name="connsiteY139" fmla="*/ 29358 h 1339999"/>
              <a:gd name="connsiteX140" fmla="*/ 629046 w 10740954"/>
              <a:gd name="connsiteY140" fmla="*/ 975903 h 1339999"/>
              <a:gd name="connsiteX141" fmla="*/ 429257 w 10740954"/>
              <a:gd name="connsiteY141" fmla="*/ 1221255 h 1339999"/>
              <a:gd name="connsiteX142" fmla="*/ 229467 w 10740954"/>
              <a:gd name="connsiteY142" fmla="*/ 957554 h 1339999"/>
              <a:gd name="connsiteX143" fmla="*/ 229467 w 10740954"/>
              <a:gd name="connsiteY143" fmla="*/ 781928 h 1339999"/>
              <a:gd name="connsiteX144" fmla="*/ 0 w 10740954"/>
              <a:gd name="connsiteY144" fmla="*/ 838548 h 1339999"/>
              <a:gd name="connsiteX145" fmla="*/ 0 w 10740954"/>
              <a:gd name="connsiteY145" fmla="*/ 917186 h 1339999"/>
              <a:gd name="connsiteX146" fmla="*/ 429257 w 10740954"/>
              <a:gd name="connsiteY146" fmla="*/ 1339999 h 133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0740954" h="1339999">
                <a:moveTo>
                  <a:pt x="5490245" y="754143"/>
                </a:moveTo>
                <a:cubicBezTo>
                  <a:pt x="5510648" y="592934"/>
                  <a:pt x="5593850" y="501451"/>
                  <a:pt x="5740115" y="501451"/>
                </a:cubicBezTo>
                <a:cubicBezTo>
                  <a:pt x="5878961" y="501451"/>
                  <a:pt x="5960308" y="583759"/>
                  <a:pt x="5964018" y="754143"/>
                </a:cubicBezTo>
                <a:lnTo>
                  <a:pt x="5490245" y="754143"/>
                </a:lnTo>
                <a:moveTo>
                  <a:pt x="5739850" y="377202"/>
                </a:moveTo>
                <a:cubicBezTo>
                  <a:pt x="5495545" y="377202"/>
                  <a:pt x="5325432" y="547586"/>
                  <a:pt x="5325432" y="860567"/>
                </a:cubicBezTo>
                <a:cubicBezTo>
                  <a:pt x="5325432" y="1160704"/>
                  <a:pt x="5482826" y="1329252"/>
                  <a:pt x="5739850" y="1329252"/>
                </a:cubicBezTo>
                <a:cubicBezTo>
                  <a:pt x="5950769" y="1329252"/>
                  <a:pt x="6084050" y="1210246"/>
                  <a:pt x="6117437" y="1030950"/>
                </a:cubicBezTo>
                <a:lnTo>
                  <a:pt x="5976736" y="994252"/>
                </a:lnTo>
                <a:cubicBezTo>
                  <a:pt x="5952624" y="1148121"/>
                  <a:pt x="5869422" y="1201071"/>
                  <a:pt x="5754689" y="1201071"/>
                </a:cubicBezTo>
                <a:cubicBezTo>
                  <a:pt x="5571592" y="1201071"/>
                  <a:pt x="5489981" y="1067386"/>
                  <a:pt x="5484416" y="862402"/>
                </a:cubicBezTo>
                <a:lnTo>
                  <a:pt x="6119027" y="862402"/>
                </a:lnTo>
                <a:lnTo>
                  <a:pt x="6119027" y="811025"/>
                </a:lnTo>
                <a:cubicBezTo>
                  <a:pt x="6119292" y="490704"/>
                  <a:pt x="5943615" y="377202"/>
                  <a:pt x="5739850" y="377202"/>
                </a:cubicBezTo>
                <a:moveTo>
                  <a:pt x="8274584" y="754143"/>
                </a:moveTo>
                <a:cubicBezTo>
                  <a:pt x="8294987" y="592934"/>
                  <a:pt x="8378188" y="501451"/>
                  <a:pt x="8524454" y="501451"/>
                </a:cubicBezTo>
                <a:cubicBezTo>
                  <a:pt x="8663299" y="501451"/>
                  <a:pt x="8744646" y="583759"/>
                  <a:pt x="8748356" y="754143"/>
                </a:cubicBezTo>
                <a:lnTo>
                  <a:pt x="8274584" y="754143"/>
                </a:lnTo>
                <a:moveTo>
                  <a:pt x="8524454" y="377202"/>
                </a:moveTo>
                <a:cubicBezTo>
                  <a:pt x="8280149" y="377202"/>
                  <a:pt x="8110035" y="547586"/>
                  <a:pt x="8110035" y="860567"/>
                </a:cubicBezTo>
                <a:cubicBezTo>
                  <a:pt x="8110035" y="1160704"/>
                  <a:pt x="8267430" y="1329252"/>
                  <a:pt x="8524454" y="1329252"/>
                </a:cubicBezTo>
                <a:cubicBezTo>
                  <a:pt x="8735372" y="1329252"/>
                  <a:pt x="8868654" y="1210246"/>
                  <a:pt x="8902041" y="1030950"/>
                </a:cubicBezTo>
                <a:lnTo>
                  <a:pt x="8761340" y="994252"/>
                </a:lnTo>
                <a:cubicBezTo>
                  <a:pt x="8737227" y="1148121"/>
                  <a:pt x="8654025" y="1201071"/>
                  <a:pt x="8539292" y="1201071"/>
                </a:cubicBezTo>
                <a:cubicBezTo>
                  <a:pt x="8356196" y="1201071"/>
                  <a:pt x="8274584" y="1067386"/>
                  <a:pt x="8269019" y="862402"/>
                </a:cubicBezTo>
                <a:lnTo>
                  <a:pt x="8903630" y="862402"/>
                </a:lnTo>
                <a:lnTo>
                  <a:pt x="8903630" y="811025"/>
                </a:lnTo>
                <a:cubicBezTo>
                  <a:pt x="8903895" y="490704"/>
                  <a:pt x="8727953" y="377202"/>
                  <a:pt x="8524454" y="377202"/>
                </a:cubicBezTo>
                <a:moveTo>
                  <a:pt x="9484716" y="377202"/>
                </a:moveTo>
                <a:cubicBezTo>
                  <a:pt x="9231137" y="377202"/>
                  <a:pt x="9059169" y="552828"/>
                  <a:pt x="9059169" y="862402"/>
                </a:cubicBezTo>
                <a:cubicBezTo>
                  <a:pt x="9059169" y="1166208"/>
                  <a:pt x="9227428" y="1329252"/>
                  <a:pt x="9477297" y="1329252"/>
                </a:cubicBezTo>
                <a:cubicBezTo>
                  <a:pt x="9703054" y="1329252"/>
                  <a:pt x="9830771" y="1191897"/>
                  <a:pt x="9856739" y="1003427"/>
                </a:cubicBezTo>
                <a:lnTo>
                  <a:pt x="9710473" y="968564"/>
                </a:lnTo>
                <a:cubicBezTo>
                  <a:pt x="9684506" y="1140520"/>
                  <a:pt x="9610579" y="1199236"/>
                  <a:pt x="9488426" y="1199236"/>
                </a:cubicBezTo>
                <a:cubicBezTo>
                  <a:pt x="9310894" y="1199236"/>
                  <a:pt x="9220008" y="1071056"/>
                  <a:pt x="9220008" y="851392"/>
                </a:cubicBezTo>
                <a:cubicBezTo>
                  <a:pt x="9220008" y="622554"/>
                  <a:pt x="9316193" y="507218"/>
                  <a:pt x="9481006" y="507218"/>
                </a:cubicBezTo>
                <a:cubicBezTo>
                  <a:pt x="9597595" y="507218"/>
                  <a:pt x="9682651" y="564100"/>
                  <a:pt x="9710473" y="726881"/>
                </a:cubicBezTo>
                <a:lnTo>
                  <a:pt x="9856739" y="692018"/>
                </a:lnTo>
                <a:cubicBezTo>
                  <a:pt x="9830771" y="505383"/>
                  <a:pt x="9703054" y="377202"/>
                  <a:pt x="9484716" y="377202"/>
                </a:cubicBezTo>
                <a:moveTo>
                  <a:pt x="5112923" y="29358"/>
                </a:moveTo>
                <a:lnTo>
                  <a:pt x="4868618" y="29358"/>
                </a:lnTo>
                <a:lnTo>
                  <a:pt x="4485467" y="1061881"/>
                </a:lnTo>
                <a:lnTo>
                  <a:pt x="4100726" y="29358"/>
                </a:lnTo>
                <a:lnTo>
                  <a:pt x="3845291" y="29358"/>
                </a:lnTo>
                <a:lnTo>
                  <a:pt x="3845291" y="1310641"/>
                </a:lnTo>
                <a:lnTo>
                  <a:pt x="4006130" y="1310641"/>
                </a:lnTo>
                <a:lnTo>
                  <a:pt x="4006130" y="206819"/>
                </a:lnTo>
                <a:lnTo>
                  <a:pt x="4418694" y="1310641"/>
                </a:lnTo>
                <a:lnTo>
                  <a:pt x="4542701" y="1310641"/>
                </a:lnTo>
                <a:lnTo>
                  <a:pt x="4951820" y="204984"/>
                </a:lnTo>
                <a:lnTo>
                  <a:pt x="4951820" y="1310641"/>
                </a:lnTo>
                <a:lnTo>
                  <a:pt x="5112923" y="1310641"/>
                </a:lnTo>
                <a:lnTo>
                  <a:pt x="5112923" y="29358"/>
                </a:lnTo>
                <a:moveTo>
                  <a:pt x="6688984" y="1198974"/>
                </a:moveTo>
                <a:cubicBezTo>
                  <a:pt x="6537154" y="1198974"/>
                  <a:pt x="6435405" y="1090977"/>
                  <a:pt x="6435405" y="852965"/>
                </a:cubicBezTo>
                <a:cubicBezTo>
                  <a:pt x="6435405" y="613118"/>
                  <a:pt x="6537154" y="506956"/>
                  <a:pt x="6688984" y="506956"/>
                </a:cubicBezTo>
                <a:cubicBezTo>
                  <a:pt x="6840814" y="506956"/>
                  <a:pt x="6942564" y="613118"/>
                  <a:pt x="6942564" y="852965"/>
                </a:cubicBezTo>
                <a:cubicBezTo>
                  <a:pt x="6942564" y="1090977"/>
                  <a:pt x="6840814" y="1198974"/>
                  <a:pt x="6688984" y="1198974"/>
                </a:cubicBezTo>
                <a:moveTo>
                  <a:pt x="7092538" y="29358"/>
                </a:moveTo>
                <a:lnTo>
                  <a:pt x="6938854" y="29358"/>
                </a:lnTo>
                <a:lnTo>
                  <a:pt x="6938854" y="571177"/>
                </a:lnTo>
                <a:cubicBezTo>
                  <a:pt x="6905467" y="470520"/>
                  <a:pt x="6824120" y="377202"/>
                  <a:pt x="6663017" y="377202"/>
                </a:cubicBezTo>
                <a:cubicBezTo>
                  <a:pt x="6455808" y="377202"/>
                  <a:pt x="6274301" y="538411"/>
                  <a:pt x="6274301" y="858732"/>
                </a:cubicBezTo>
                <a:cubicBezTo>
                  <a:pt x="6274301" y="1182722"/>
                  <a:pt x="6455543" y="1329252"/>
                  <a:pt x="6650033" y="1329252"/>
                </a:cubicBezTo>
                <a:cubicBezTo>
                  <a:pt x="6796299" y="1329252"/>
                  <a:pt x="6903612" y="1245109"/>
                  <a:pt x="6938854" y="1126103"/>
                </a:cubicBezTo>
                <a:lnTo>
                  <a:pt x="6938854" y="1195567"/>
                </a:lnTo>
                <a:cubicBezTo>
                  <a:pt x="6938854" y="1237769"/>
                  <a:pt x="6942564" y="1283380"/>
                  <a:pt x="6948128" y="1310903"/>
                </a:cubicBezTo>
                <a:lnTo>
                  <a:pt x="7103667" y="1310903"/>
                </a:lnTo>
                <a:cubicBezTo>
                  <a:pt x="7096248" y="1266865"/>
                  <a:pt x="7092538" y="1202906"/>
                  <a:pt x="7092538" y="1120598"/>
                </a:cubicBezTo>
                <a:lnTo>
                  <a:pt x="7092538" y="29358"/>
                </a:lnTo>
                <a:moveTo>
                  <a:pt x="8258155" y="29358"/>
                </a:moveTo>
                <a:lnTo>
                  <a:pt x="7258942" y="29358"/>
                </a:lnTo>
                <a:lnTo>
                  <a:pt x="7258942" y="163044"/>
                </a:lnTo>
                <a:lnTo>
                  <a:pt x="7678924" y="163044"/>
                </a:lnTo>
                <a:lnTo>
                  <a:pt x="7678924" y="1310903"/>
                </a:lnTo>
                <a:lnTo>
                  <a:pt x="7840028" y="1310903"/>
                </a:lnTo>
                <a:lnTo>
                  <a:pt x="7840028" y="163044"/>
                </a:lnTo>
                <a:lnTo>
                  <a:pt x="8258155" y="163044"/>
                </a:lnTo>
                <a:lnTo>
                  <a:pt x="8258155" y="29358"/>
                </a:lnTo>
                <a:moveTo>
                  <a:pt x="10185835" y="29358"/>
                </a:moveTo>
                <a:lnTo>
                  <a:pt x="10032151" y="29358"/>
                </a:lnTo>
                <a:lnTo>
                  <a:pt x="10032151" y="1310641"/>
                </a:lnTo>
                <a:lnTo>
                  <a:pt x="10185835" y="1310641"/>
                </a:lnTo>
                <a:lnTo>
                  <a:pt x="10185835" y="708532"/>
                </a:lnTo>
                <a:cubicBezTo>
                  <a:pt x="10185835" y="580352"/>
                  <a:pt x="10250489" y="494374"/>
                  <a:pt x="10387480" y="494374"/>
                </a:cubicBezTo>
                <a:cubicBezTo>
                  <a:pt x="10522617" y="494374"/>
                  <a:pt x="10587270" y="580352"/>
                  <a:pt x="10587270" y="708532"/>
                </a:cubicBezTo>
                <a:lnTo>
                  <a:pt x="10587270" y="1310903"/>
                </a:lnTo>
                <a:lnTo>
                  <a:pt x="10740955" y="1310903"/>
                </a:lnTo>
                <a:lnTo>
                  <a:pt x="10740955" y="677339"/>
                </a:lnTo>
                <a:cubicBezTo>
                  <a:pt x="10740955" y="505383"/>
                  <a:pt x="10633640" y="377202"/>
                  <a:pt x="10443125" y="377202"/>
                </a:cubicBezTo>
                <a:cubicBezTo>
                  <a:pt x="10315408" y="377202"/>
                  <a:pt x="10221077" y="434084"/>
                  <a:pt x="10185835" y="536576"/>
                </a:cubicBezTo>
                <a:lnTo>
                  <a:pt x="10185835" y="29358"/>
                </a:lnTo>
                <a:moveTo>
                  <a:pt x="2759431" y="1339999"/>
                </a:moveTo>
                <a:cubicBezTo>
                  <a:pt x="3068390" y="1339999"/>
                  <a:pt x="3188688" y="1157034"/>
                  <a:pt x="3188688" y="917186"/>
                </a:cubicBezTo>
                <a:lnTo>
                  <a:pt x="3188688" y="29358"/>
                </a:lnTo>
                <a:lnTo>
                  <a:pt x="2959221" y="29358"/>
                </a:lnTo>
                <a:lnTo>
                  <a:pt x="2959221" y="975903"/>
                </a:lnTo>
                <a:cubicBezTo>
                  <a:pt x="2959221" y="1129772"/>
                  <a:pt x="2900132" y="1221255"/>
                  <a:pt x="2759431" y="1221255"/>
                </a:cubicBezTo>
                <a:cubicBezTo>
                  <a:pt x="2620585" y="1221255"/>
                  <a:pt x="2559641" y="1124268"/>
                  <a:pt x="2559641" y="957554"/>
                </a:cubicBezTo>
                <a:lnTo>
                  <a:pt x="2559641" y="781928"/>
                </a:lnTo>
                <a:lnTo>
                  <a:pt x="2330175" y="838548"/>
                </a:lnTo>
                <a:lnTo>
                  <a:pt x="2330175" y="917186"/>
                </a:lnTo>
                <a:cubicBezTo>
                  <a:pt x="2329910" y="1157034"/>
                  <a:pt x="2450207" y="1339999"/>
                  <a:pt x="2759431" y="1339999"/>
                </a:cubicBezTo>
                <a:moveTo>
                  <a:pt x="1537905" y="1206314"/>
                </a:moveTo>
                <a:cubicBezTo>
                  <a:pt x="1360373" y="1206314"/>
                  <a:pt x="1251204" y="1063454"/>
                  <a:pt x="1251204" y="911682"/>
                </a:cubicBezTo>
                <a:cubicBezTo>
                  <a:pt x="1251204" y="816529"/>
                  <a:pt x="1293864" y="728716"/>
                  <a:pt x="1364082" y="679174"/>
                </a:cubicBezTo>
                <a:lnTo>
                  <a:pt x="1782210" y="1131345"/>
                </a:lnTo>
                <a:cubicBezTo>
                  <a:pt x="1704573" y="1176955"/>
                  <a:pt x="1617662" y="1206314"/>
                  <a:pt x="1537905" y="1206314"/>
                </a:cubicBezTo>
                <a:moveTo>
                  <a:pt x="1761807" y="550993"/>
                </a:moveTo>
                <a:cubicBezTo>
                  <a:pt x="1911782" y="550993"/>
                  <a:pt x="2004258" y="636971"/>
                  <a:pt x="2004258" y="785336"/>
                </a:cubicBezTo>
                <a:cubicBezTo>
                  <a:pt x="2004258" y="851130"/>
                  <a:pt x="1985709" y="919021"/>
                  <a:pt x="1945168" y="981146"/>
                </a:cubicBezTo>
                <a:lnTo>
                  <a:pt x="1582420" y="585856"/>
                </a:lnTo>
                <a:cubicBezTo>
                  <a:pt x="1647074" y="560168"/>
                  <a:pt x="1710137" y="550993"/>
                  <a:pt x="1761807" y="550993"/>
                </a:cubicBezTo>
                <a:moveTo>
                  <a:pt x="1537905" y="96987"/>
                </a:moveTo>
                <a:cubicBezTo>
                  <a:pt x="1647074" y="96987"/>
                  <a:pt x="1711727" y="159112"/>
                  <a:pt x="1711727" y="272613"/>
                </a:cubicBezTo>
                <a:cubicBezTo>
                  <a:pt x="1711727" y="376940"/>
                  <a:pt x="1659792" y="475763"/>
                  <a:pt x="1532340" y="532644"/>
                </a:cubicBezTo>
                <a:lnTo>
                  <a:pt x="1452848" y="444831"/>
                </a:lnTo>
                <a:cubicBezTo>
                  <a:pt x="1382630" y="368028"/>
                  <a:pt x="1362227" y="320321"/>
                  <a:pt x="1362227" y="263701"/>
                </a:cubicBezTo>
                <a:cubicBezTo>
                  <a:pt x="1362227" y="157539"/>
                  <a:pt x="1430590" y="96987"/>
                  <a:pt x="1537905" y="96987"/>
                </a:cubicBezTo>
                <a:moveTo>
                  <a:pt x="2002403" y="1043532"/>
                </a:moveTo>
                <a:cubicBezTo>
                  <a:pt x="2102298" y="926361"/>
                  <a:pt x="2159797" y="798180"/>
                  <a:pt x="2159797" y="686514"/>
                </a:cubicBezTo>
                <a:cubicBezTo>
                  <a:pt x="2159797" y="547324"/>
                  <a:pt x="2065466" y="454006"/>
                  <a:pt x="1917346" y="454006"/>
                </a:cubicBezTo>
                <a:cubicBezTo>
                  <a:pt x="1839709" y="454006"/>
                  <a:pt x="1752533" y="476025"/>
                  <a:pt x="1695299" y="498044"/>
                </a:cubicBezTo>
                <a:lnTo>
                  <a:pt x="1691589" y="490704"/>
                </a:lnTo>
                <a:cubicBezTo>
                  <a:pt x="1832290" y="415735"/>
                  <a:pt x="1891379" y="346009"/>
                  <a:pt x="1891379" y="249022"/>
                </a:cubicBezTo>
                <a:cubicBezTo>
                  <a:pt x="1891379" y="109832"/>
                  <a:pt x="1765517" y="0"/>
                  <a:pt x="1543469" y="0"/>
                </a:cubicBezTo>
                <a:cubicBezTo>
                  <a:pt x="1288035" y="0"/>
                  <a:pt x="1162173" y="141025"/>
                  <a:pt x="1162173" y="316651"/>
                </a:cubicBezTo>
                <a:cubicBezTo>
                  <a:pt x="1162173" y="411803"/>
                  <a:pt x="1202978" y="506956"/>
                  <a:pt x="1310293" y="622292"/>
                </a:cubicBezTo>
                <a:lnTo>
                  <a:pt x="1312147" y="625962"/>
                </a:lnTo>
                <a:cubicBezTo>
                  <a:pt x="1130906" y="711940"/>
                  <a:pt x="1047439" y="851130"/>
                  <a:pt x="1047439" y="993990"/>
                </a:cubicBezTo>
                <a:cubicBezTo>
                  <a:pt x="1047439" y="1182460"/>
                  <a:pt x="1193704" y="1339999"/>
                  <a:pt x="1419462" y="1339999"/>
                </a:cubicBezTo>
                <a:cubicBezTo>
                  <a:pt x="1549033" y="1339999"/>
                  <a:pt x="1700863" y="1286787"/>
                  <a:pt x="1837589" y="1191635"/>
                </a:cubicBezTo>
                <a:lnTo>
                  <a:pt x="1948613" y="1310641"/>
                </a:lnTo>
                <a:lnTo>
                  <a:pt x="2239024" y="1310641"/>
                </a:lnTo>
                <a:lnTo>
                  <a:pt x="2239024" y="1301466"/>
                </a:lnTo>
                <a:lnTo>
                  <a:pt x="2002403" y="1043532"/>
                </a:lnTo>
                <a:close/>
                <a:moveTo>
                  <a:pt x="429257" y="1339999"/>
                </a:moveTo>
                <a:cubicBezTo>
                  <a:pt x="738215" y="1339999"/>
                  <a:pt x="858513" y="1157034"/>
                  <a:pt x="858513" y="917186"/>
                </a:cubicBezTo>
                <a:lnTo>
                  <a:pt x="858513" y="29358"/>
                </a:lnTo>
                <a:lnTo>
                  <a:pt x="629046" y="29358"/>
                </a:lnTo>
                <a:lnTo>
                  <a:pt x="629046" y="975903"/>
                </a:lnTo>
                <a:cubicBezTo>
                  <a:pt x="629046" y="1129772"/>
                  <a:pt x="569957" y="1221255"/>
                  <a:pt x="429257" y="1221255"/>
                </a:cubicBezTo>
                <a:cubicBezTo>
                  <a:pt x="290411" y="1221255"/>
                  <a:pt x="229467" y="1124268"/>
                  <a:pt x="229467" y="957554"/>
                </a:cubicBezTo>
                <a:lnTo>
                  <a:pt x="229467" y="781928"/>
                </a:lnTo>
                <a:lnTo>
                  <a:pt x="0" y="838548"/>
                </a:lnTo>
                <a:lnTo>
                  <a:pt x="0" y="917186"/>
                </a:lnTo>
                <a:cubicBezTo>
                  <a:pt x="0" y="1157034"/>
                  <a:pt x="120298" y="1339999"/>
                  <a:pt x="429257" y="1339999"/>
                </a:cubicBezTo>
              </a:path>
            </a:pathLst>
          </a:custGeom>
          <a:solidFill>
            <a:schemeClr val="bg1"/>
          </a:solidFill>
          <a:ln w="26484" cap="flat">
            <a:noFill/>
            <a:prstDash val="solid"/>
            <a:miter/>
          </a:ln>
        </p:spPr>
        <p:txBody>
          <a:bodyPr rtlCol="0" anchor="ctr"/>
          <a:lstStyle/>
          <a:p>
            <a:endParaRPr lang="en-GB"/>
          </a:p>
        </p:txBody>
      </p:sp>
    </p:spTree>
    <p:extLst>
      <p:ext uri="{BB962C8B-B14F-4D97-AF65-F5344CB8AC3E}">
        <p14:creationId xmlns:p14="http://schemas.microsoft.com/office/powerpoint/2010/main" val="4088312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anel 01">
    <p:bg>
      <p:bgPr>
        <a:solidFill>
          <a:schemeClr val="accent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1DFFC51-5FDD-DBA1-C803-B017E296ADB6}"/>
              </a:ext>
            </a:extLst>
          </p:cNvPr>
          <p:cNvSpPr/>
          <p:nvPr userDrawn="1"/>
        </p:nvSpPr>
        <p:spPr>
          <a:xfrm>
            <a:off x="9144000" y="2"/>
            <a:ext cx="3048000" cy="2282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0" name="Rectangle 19">
            <a:extLst>
              <a:ext uri="{FF2B5EF4-FFF2-40B4-BE49-F238E27FC236}">
                <a16:creationId xmlns:a16="http://schemas.microsoft.com/office/drawing/2014/main" id="{E6A0B6D5-9FAE-6088-29AE-ECA683A12070}"/>
              </a:ext>
            </a:extLst>
          </p:cNvPr>
          <p:cNvSpPr/>
          <p:nvPr userDrawn="1"/>
        </p:nvSpPr>
        <p:spPr>
          <a:xfrm>
            <a:off x="0" y="4578308"/>
            <a:ext cx="8089900" cy="2282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 name="Title 1">
            <a:extLst>
              <a:ext uri="{FF2B5EF4-FFF2-40B4-BE49-F238E27FC236}">
                <a16:creationId xmlns:a16="http://schemas.microsoft.com/office/drawing/2014/main" id="{199B8AD4-5298-7DA9-DDAD-3AB53AF2F9F5}"/>
              </a:ext>
            </a:extLst>
          </p:cNvPr>
          <p:cNvSpPr>
            <a:spLocks noGrp="1"/>
          </p:cNvSpPr>
          <p:nvPr>
            <p:ph type="title"/>
          </p:nvPr>
        </p:nvSpPr>
        <p:spPr>
          <a:xfrm>
            <a:off x="287338" y="266400"/>
            <a:ext cx="7694612" cy="1859099"/>
          </a:xfrm>
        </p:spPr>
        <p:txBody>
          <a:bodyPr anchor="t"/>
          <a:lstStyle>
            <a:lvl1pPr>
              <a:lnSpc>
                <a:spcPct val="80000"/>
              </a:lnSpc>
              <a:defRPr sz="7400" spc="0" baseline="0">
                <a:solidFill>
                  <a:schemeClr val="bg1"/>
                </a:solidFill>
              </a:defRPr>
            </a:lvl1pPr>
          </a:lstStyle>
          <a:p>
            <a:r>
              <a:rPr lang="en-US"/>
              <a:t>Click to edit Master title style</a:t>
            </a:r>
            <a:endParaRPr lang="en-GB"/>
          </a:p>
        </p:txBody>
      </p:sp>
      <p:sp>
        <p:nvSpPr>
          <p:cNvPr id="3" name="Slide Number Placeholder 5">
            <a:extLst>
              <a:ext uri="{FF2B5EF4-FFF2-40B4-BE49-F238E27FC236}">
                <a16:creationId xmlns:a16="http://schemas.microsoft.com/office/drawing/2014/main" id="{8160C082-DCC0-0938-63FA-E08E76FF7948}"/>
              </a:ext>
            </a:extLst>
          </p:cNvPr>
          <p:cNvSpPr>
            <a:spLocks noGrp="1"/>
          </p:cNvSpPr>
          <p:nvPr>
            <p:ph type="sldNum" sz="quarter" idx="4"/>
          </p:nvPr>
        </p:nvSpPr>
        <p:spPr>
          <a:xfrm>
            <a:off x="11581942" y="6415710"/>
            <a:ext cx="320674" cy="153463"/>
          </a:xfrm>
          <a:prstGeom prst="rect">
            <a:avLst/>
          </a:prstGeom>
        </p:spPr>
        <p:txBody>
          <a:bodyPr vert="horz" lIns="0" tIns="0" rIns="0" bIns="0" rtlCol="0" anchor="ctr"/>
          <a:lstStyle>
            <a:lvl1pPr algn="r">
              <a:lnSpc>
                <a:spcPct val="110000"/>
              </a:lnSpc>
              <a:spcBef>
                <a:spcPts val="600"/>
              </a:spcBef>
              <a:spcAft>
                <a:spcPts val="600"/>
              </a:spcAft>
              <a:defRPr sz="900" b="0" i="0">
                <a:solidFill>
                  <a:schemeClr val="bg1"/>
                </a:solidFill>
                <a:latin typeface="+mn-lt"/>
              </a:defRPr>
            </a:lvl1pPr>
          </a:lstStyle>
          <a:p>
            <a:fld id="{AEC8D767-5246-2244-A4A3-B8AFB218393C}" type="slidenum">
              <a:rPr lang="en-GB" smtClean="0"/>
              <a:pPr/>
              <a:t>‹#›</a:t>
            </a:fld>
            <a:endParaRPr lang="en-GB"/>
          </a:p>
        </p:txBody>
      </p:sp>
      <p:sp>
        <p:nvSpPr>
          <p:cNvPr id="7" name="Graphic 8">
            <a:extLst>
              <a:ext uri="{FF2B5EF4-FFF2-40B4-BE49-F238E27FC236}">
                <a16:creationId xmlns:a16="http://schemas.microsoft.com/office/drawing/2014/main" id="{DDD1C373-26DF-83A4-19AE-F6C809DB8E25}"/>
              </a:ext>
            </a:extLst>
          </p:cNvPr>
          <p:cNvSpPr>
            <a:spLocks noChangeAspect="1"/>
          </p:cNvSpPr>
          <p:nvPr userDrawn="1"/>
        </p:nvSpPr>
        <p:spPr>
          <a:xfrm>
            <a:off x="288304" y="6417655"/>
            <a:ext cx="1159200" cy="144618"/>
          </a:xfrm>
          <a:custGeom>
            <a:avLst/>
            <a:gdLst>
              <a:gd name="connsiteX0" fmla="*/ 5490245 w 10740954"/>
              <a:gd name="connsiteY0" fmla="*/ 754143 h 1339999"/>
              <a:gd name="connsiteX1" fmla="*/ 5740115 w 10740954"/>
              <a:gd name="connsiteY1" fmla="*/ 501451 h 1339999"/>
              <a:gd name="connsiteX2" fmla="*/ 5964018 w 10740954"/>
              <a:gd name="connsiteY2" fmla="*/ 754143 h 1339999"/>
              <a:gd name="connsiteX3" fmla="*/ 5490245 w 10740954"/>
              <a:gd name="connsiteY3" fmla="*/ 754143 h 1339999"/>
              <a:gd name="connsiteX4" fmla="*/ 5739850 w 10740954"/>
              <a:gd name="connsiteY4" fmla="*/ 377202 h 1339999"/>
              <a:gd name="connsiteX5" fmla="*/ 5325432 w 10740954"/>
              <a:gd name="connsiteY5" fmla="*/ 860567 h 1339999"/>
              <a:gd name="connsiteX6" fmla="*/ 5739850 w 10740954"/>
              <a:gd name="connsiteY6" fmla="*/ 1329252 h 1339999"/>
              <a:gd name="connsiteX7" fmla="*/ 6117437 w 10740954"/>
              <a:gd name="connsiteY7" fmla="*/ 1030950 h 1339999"/>
              <a:gd name="connsiteX8" fmla="*/ 5976736 w 10740954"/>
              <a:gd name="connsiteY8" fmla="*/ 994252 h 1339999"/>
              <a:gd name="connsiteX9" fmla="*/ 5754689 w 10740954"/>
              <a:gd name="connsiteY9" fmla="*/ 1201071 h 1339999"/>
              <a:gd name="connsiteX10" fmla="*/ 5484416 w 10740954"/>
              <a:gd name="connsiteY10" fmla="*/ 862402 h 1339999"/>
              <a:gd name="connsiteX11" fmla="*/ 6119027 w 10740954"/>
              <a:gd name="connsiteY11" fmla="*/ 862402 h 1339999"/>
              <a:gd name="connsiteX12" fmla="*/ 6119027 w 10740954"/>
              <a:gd name="connsiteY12" fmla="*/ 811025 h 1339999"/>
              <a:gd name="connsiteX13" fmla="*/ 5739850 w 10740954"/>
              <a:gd name="connsiteY13" fmla="*/ 377202 h 1339999"/>
              <a:gd name="connsiteX14" fmla="*/ 8274584 w 10740954"/>
              <a:gd name="connsiteY14" fmla="*/ 754143 h 1339999"/>
              <a:gd name="connsiteX15" fmla="*/ 8524454 w 10740954"/>
              <a:gd name="connsiteY15" fmla="*/ 501451 h 1339999"/>
              <a:gd name="connsiteX16" fmla="*/ 8748356 w 10740954"/>
              <a:gd name="connsiteY16" fmla="*/ 754143 h 1339999"/>
              <a:gd name="connsiteX17" fmla="*/ 8274584 w 10740954"/>
              <a:gd name="connsiteY17" fmla="*/ 754143 h 1339999"/>
              <a:gd name="connsiteX18" fmla="*/ 8524454 w 10740954"/>
              <a:gd name="connsiteY18" fmla="*/ 377202 h 1339999"/>
              <a:gd name="connsiteX19" fmla="*/ 8110035 w 10740954"/>
              <a:gd name="connsiteY19" fmla="*/ 860567 h 1339999"/>
              <a:gd name="connsiteX20" fmla="*/ 8524454 w 10740954"/>
              <a:gd name="connsiteY20" fmla="*/ 1329252 h 1339999"/>
              <a:gd name="connsiteX21" fmla="*/ 8902041 w 10740954"/>
              <a:gd name="connsiteY21" fmla="*/ 1030950 h 1339999"/>
              <a:gd name="connsiteX22" fmla="*/ 8761340 w 10740954"/>
              <a:gd name="connsiteY22" fmla="*/ 994252 h 1339999"/>
              <a:gd name="connsiteX23" fmla="*/ 8539292 w 10740954"/>
              <a:gd name="connsiteY23" fmla="*/ 1201071 h 1339999"/>
              <a:gd name="connsiteX24" fmla="*/ 8269019 w 10740954"/>
              <a:gd name="connsiteY24" fmla="*/ 862402 h 1339999"/>
              <a:gd name="connsiteX25" fmla="*/ 8903630 w 10740954"/>
              <a:gd name="connsiteY25" fmla="*/ 862402 h 1339999"/>
              <a:gd name="connsiteX26" fmla="*/ 8903630 w 10740954"/>
              <a:gd name="connsiteY26" fmla="*/ 811025 h 1339999"/>
              <a:gd name="connsiteX27" fmla="*/ 8524454 w 10740954"/>
              <a:gd name="connsiteY27" fmla="*/ 377202 h 1339999"/>
              <a:gd name="connsiteX28" fmla="*/ 9484716 w 10740954"/>
              <a:gd name="connsiteY28" fmla="*/ 377202 h 1339999"/>
              <a:gd name="connsiteX29" fmla="*/ 9059169 w 10740954"/>
              <a:gd name="connsiteY29" fmla="*/ 862402 h 1339999"/>
              <a:gd name="connsiteX30" fmla="*/ 9477297 w 10740954"/>
              <a:gd name="connsiteY30" fmla="*/ 1329252 h 1339999"/>
              <a:gd name="connsiteX31" fmla="*/ 9856739 w 10740954"/>
              <a:gd name="connsiteY31" fmla="*/ 1003427 h 1339999"/>
              <a:gd name="connsiteX32" fmla="*/ 9710473 w 10740954"/>
              <a:gd name="connsiteY32" fmla="*/ 968564 h 1339999"/>
              <a:gd name="connsiteX33" fmla="*/ 9488426 w 10740954"/>
              <a:gd name="connsiteY33" fmla="*/ 1199236 h 1339999"/>
              <a:gd name="connsiteX34" fmla="*/ 9220008 w 10740954"/>
              <a:gd name="connsiteY34" fmla="*/ 851392 h 1339999"/>
              <a:gd name="connsiteX35" fmla="*/ 9481006 w 10740954"/>
              <a:gd name="connsiteY35" fmla="*/ 507218 h 1339999"/>
              <a:gd name="connsiteX36" fmla="*/ 9710473 w 10740954"/>
              <a:gd name="connsiteY36" fmla="*/ 726881 h 1339999"/>
              <a:gd name="connsiteX37" fmla="*/ 9856739 w 10740954"/>
              <a:gd name="connsiteY37" fmla="*/ 692018 h 1339999"/>
              <a:gd name="connsiteX38" fmla="*/ 9484716 w 10740954"/>
              <a:gd name="connsiteY38" fmla="*/ 377202 h 1339999"/>
              <a:gd name="connsiteX39" fmla="*/ 5112923 w 10740954"/>
              <a:gd name="connsiteY39" fmla="*/ 29358 h 1339999"/>
              <a:gd name="connsiteX40" fmla="*/ 4868618 w 10740954"/>
              <a:gd name="connsiteY40" fmla="*/ 29358 h 1339999"/>
              <a:gd name="connsiteX41" fmla="*/ 4485467 w 10740954"/>
              <a:gd name="connsiteY41" fmla="*/ 1061881 h 1339999"/>
              <a:gd name="connsiteX42" fmla="*/ 4100726 w 10740954"/>
              <a:gd name="connsiteY42" fmla="*/ 29358 h 1339999"/>
              <a:gd name="connsiteX43" fmla="*/ 3845291 w 10740954"/>
              <a:gd name="connsiteY43" fmla="*/ 29358 h 1339999"/>
              <a:gd name="connsiteX44" fmla="*/ 3845291 w 10740954"/>
              <a:gd name="connsiteY44" fmla="*/ 1310641 h 1339999"/>
              <a:gd name="connsiteX45" fmla="*/ 4006130 w 10740954"/>
              <a:gd name="connsiteY45" fmla="*/ 1310641 h 1339999"/>
              <a:gd name="connsiteX46" fmla="*/ 4006130 w 10740954"/>
              <a:gd name="connsiteY46" fmla="*/ 206819 h 1339999"/>
              <a:gd name="connsiteX47" fmla="*/ 4418694 w 10740954"/>
              <a:gd name="connsiteY47" fmla="*/ 1310641 h 1339999"/>
              <a:gd name="connsiteX48" fmla="*/ 4542701 w 10740954"/>
              <a:gd name="connsiteY48" fmla="*/ 1310641 h 1339999"/>
              <a:gd name="connsiteX49" fmla="*/ 4951820 w 10740954"/>
              <a:gd name="connsiteY49" fmla="*/ 204984 h 1339999"/>
              <a:gd name="connsiteX50" fmla="*/ 4951820 w 10740954"/>
              <a:gd name="connsiteY50" fmla="*/ 1310641 h 1339999"/>
              <a:gd name="connsiteX51" fmla="*/ 5112923 w 10740954"/>
              <a:gd name="connsiteY51" fmla="*/ 1310641 h 1339999"/>
              <a:gd name="connsiteX52" fmla="*/ 5112923 w 10740954"/>
              <a:gd name="connsiteY52" fmla="*/ 29358 h 1339999"/>
              <a:gd name="connsiteX53" fmla="*/ 6688984 w 10740954"/>
              <a:gd name="connsiteY53" fmla="*/ 1198974 h 1339999"/>
              <a:gd name="connsiteX54" fmla="*/ 6435405 w 10740954"/>
              <a:gd name="connsiteY54" fmla="*/ 852965 h 1339999"/>
              <a:gd name="connsiteX55" fmla="*/ 6688984 w 10740954"/>
              <a:gd name="connsiteY55" fmla="*/ 506956 h 1339999"/>
              <a:gd name="connsiteX56" fmla="*/ 6942564 w 10740954"/>
              <a:gd name="connsiteY56" fmla="*/ 852965 h 1339999"/>
              <a:gd name="connsiteX57" fmla="*/ 6688984 w 10740954"/>
              <a:gd name="connsiteY57" fmla="*/ 1198974 h 1339999"/>
              <a:gd name="connsiteX58" fmla="*/ 7092538 w 10740954"/>
              <a:gd name="connsiteY58" fmla="*/ 29358 h 1339999"/>
              <a:gd name="connsiteX59" fmla="*/ 6938854 w 10740954"/>
              <a:gd name="connsiteY59" fmla="*/ 29358 h 1339999"/>
              <a:gd name="connsiteX60" fmla="*/ 6938854 w 10740954"/>
              <a:gd name="connsiteY60" fmla="*/ 571177 h 1339999"/>
              <a:gd name="connsiteX61" fmla="*/ 6663017 w 10740954"/>
              <a:gd name="connsiteY61" fmla="*/ 377202 h 1339999"/>
              <a:gd name="connsiteX62" fmla="*/ 6274301 w 10740954"/>
              <a:gd name="connsiteY62" fmla="*/ 858732 h 1339999"/>
              <a:gd name="connsiteX63" fmla="*/ 6650033 w 10740954"/>
              <a:gd name="connsiteY63" fmla="*/ 1329252 h 1339999"/>
              <a:gd name="connsiteX64" fmla="*/ 6938854 w 10740954"/>
              <a:gd name="connsiteY64" fmla="*/ 1126103 h 1339999"/>
              <a:gd name="connsiteX65" fmla="*/ 6938854 w 10740954"/>
              <a:gd name="connsiteY65" fmla="*/ 1195567 h 1339999"/>
              <a:gd name="connsiteX66" fmla="*/ 6948128 w 10740954"/>
              <a:gd name="connsiteY66" fmla="*/ 1310903 h 1339999"/>
              <a:gd name="connsiteX67" fmla="*/ 7103667 w 10740954"/>
              <a:gd name="connsiteY67" fmla="*/ 1310903 h 1339999"/>
              <a:gd name="connsiteX68" fmla="*/ 7092538 w 10740954"/>
              <a:gd name="connsiteY68" fmla="*/ 1120598 h 1339999"/>
              <a:gd name="connsiteX69" fmla="*/ 7092538 w 10740954"/>
              <a:gd name="connsiteY69" fmla="*/ 29358 h 1339999"/>
              <a:gd name="connsiteX70" fmla="*/ 8258155 w 10740954"/>
              <a:gd name="connsiteY70" fmla="*/ 29358 h 1339999"/>
              <a:gd name="connsiteX71" fmla="*/ 7258942 w 10740954"/>
              <a:gd name="connsiteY71" fmla="*/ 29358 h 1339999"/>
              <a:gd name="connsiteX72" fmla="*/ 7258942 w 10740954"/>
              <a:gd name="connsiteY72" fmla="*/ 163044 h 1339999"/>
              <a:gd name="connsiteX73" fmla="*/ 7678924 w 10740954"/>
              <a:gd name="connsiteY73" fmla="*/ 163044 h 1339999"/>
              <a:gd name="connsiteX74" fmla="*/ 7678924 w 10740954"/>
              <a:gd name="connsiteY74" fmla="*/ 1310903 h 1339999"/>
              <a:gd name="connsiteX75" fmla="*/ 7840028 w 10740954"/>
              <a:gd name="connsiteY75" fmla="*/ 1310903 h 1339999"/>
              <a:gd name="connsiteX76" fmla="*/ 7840028 w 10740954"/>
              <a:gd name="connsiteY76" fmla="*/ 163044 h 1339999"/>
              <a:gd name="connsiteX77" fmla="*/ 8258155 w 10740954"/>
              <a:gd name="connsiteY77" fmla="*/ 163044 h 1339999"/>
              <a:gd name="connsiteX78" fmla="*/ 8258155 w 10740954"/>
              <a:gd name="connsiteY78" fmla="*/ 29358 h 1339999"/>
              <a:gd name="connsiteX79" fmla="*/ 10185835 w 10740954"/>
              <a:gd name="connsiteY79" fmla="*/ 29358 h 1339999"/>
              <a:gd name="connsiteX80" fmla="*/ 10032151 w 10740954"/>
              <a:gd name="connsiteY80" fmla="*/ 29358 h 1339999"/>
              <a:gd name="connsiteX81" fmla="*/ 10032151 w 10740954"/>
              <a:gd name="connsiteY81" fmla="*/ 1310641 h 1339999"/>
              <a:gd name="connsiteX82" fmla="*/ 10185835 w 10740954"/>
              <a:gd name="connsiteY82" fmla="*/ 1310641 h 1339999"/>
              <a:gd name="connsiteX83" fmla="*/ 10185835 w 10740954"/>
              <a:gd name="connsiteY83" fmla="*/ 708532 h 1339999"/>
              <a:gd name="connsiteX84" fmla="*/ 10387480 w 10740954"/>
              <a:gd name="connsiteY84" fmla="*/ 494374 h 1339999"/>
              <a:gd name="connsiteX85" fmla="*/ 10587270 w 10740954"/>
              <a:gd name="connsiteY85" fmla="*/ 708532 h 1339999"/>
              <a:gd name="connsiteX86" fmla="*/ 10587270 w 10740954"/>
              <a:gd name="connsiteY86" fmla="*/ 1310903 h 1339999"/>
              <a:gd name="connsiteX87" fmla="*/ 10740955 w 10740954"/>
              <a:gd name="connsiteY87" fmla="*/ 1310903 h 1339999"/>
              <a:gd name="connsiteX88" fmla="*/ 10740955 w 10740954"/>
              <a:gd name="connsiteY88" fmla="*/ 677339 h 1339999"/>
              <a:gd name="connsiteX89" fmla="*/ 10443125 w 10740954"/>
              <a:gd name="connsiteY89" fmla="*/ 377202 h 1339999"/>
              <a:gd name="connsiteX90" fmla="*/ 10185835 w 10740954"/>
              <a:gd name="connsiteY90" fmla="*/ 536576 h 1339999"/>
              <a:gd name="connsiteX91" fmla="*/ 10185835 w 10740954"/>
              <a:gd name="connsiteY91" fmla="*/ 29358 h 1339999"/>
              <a:gd name="connsiteX92" fmla="*/ 2759431 w 10740954"/>
              <a:gd name="connsiteY92" fmla="*/ 1339999 h 1339999"/>
              <a:gd name="connsiteX93" fmla="*/ 3188688 w 10740954"/>
              <a:gd name="connsiteY93" fmla="*/ 917186 h 1339999"/>
              <a:gd name="connsiteX94" fmla="*/ 3188688 w 10740954"/>
              <a:gd name="connsiteY94" fmla="*/ 29358 h 1339999"/>
              <a:gd name="connsiteX95" fmla="*/ 2959221 w 10740954"/>
              <a:gd name="connsiteY95" fmla="*/ 29358 h 1339999"/>
              <a:gd name="connsiteX96" fmla="*/ 2959221 w 10740954"/>
              <a:gd name="connsiteY96" fmla="*/ 975903 h 1339999"/>
              <a:gd name="connsiteX97" fmla="*/ 2759431 w 10740954"/>
              <a:gd name="connsiteY97" fmla="*/ 1221255 h 1339999"/>
              <a:gd name="connsiteX98" fmla="*/ 2559641 w 10740954"/>
              <a:gd name="connsiteY98" fmla="*/ 957554 h 1339999"/>
              <a:gd name="connsiteX99" fmla="*/ 2559641 w 10740954"/>
              <a:gd name="connsiteY99" fmla="*/ 781928 h 1339999"/>
              <a:gd name="connsiteX100" fmla="*/ 2330175 w 10740954"/>
              <a:gd name="connsiteY100" fmla="*/ 838548 h 1339999"/>
              <a:gd name="connsiteX101" fmla="*/ 2330175 w 10740954"/>
              <a:gd name="connsiteY101" fmla="*/ 917186 h 1339999"/>
              <a:gd name="connsiteX102" fmla="*/ 2759431 w 10740954"/>
              <a:gd name="connsiteY102" fmla="*/ 1339999 h 1339999"/>
              <a:gd name="connsiteX103" fmla="*/ 1537905 w 10740954"/>
              <a:gd name="connsiteY103" fmla="*/ 1206314 h 1339999"/>
              <a:gd name="connsiteX104" fmla="*/ 1251204 w 10740954"/>
              <a:gd name="connsiteY104" fmla="*/ 911682 h 1339999"/>
              <a:gd name="connsiteX105" fmla="*/ 1364082 w 10740954"/>
              <a:gd name="connsiteY105" fmla="*/ 679174 h 1339999"/>
              <a:gd name="connsiteX106" fmla="*/ 1782210 w 10740954"/>
              <a:gd name="connsiteY106" fmla="*/ 1131345 h 1339999"/>
              <a:gd name="connsiteX107" fmla="*/ 1537905 w 10740954"/>
              <a:gd name="connsiteY107" fmla="*/ 1206314 h 1339999"/>
              <a:gd name="connsiteX108" fmla="*/ 1761807 w 10740954"/>
              <a:gd name="connsiteY108" fmla="*/ 550993 h 1339999"/>
              <a:gd name="connsiteX109" fmla="*/ 2004258 w 10740954"/>
              <a:gd name="connsiteY109" fmla="*/ 785336 h 1339999"/>
              <a:gd name="connsiteX110" fmla="*/ 1945168 w 10740954"/>
              <a:gd name="connsiteY110" fmla="*/ 981146 h 1339999"/>
              <a:gd name="connsiteX111" fmla="*/ 1582420 w 10740954"/>
              <a:gd name="connsiteY111" fmla="*/ 585856 h 1339999"/>
              <a:gd name="connsiteX112" fmla="*/ 1761807 w 10740954"/>
              <a:gd name="connsiteY112" fmla="*/ 550993 h 1339999"/>
              <a:gd name="connsiteX113" fmla="*/ 1537905 w 10740954"/>
              <a:gd name="connsiteY113" fmla="*/ 96987 h 1339999"/>
              <a:gd name="connsiteX114" fmla="*/ 1711727 w 10740954"/>
              <a:gd name="connsiteY114" fmla="*/ 272613 h 1339999"/>
              <a:gd name="connsiteX115" fmla="*/ 1532340 w 10740954"/>
              <a:gd name="connsiteY115" fmla="*/ 532644 h 1339999"/>
              <a:gd name="connsiteX116" fmla="*/ 1452848 w 10740954"/>
              <a:gd name="connsiteY116" fmla="*/ 444831 h 1339999"/>
              <a:gd name="connsiteX117" fmla="*/ 1362227 w 10740954"/>
              <a:gd name="connsiteY117" fmla="*/ 263701 h 1339999"/>
              <a:gd name="connsiteX118" fmla="*/ 1537905 w 10740954"/>
              <a:gd name="connsiteY118" fmla="*/ 96987 h 1339999"/>
              <a:gd name="connsiteX119" fmla="*/ 2002403 w 10740954"/>
              <a:gd name="connsiteY119" fmla="*/ 1043532 h 1339999"/>
              <a:gd name="connsiteX120" fmla="*/ 2159797 w 10740954"/>
              <a:gd name="connsiteY120" fmla="*/ 686514 h 1339999"/>
              <a:gd name="connsiteX121" fmla="*/ 1917346 w 10740954"/>
              <a:gd name="connsiteY121" fmla="*/ 454006 h 1339999"/>
              <a:gd name="connsiteX122" fmla="*/ 1695299 w 10740954"/>
              <a:gd name="connsiteY122" fmla="*/ 498044 h 1339999"/>
              <a:gd name="connsiteX123" fmla="*/ 1691589 w 10740954"/>
              <a:gd name="connsiteY123" fmla="*/ 490704 h 1339999"/>
              <a:gd name="connsiteX124" fmla="*/ 1891379 w 10740954"/>
              <a:gd name="connsiteY124" fmla="*/ 249022 h 1339999"/>
              <a:gd name="connsiteX125" fmla="*/ 1543469 w 10740954"/>
              <a:gd name="connsiteY125" fmla="*/ 0 h 1339999"/>
              <a:gd name="connsiteX126" fmla="*/ 1162173 w 10740954"/>
              <a:gd name="connsiteY126" fmla="*/ 316651 h 1339999"/>
              <a:gd name="connsiteX127" fmla="*/ 1310293 w 10740954"/>
              <a:gd name="connsiteY127" fmla="*/ 622292 h 1339999"/>
              <a:gd name="connsiteX128" fmla="*/ 1312147 w 10740954"/>
              <a:gd name="connsiteY128" fmla="*/ 625962 h 1339999"/>
              <a:gd name="connsiteX129" fmla="*/ 1047439 w 10740954"/>
              <a:gd name="connsiteY129" fmla="*/ 993990 h 1339999"/>
              <a:gd name="connsiteX130" fmla="*/ 1419462 w 10740954"/>
              <a:gd name="connsiteY130" fmla="*/ 1339999 h 1339999"/>
              <a:gd name="connsiteX131" fmla="*/ 1837589 w 10740954"/>
              <a:gd name="connsiteY131" fmla="*/ 1191635 h 1339999"/>
              <a:gd name="connsiteX132" fmla="*/ 1948613 w 10740954"/>
              <a:gd name="connsiteY132" fmla="*/ 1310641 h 1339999"/>
              <a:gd name="connsiteX133" fmla="*/ 2239024 w 10740954"/>
              <a:gd name="connsiteY133" fmla="*/ 1310641 h 1339999"/>
              <a:gd name="connsiteX134" fmla="*/ 2239024 w 10740954"/>
              <a:gd name="connsiteY134" fmla="*/ 1301466 h 1339999"/>
              <a:gd name="connsiteX135" fmla="*/ 2002403 w 10740954"/>
              <a:gd name="connsiteY135" fmla="*/ 1043532 h 1339999"/>
              <a:gd name="connsiteX136" fmla="*/ 429257 w 10740954"/>
              <a:gd name="connsiteY136" fmla="*/ 1339999 h 1339999"/>
              <a:gd name="connsiteX137" fmla="*/ 858513 w 10740954"/>
              <a:gd name="connsiteY137" fmla="*/ 917186 h 1339999"/>
              <a:gd name="connsiteX138" fmla="*/ 858513 w 10740954"/>
              <a:gd name="connsiteY138" fmla="*/ 29358 h 1339999"/>
              <a:gd name="connsiteX139" fmla="*/ 629046 w 10740954"/>
              <a:gd name="connsiteY139" fmla="*/ 29358 h 1339999"/>
              <a:gd name="connsiteX140" fmla="*/ 629046 w 10740954"/>
              <a:gd name="connsiteY140" fmla="*/ 975903 h 1339999"/>
              <a:gd name="connsiteX141" fmla="*/ 429257 w 10740954"/>
              <a:gd name="connsiteY141" fmla="*/ 1221255 h 1339999"/>
              <a:gd name="connsiteX142" fmla="*/ 229467 w 10740954"/>
              <a:gd name="connsiteY142" fmla="*/ 957554 h 1339999"/>
              <a:gd name="connsiteX143" fmla="*/ 229467 w 10740954"/>
              <a:gd name="connsiteY143" fmla="*/ 781928 h 1339999"/>
              <a:gd name="connsiteX144" fmla="*/ 0 w 10740954"/>
              <a:gd name="connsiteY144" fmla="*/ 838548 h 1339999"/>
              <a:gd name="connsiteX145" fmla="*/ 0 w 10740954"/>
              <a:gd name="connsiteY145" fmla="*/ 917186 h 1339999"/>
              <a:gd name="connsiteX146" fmla="*/ 429257 w 10740954"/>
              <a:gd name="connsiteY146" fmla="*/ 1339999 h 133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0740954" h="1339999">
                <a:moveTo>
                  <a:pt x="5490245" y="754143"/>
                </a:moveTo>
                <a:cubicBezTo>
                  <a:pt x="5510648" y="592934"/>
                  <a:pt x="5593850" y="501451"/>
                  <a:pt x="5740115" y="501451"/>
                </a:cubicBezTo>
                <a:cubicBezTo>
                  <a:pt x="5878961" y="501451"/>
                  <a:pt x="5960308" y="583759"/>
                  <a:pt x="5964018" y="754143"/>
                </a:cubicBezTo>
                <a:lnTo>
                  <a:pt x="5490245" y="754143"/>
                </a:lnTo>
                <a:moveTo>
                  <a:pt x="5739850" y="377202"/>
                </a:moveTo>
                <a:cubicBezTo>
                  <a:pt x="5495545" y="377202"/>
                  <a:pt x="5325432" y="547586"/>
                  <a:pt x="5325432" y="860567"/>
                </a:cubicBezTo>
                <a:cubicBezTo>
                  <a:pt x="5325432" y="1160704"/>
                  <a:pt x="5482826" y="1329252"/>
                  <a:pt x="5739850" y="1329252"/>
                </a:cubicBezTo>
                <a:cubicBezTo>
                  <a:pt x="5950769" y="1329252"/>
                  <a:pt x="6084050" y="1210246"/>
                  <a:pt x="6117437" y="1030950"/>
                </a:cubicBezTo>
                <a:lnTo>
                  <a:pt x="5976736" y="994252"/>
                </a:lnTo>
                <a:cubicBezTo>
                  <a:pt x="5952624" y="1148121"/>
                  <a:pt x="5869422" y="1201071"/>
                  <a:pt x="5754689" y="1201071"/>
                </a:cubicBezTo>
                <a:cubicBezTo>
                  <a:pt x="5571592" y="1201071"/>
                  <a:pt x="5489981" y="1067386"/>
                  <a:pt x="5484416" y="862402"/>
                </a:cubicBezTo>
                <a:lnTo>
                  <a:pt x="6119027" y="862402"/>
                </a:lnTo>
                <a:lnTo>
                  <a:pt x="6119027" y="811025"/>
                </a:lnTo>
                <a:cubicBezTo>
                  <a:pt x="6119292" y="490704"/>
                  <a:pt x="5943615" y="377202"/>
                  <a:pt x="5739850" y="377202"/>
                </a:cubicBezTo>
                <a:moveTo>
                  <a:pt x="8274584" y="754143"/>
                </a:moveTo>
                <a:cubicBezTo>
                  <a:pt x="8294987" y="592934"/>
                  <a:pt x="8378188" y="501451"/>
                  <a:pt x="8524454" y="501451"/>
                </a:cubicBezTo>
                <a:cubicBezTo>
                  <a:pt x="8663299" y="501451"/>
                  <a:pt x="8744646" y="583759"/>
                  <a:pt x="8748356" y="754143"/>
                </a:cubicBezTo>
                <a:lnTo>
                  <a:pt x="8274584" y="754143"/>
                </a:lnTo>
                <a:moveTo>
                  <a:pt x="8524454" y="377202"/>
                </a:moveTo>
                <a:cubicBezTo>
                  <a:pt x="8280149" y="377202"/>
                  <a:pt x="8110035" y="547586"/>
                  <a:pt x="8110035" y="860567"/>
                </a:cubicBezTo>
                <a:cubicBezTo>
                  <a:pt x="8110035" y="1160704"/>
                  <a:pt x="8267430" y="1329252"/>
                  <a:pt x="8524454" y="1329252"/>
                </a:cubicBezTo>
                <a:cubicBezTo>
                  <a:pt x="8735372" y="1329252"/>
                  <a:pt x="8868654" y="1210246"/>
                  <a:pt x="8902041" y="1030950"/>
                </a:cubicBezTo>
                <a:lnTo>
                  <a:pt x="8761340" y="994252"/>
                </a:lnTo>
                <a:cubicBezTo>
                  <a:pt x="8737227" y="1148121"/>
                  <a:pt x="8654025" y="1201071"/>
                  <a:pt x="8539292" y="1201071"/>
                </a:cubicBezTo>
                <a:cubicBezTo>
                  <a:pt x="8356196" y="1201071"/>
                  <a:pt x="8274584" y="1067386"/>
                  <a:pt x="8269019" y="862402"/>
                </a:cubicBezTo>
                <a:lnTo>
                  <a:pt x="8903630" y="862402"/>
                </a:lnTo>
                <a:lnTo>
                  <a:pt x="8903630" y="811025"/>
                </a:lnTo>
                <a:cubicBezTo>
                  <a:pt x="8903895" y="490704"/>
                  <a:pt x="8727953" y="377202"/>
                  <a:pt x="8524454" y="377202"/>
                </a:cubicBezTo>
                <a:moveTo>
                  <a:pt x="9484716" y="377202"/>
                </a:moveTo>
                <a:cubicBezTo>
                  <a:pt x="9231137" y="377202"/>
                  <a:pt x="9059169" y="552828"/>
                  <a:pt x="9059169" y="862402"/>
                </a:cubicBezTo>
                <a:cubicBezTo>
                  <a:pt x="9059169" y="1166208"/>
                  <a:pt x="9227428" y="1329252"/>
                  <a:pt x="9477297" y="1329252"/>
                </a:cubicBezTo>
                <a:cubicBezTo>
                  <a:pt x="9703054" y="1329252"/>
                  <a:pt x="9830771" y="1191897"/>
                  <a:pt x="9856739" y="1003427"/>
                </a:cubicBezTo>
                <a:lnTo>
                  <a:pt x="9710473" y="968564"/>
                </a:lnTo>
                <a:cubicBezTo>
                  <a:pt x="9684506" y="1140520"/>
                  <a:pt x="9610579" y="1199236"/>
                  <a:pt x="9488426" y="1199236"/>
                </a:cubicBezTo>
                <a:cubicBezTo>
                  <a:pt x="9310894" y="1199236"/>
                  <a:pt x="9220008" y="1071056"/>
                  <a:pt x="9220008" y="851392"/>
                </a:cubicBezTo>
                <a:cubicBezTo>
                  <a:pt x="9220008" y="622554"/>
                  <a:pt x="9316193" y="507218"/>
                  <a:pt x="9481006" y="507218"/>
                </a:cubicBezTo>
                <a:cubicBezTo>
                  <a:pt x="9597595" y="507218"/>
                  <a:pt x="9682651" y="564100"/>
                  <a:pt x="9710473" y="726881"/>
                </a:cubicBezTo>
                <a:lnTo>
                  <a:pt x="9856739" y="692018"/>
                </a:lnTo>
                <a:cubicBezTo>
                  <a:pt x="9830771" y="505383"/>
                  <a:pt x="9703054" y="377202"/>
                  <a:pt x="9484716" y="377202"/>
                </a:cubicBezTo>
                <a:moveTo>
                  <a:pt x="5112923" y="29358"/>
                </a:moveTo>
                <a:lnTo>
                  <a:pt x="4868618" y="29358"/>
                </a:lnTo>
                <a:lnTo>
                  <a:pt x="4485467" y="1061881"/>
                </a:lnTo>
                <a:lnTo>
                  <a:pt x="4100726" y="29358"/>
                </a:lnTo>
                <a:lnTo>
                  <a:pt x="3845291" y="29358"/>
                </a:lnTo>
                <a:lnTo>
                  <a:pt x="3845291" y="1310641"/>
                </a:lnTo>
                <a:lnTo>
                  <a:pt x="4006130" y="1310641"/>
                </a:lnTo>
                <a:lnTo>
                  <a:pt x="4006130" y="206819"/>
                </a:lnTo>
                <a:lnTo>
                  <a:pt x="4418694" y="1310641"/>
                </a:lnTo>
                <a:lnTo>
                  <a:pt x="4542701" y="1310641"/>
                </a:lnTo>
                <a:lnTo>
                  <a:pt x="4951820" y="204984"/>
                </a:lnTo>
                <a:lnTo>
                  <a:pt x="4951820" y="1310641"/>
                </a:lnTo>
                <a:lnTo>
                  <a:pt x="5112923" y="1310641"/>
                </a:lnTo>
                <a:lnTo>
                  <a:pt x="5112923" y="29358"/>
                </a:lnTo>
                <a:moveTo>
                  <a:pt x="6688984" y="1198974"/>
                </a:moveTo>
                <a:cubicBezTo>
                  <a:pt x="6537154" y="1198974"/>
                  <a:pt x="6435405" y="1090977"/>
                  <a:pt x="6435405" y="852965"/>
                </a:cubicBezTo>
                <a:cubicBezTo>
                  <a:pt x="6435405" y="613118"/>
                  <a:pt x="6537154" y="506956"/>
                  <a:pt x="6688984" y="506956"/>
                </a:cubicBezTo>
                <a:cubicBezTo>
                  <a:pt x="6840814" y="506956"/>
                  <a:pt x="6942564" y="613118"/>
                  <a:pt x="6942564" y="852965"/>
                </a:cubicBezTo>
                <a:cubicBezTo>
                  <a:pt x="6942564" y="1090977"/>
                  <a:pt x="6840814" y="1198974"/>
                  <a:pt x="6688984" y="1198974"/>
                </a:cubicBezTo>
                <a:moveTo>
                  <a:pt x="7092538" y="29358"/>
                </a:moveTo>
                <a:lnTo>
                  <a:pt x="6938854" y="29358"/>
                </a:lnTo>
                <a:lnTo>
                  <a:pt x="6938854" y="571177"/>
                </a:lnTo>
                <a:cubicBezTo>
                  <a:pt x="6905467" y="470520"/>
                  <a:pt x="6824120" y="377202"/>
                  <a:pt x="6663017" y="377202"/>
                </a:cubicBezTo>
                <a:cubicBezTo>
                  <a:pt x="6455808" y="377202"/>
                  <a:pt x="6274301" y="538411"/>
                  <a:pt x="6274301" y="858732"/>
                </a:cubicBezTo>
                <a:cubicBezTo>
                  <a:pt x="6274301" y="1182722"/>
                  <a:pt x="6455543" y="1329252"/>
                  <a:pt x="6650033" y="1329252"/>
                </a:cubicBezTo>
                <a:cubicBezTo>
                  <a:pt x="6796299" y="1329252"/>
                  <a:pt x="6903612" y="1245109"/>
                  <a:pt x="6938854" y="1126103"/>
                </a:cubicBezTo>
                <a:lnTo>
                  <a:pt x="6938854" y="1195567"/>
                </a:lnTo>
                <a:cubicBezTo>
                  <a:pt x="6938854" y="1237769"/>
                  <a:pt x="6942564" y="1283380"/>
                  <a:pt x="6948128" y="1310903"/>
                </a:cubicBezTo>
                <a:lnTo>
                  <a:pt x="7103667" y="1310903"/>
                </a:lnTo>
                <a:cubicBezTo>
                  <a:pt x="7096248" y="1266865"/>
                  <a:pt x="7092538" y="1202906"/>
                  <a:pt x="7092538" y="1120598"/>
                </a:cubicBezTo>
                <a:lnTo>
                  <a:pt x="7092538" y="29358"/>
                </a:lnTo>
                <a:moveTo>
                  <a:pt x="8258155" y="29358"/>
                </a:moveTo>
                <a:lnTo>
                  <a:pt x="7258942" y="29358"/>
                </a:lnTo>
                <a:lnTo>
                  <a:pt x="7258942" y="163044"/>
                </a:lnTo>
                <a:lnTo>
                  <a:pt x="7678924" y="163044"/>
                </a:lnTo>
                <a:lnTo>
                  <a:pt x="7678924" y="1310903"/>
                </a:lnTo>
                <a:lnTo>
                  <a:pt x="7840028" y="1310903"/>
                </a:lnTo>
                <a:lnTo>
                  <a:pt x="7840028" y="163044"/>
                </a:lnTo>
                <a:lnTo>
                  <a:pt x="8258155" y="163044"/>
                </a:lnTo>
                <a:lnTo>
                  <a:pt x="8258155" y="29358"/>
                </a:lnTo>
                <a:moveTo>
                  <a:pt x="10185835" y="29358"/>
                </a:moveTo>
                <a:lnTo>
                  <a:pt x="10032151" y="29358"/>
                </a:lnTo>
                <a:lnTo>
                  <a:pt x="10032151" y="1310641"/>
                </a:lnTo>
                <a:lnTo>
                  <a:pt x="10185835" y="1310641"/>
                </a:lnTo>
                <a:lnTo>
                  <a:pt x="10185835" y="708532"/>
                </a:lnTo>
                <a:cubicBezTo>
                  <a:pt x="10185835" y="580352"/>
                  <a:pt x="10250489" y="494374"/>
                  <a:pt x="10387480" y="494374"/>
                </a:cubicBezTo>
                <a:cubicBezTo>
                  <a:pt x="10522617" y="494374"/>
                  <a:pt x="10587270" y="580352"/>
                  <a:pt x="10587270" y="708532"/>
                </a:cubicBezTo>
                <a:lnTo>
                  <a:pt x="10587270" y="1310903"/>
                </a:lnTo>
                <a:lnTo>
                  <a:pt x="10740955" y="1310903"/>
                </a:lnTo>
                <a:lnTo>
                  <a:pt x="10740955" y="677339"/>
                </a:lnTo>
                <a:cubicBezTo>
                  <a:pt x="10740955" y="505383"/>
                  <a:pt x="10633640" y="377202"/>
                  <a:pt x="10443125" y="377202"/>
                </a:cubicBezTo>
                <a:cubicBezTo>
                  <a:pt x="10315408" y="377202"/>
                  <a:pt x="10221077" y="434084"/>
                  <a:pt x="10185835" y="536576"/>
                </a:cubicBezTo>
                <a:lnTo>
                  <a:pt x="10185835" y="29358"/>
                </a:lnTo>
                <a:moveTo>
                  <a:pt x="2759431" y="1339999"/>
                </a:moveTo>
                <a:cubicBezTo>
                  <a:pt x="3068390" y="1339999"/>
                  <a:pt x="3188688" y="1157034"/>
                  <a:pt x="3188688" y="917186"/>
                </a:cubicBezTo>
                <a:lnTo>
                  <a:pt x="3188688" y="29358"/>
                </a:lnTo>
                <a:lnTo>
                  <a:pt x="2959221" y="29358"/>
                </a:lnTo>
                <a:lnTo>
                  <a:pt x="2959221" y="975903"/>
                </a:lnTo>
                <a:cubicBezTo>
                  <a:pt x="2959221" y="1129772"/>
                  <a:pt x="2900132" y="1221255"/>
                  <a:pt x="2759431" y="1221255"/>
                </a:cubicBezTo>
                <a:cubicBezTo>
                  <a:pt x="2620585" y="1221255"/>
                  <a:pt x="2559641" y="1124268"/>
                  <a:pt x="2559641" y="957554"/>
                </a:cubicBezTo>
                <a:lnTo>
                  <a:pt x="2559641" y="781928"/>
                </a:lnTo>
                <a:lnTo>
                  <a:pt x="2330175" y="838548"/>
                </a:lnTo>
                <a:lnTo>
                  <a:pt x="2330175" y="917186"/>
                </a:lnTo>
                <a:cubicBezTo>
                  <a:pt x="2329910" y="1157034"/>
                  <a:pt x="2450207" y="1339999"/>
                  <a:pt x="2759431" y="1339999"/>
                </a:cubicBezTo>
                <a:moveTo>
                  <a:pt x="1537905" y="1206314"/>
                </a:moveTo>
                <a:cubicBezTo>
                  <a:pt x="1360373" y="1206314"/>
                  <a:pt x="1251204" y="1063454"/>
                  <a:pt x="1251204" y="911682"/>
                </a:cubicBezTo>
                <a:cubicBezTo>
                  <a:pt x="1251204" y="816529"/>
                  <a:pt x="1293864" y="728716"/>
                  <a:pt x="1364082" y="679174"/>
                </a:cubicBezTo>
                <a:lnTo>
                  <a:pt x="1782210" y="1131345"/>
                </a:lnTo>
                <a:cubicBezTo>
                  <a:pt x="1704573" y="1176955"/>
                  <a:pt x="1617662" y="1206314"/>
                  <a:pt x="1537905" y="1206314"/>
                </a:cubicBezTo>
                <a:moveTo>
                  <a:pt x="1761807" y="550993"/>
                </a:moveTo>
                <a:cubicBezTo>
                  <a:pt x="1911782" y="550993"/>
                  <a:pt x="2004258" y="636971"/>
                  <a:pt x="2004258" y="785336"/>
                </a:cubicBezTo>
                <a:cubicBezTo>
                  <a:pt x="2004258" y="851130"/>
                  <a:pt x="1985709" y="919021"/>
                  <a:pt x="1945168" y="981146"/>
                </a:cubicBezTo>
                <a:lnTo>
                  <a:pt x="1582420" y="585856"/>
                </a:lnTo>
                <a:cubicBezTo>
                  <a:pt x="1647074" y="560168"/>
                  <a:pt x="1710137" y="550993"/>
                  <a:pt x="1761807" y="550993"/>
                </a:cubicBezTo>
                <a:moveTo>
                  <a:pt x="1537905" y="96987"/>
                </a:moveTo>
                <a:cubicBezTo>
                  <a:pt x="1647074" y="96987"/>
                  <a:pt x="1711727" y="159112"/>
                  <a:pt x="1711727" y="272613"/>
                </a:cubicBezTo>
                <a:cubicBezTo>
                  <a:pt x="1711727" y="376940"/>
                  <a:pt x="1659792" y="475763"/>
                  <a:pt x="1532340" y="532644"/>
                </a:cubicBezTo>
                <a:lnTo>
                  <a:pt x="1452848" y="444831"/>
                </a:lnTo>
                <a:cubicBezTo>
                  <a:pt x="1382630" y="368028"/>
                  <a:pt x="1362227" y="320321"/>
                  <a:pt x="1362227" y="263701"/>
                </a:cubicBezTo>
                <a:cubicBezTo>
                  <a:pt x="1362227" y="157539"/>
                  <a:pt x="1430590" y="96987"/>
                  <a:pt x="1537905" y="96987"/>
                </a:cubicBezTo>
                <a:moveTo>
                  <a:pt x="2002403" y="1043532"/>
                </a:moveTo>
                <a:cubicBezTo>
                  <a:pt x="2102298" y="926361"/>
                  <a:pt x="2159797" y="798180"/>
                  <a:pt x="2159797" y="686514"/>
                </a:cubicBezTo>
                <a:cubicBezTo>
                  <a:pt x="2159797" y="547324"/>
                  <a:pt x="2065466" y="454006"/>
                  <a:pt x="1917346" y="454006"/>
                </a:cubicBezTo>
                <a:cubicBezTo>
                  <a:pt x="1839709" y="454006"/>
                  <a:pt x="1752533" y="476025"/>
                  <a:pt x="1695299" y="498044"/>
                </a:cubicBezTo>
                <a:lnTo>
                  <a:pt x="1691589" y="490704"/>
                </a:lnTo>
                <a:cubicBezTo>
                  <a:pt x="1832290" y="415735"/>
                  <a:pt x="1891379" y="346009"/>
                  <a:pt x="1891379" y="249022"/>
                </a:cubicBezTo>
                <a:cubicBezTo>
                  <a:pt x="1891379" y="109832"/>
                  <a:pt x="1765517" y="0"/>
                  <a:pt x="1543469" y="0"/>
                </a:cubicBezTo>
                <a:cubicBezTo>
                  <a:pt x="1288035" y="0"/>
                  <a:pt x="1162173" y="141025"/>
                  <a:pt x="1162173" y="316651"/>
                </a:cubicBezTo>
                <a:cubicBezTo>
                  <a:pt x="1162173" y="411803"/>
                  <a:pt x="1202978" y="506956"/>
                  <a:pt x="1310293" y="622292"/>
                </a:cubicBezTo>
                <a:lnTo>
                  <a:pt x="1312147" y="625962"/>
                </a:lnTo>
                <a:cubicBezTo>
                  <a:pt x="1130906" y="711940"/>
                  <a:pt x="1047439" y="851130"/>
                  <a:pt x="1047439" y="993990"/>
                </a:cubicBezTo>
                <a:cubicBezTo>
                  <a:pt x="1047439" y="1182460"/>
                  <a:pt x="1193704" y="1339999"/>
                  <a:pt x="1419462" y="1339999"/>
                </a:cubicBezTo>
                <a:cubicBezTo>
                  <a:pt x="1549033" y="1339999"/>
                  <a:pt x="1700863" y="1286787"/>
                  <a:pt x="1837589" y="1191635"/>
                </a:cubicBezTo>
                <a:lnTo>
                  <a:pt x="1948613" y="1310641"/>
                </a:lnTo>
                <a:lnTo>
                  <a:pt x="2239024" y="1310641"/>
                </a:lnTo>
                <a:lnTo>
                  <a:pt x="2239024" y="1301466"/>
                </a:lnTo>
                <a:lnTo>
                  <a:pt x="2002403" y="1043532"/>
                </a:lnTo>
                <a:close/>
                <a:moveTo>
                  <a:pt x="429257" y="1339999"/>
                </a:moveTo>
                <a:cubicBezTo>
                  <a:pt x="738215" y="1339999"/>
                  <a:pt x="858513" y="1157034"/>
                  <a:pt x="858513" y="917186"/>
                </a:cubicBezTo>
                <a:lnTo>
                  <a:pt x="858513" y="29358"/>
                </a:lnTo>
                <a:lnTo>
                  <a:pt x="629046" y="29358"/>
                </a:lnTo>
                <a:lnTo>
                  <a:pt x="629046" y="975903"/>
                </a:lnTo>
                <a:cubicBezTo>
                  <a:pt x="629046" y="1129772"/>
                  <a:pt x="569957" y="1221255"/>
                  <a:pt x="429257" y="1221255"/>
                </a:cubicBezTo>
                <a:cubicBezTo>
                  <a:pt x="290411" y="1221255"/>
                  <a:pt x="229467" y="1124268"/>
                  <a:pt x="229467" y="957554"/>
                </a:cubicBezTo>
                <a:lnTo>
                  <a:pt x="229467" y="781928"/>
                </a:lnTo>
                <a:lnTo>
                  <a:pt x="0" y="838548"/>
                </a:lnTo>
                <a:lnTo>
                  <a:pt x="0" y="917186"/>
                </a:lnTo>
                <a:cubicBezTo>
                  <a:pt x="0" y="1157034"/>
                  <a:pt x="120298" y="1339999"/>
                  <a:pt x="429257" y="1339999"/>
                </a:cubicBezTo>
              </a:path>
            </a:pathLst>
          </a:custGeom>
          <a:solidFill>
            <a:schemeClr val="accent1"/>
          </a:solidFill>
          <a:ln w="26484" cap="flat">
            <a:noFill/>
            <a:prstDash val="solid"/>
            <a:miter/>
          </a:ln>
        </p:spPr>
        <p:txBody>
          <a:bodyPr rtlCol="0" anchor="ctr"/>
          <a:lstStyle/>
          <a:p>
            <a:endParaRPr lang="en-GB"/>
          </a:p>
        </p:txBody>
      </p:sp>
      <p:grpSp>
        <p:nvGrpSpPr>
          <p:cNvPr id="14" name="Group 13">
            <a:extLst>
              <a:ext uri="{FF2B5EF4-FFF2-40B4-BE49-F238E27FC236}">
                <a16:creationId xmlns:a16="http://schemas.microsoft.com/office/drawing/2014/main" id="{28C6E2C4-C94B-BF6C-F0A9-A7A8D4CBC9E0}"/>
              </a:ext>
            </a:extLst>
          </p:cNvPr>
          <p:cNvGrpSpPr/>
          <p:nvPr userDrawn="1"/>
        </p:nvGrpSpPr>
        <p:grpSpPr>
          <a:xfrm>
            <a:off x="10432940" y="6418009"/>
            <a:ext cx="1069848" cy="150269"/>
            <a:chOff x="10830507" y="6418009"/>
            <a:chExt cx="1069848" cy="150269"/>
          </a:xfrm>
        </p:grpSpPr>
        <p:sp>
          <p:nvSpPr>
            <p:cNvPr id="15" name="TextBox 14">
              <a:extLst>
                <a:ext uri="{FF2B5EF4-FFF2-40B4-BE49-F238E27FC236}">
                  <a16:creationId xmlns:a16="http://schemas.microsoft.com/office/drawing/2014/main" id="{799496C3-877C-6080-6C2A-8D7536E42D56}"/>
                </a:ext>
              </a:extLst>
            </p:cNvPr>
            <p:cNvSpPr txBox="1"/>
            <p:nvPr userDrawn="1"/>
          </p:nvSpPr>
          <p:spPr>
            <a:xfrm>
              <a:off x="10940235" y="6430164"/>
              <a:ext cx="960120" cy="138114"/>
            </a:xfrm>
            <a:prstGeom prst="rect">
              <a:avLst/>
            </a:prstGeom>
            <a:noFill/>
          </p:spPr>
          <p:txBody>
            <a:bodyPr wrap="square" lIns="0" tIns="0" rIns="0" bIns="0" rtlCol="0" anchor="ctr" anchorCtr="0">
              <a:noAutofit/>
            </a:bodyPr>
            <a:lstStyle/>
            <a:p>
              <a:pPr algn="l"/>
              <a:r>
                <a:rPr lang="en-US" sz="1100" kern="1200">
                  <a:solidFill>
                    <a:schemeClr val="bg1"/>
                  </a:solidFill>
                  <a:latin typeface="+mn-lt"/>
                  <a:ea typeface="+mn-ea"/>
                  <a:cs typeface="+mn-cs"/>
                </a:rPr>
                <a:t>Orthopaedics</a:t>
              </a:r>
            </a:p>
          </p:txBody>
        </p:sp>
        <p:sp>
          <p:nvSpPr>
            <p:cNvPr id="16" name="Rectangle 15">
              <a:extLst>
                <a:ext uri="{FF2B5EF4-FFF2-40B4-BE49-F238E27FC236}">
                  <a16:creationId xmlns:a16="http://schemas.microsoft.com/office/drawing/2014/main" id="{BB3CAB34-02B7-2093-361D-32B628FF1E1E}"/>
                </a:ext>
              </a:extLst>
            </p:cNvPr>
            <p:cNvSpPr/>
            <p:nvPr userDrawn="1"/>
          </p:nvSpPr>
          <p:spPr>
            <a:xfrm>
              <a:off x="10830507" y="6418009"/>
              <a:ext cx="18288" cy="146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grpSp>
    </p:spTree>
    <p:extLst>
      <p:ext uri="{BB962C8B-B14F-4D97-AF65-F5344CB8AC3E}">
        <p14:creationId xmlns:p14="http://schemas.microsoft.com/office/powerpoint/2010/main" val="1478613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Header Gray">
    <p:bg>
      <p:bgPr>
        <a:solidFill>
          <a:srgbClr val="5E4F4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B8AD4-5298-7DA9-DDAD-3AB53AF2F9F5}"/>
              </a:ext>
            </a:extLst>
          </p:cNvPr>
          <p:cNvSpPr>
            <a:spLocks noGrp="1"/>
          </p:cNvSpPr>
          <p:nvPr>
            <p:ph type="title" hasCustomPrompt="1"/>
          </p:nvPr>
        </p:nvSpPr>
        <p:spPr>
          <a:xfrm>
            <a:off x="287338" y="266705"/>
            <a:ext cx="8674100" cy="2770117"/>
          </a:xfrm>
        </p:spPr>
        <p:txBody>
          <a:bodyPr anchor="t">
            <a:normAutofit/>
          </a:bodyPr>
          <a:lstStyle>
            <a:lvl1pPr>
              <a:lnSpc>
                <a:spcPct val="80000"/>
              </a:lnSpc>
              <a:defRPr sz="7400" spc="0" baseline="0">
                <a:solidFill>
                  <a:schemeClr val="bg1"/>
                </a:solidFill>
              </a:defRPr>
            </a:lvl1pPr>
          </a:lstStyle>
          <a:p>
            <a:r>
              <a:rPr lang="en-GB"/>
              <a:t>Click to edit Master title style</a:t>
            </a:r>
            <a:br>
              <a:rPr lang="en-GB"/>
            </a:br>
            <a:endParaRPr lang="en-GB"/>
          </a:p>
        </p:txBody>
      </p:sp>
      <p:sp>
        <p:nvSpPr>
          <p:cNvPr id="6" name="Slide Number Placeholder 5">
            <a:extLst>
              <a:ext uri="{FF2B5EF4-FFF2-40B4-BE49-F238E27FC236}">
                <a16:creationId xmlns:a16="http://schemas.microsoft.com/office/drawing/2014/main" id="{6F49183B-3F5F-D40F-DF08-A45F8678A099}"/>
              </a:ext>
            </a:extLst>
          </p:cNvPr>
          <p:cNvSpPr>
            <a:spLocks noGrp="1"/>
          </p:cNvSpPr>
          <p:nvPr>
            <p:ph type="sldNum" sz="quarter" idx="12"/>
          </p:nvPr>
        </p:nvSpPr>
        <p:spPr/>
        <p:txBody>
          <a:bodyPr/>
          <a:lstStyle>
            <a:lvl1pPr>
              <a:defRPr>
                <a:solidFill>
                  <a:schemeClr val="bg1"/>
                </a:solidFill>
              </a:defRPr>
            </a:lvl1pPr>
          </a:lstStyle>
          <a:p>
            <a:fld id="{AEC8D767-5246-2244-A4A3-B8AFB218393C}" type="slidenum">
              <a:rPr lang="en-GB" smtClean="0"/>
              <a:pPr/>
              <a:t>‹#›</a:t>
            </a:fld>
            <a:endParaRPr lang="en-GB"/>
          </a:p>
        </p:txBody>
      </p:sp>
      <p:sp>
        <p:nvSpPr>
          <p:cNvPr id="3" name="Text Placeholder 31">
            <a:extLst>
              <a:ext uri="{FF2B5EF4-FFF2-40B4-BE49-F238E27FC236}">
                <a16:creationId xmlns:a16="http://schemas.microsoft.com/office/drawing/2014/main" id="{4D4C34F6-671F-EEC0-FEE1-02A18D85B646}"/>
              </a:ext>
            </a:extLst>
          </p:cNvPr>
          <p:cNvSpPr>
            <a:spLocks noGrp="1"/>
          </p:cNvSpPr>
          <p:nvPr>
            <p:ph type="body" sz="quarter" idx="10" hasCustomPrompt="1"/>
          </p:nvPr>
        </p:nvSpPr>
        <p:spPr>
          <a:xfrm>
            <a:off x="287339" y="4389438"/>
            <a:ext cx="5732692" cy="1376362"/>
          </a:xfrm>
        </p:spPr>
        <p:txBody>
          <a:bodyPr anchor="b"/>
          <a:lstStyle>
            <a:lvl1pPr>
              <a:lnSpc>
                <a:spcPct val="100000"/>
              </a:lnSpc>
              <a:spcBef>
                <a:spcPts val="0"/>
              </a:spcBef>
              <a:spcAft>
                <a:spcPts val="0"/>
              </a:spcAft>
              <a:defRPr sz="1400">
                <a:solidFill>
                  <a:schemeClr val="bg1"/>
                </a:solidFill>
              </a:defRPr>
            </a:lvl1pPr>
          </a:lstStyle>
          <a:p>
            <a:r>
              <a:rPr lang="en-US" noProof="0"/>
              <a:t>Supporting details.</a:t>
            </a:r>
            <a:r>
              <a:rPr lang="en-GB"/>
              <a:t> Delete if not required. </a:t>
            </a:r>
            <a:r>
              <a:rPr lang="en-US" noProof="0"/>
              <a:t>Right click on background &gt; Select ‘Format background’ &gt; Select color fill to change color.</a:t>
            </a:r>
          </a:p>
        </p:txBody>
      </p:sp>
      <p:sp>
        <p:nvSpPr>
          <p:cNvPr id="4" name="Footer Placeholder 4">
            <a:extLst>
              <a:ext uri="{FF2B5EF4-FFF2-40B4-BE49-F238E27FC236}">
                <a16:creationId xmlns:a16="http://schemas.microsoft.com/office/drawing/2014/main" id="{A83A6692-6756-028A-9F7E-2811210F0747}"/>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bg1"/>
                </a:solidFill>
                <a:latin typeface="+mn-lt"/>
              </a:defRPr>
            </a:lvl1pPr>
          </a:lstStyle>
          <a:p>
            <a:pPr>
              <a:spcBef>
                <a:spcPts val="0"/>
              </a:spcBef>
              <a:spcAft>
                <a:spcPts val="300"/>
              </a:spcAft>
            </a:pPr>
            <a:endParaRPr lang="en-US"/>
          </a:p>
        </p:txBody>
      </p:sp>
      <p:sp>
        <p:nvSpPr>
          <p:cNvPr id="9" name="Graphic 8">
            <a:extLst>
              <a:ext uri="{FF2B5EF4-FFF2-40B4-BE49-F238E27FC236}">
                <a16:creationId xmlns:a16="http://schemas.microsoft.com/office/drawing/2014/main" id="{C4A9F690-C90C-DC98-8CAE-E0D42E52744C}"/>
              </a:ext>
            </a:extLst>
          </p:cNvPr>
          <p:cNvSpPr>
            <a:spLocks noChangeAspect="1"/>
          </p:cNvSpPr>
          <p:nvPr userDrawn="1"/>
        </p:nvSpPr>
        <p:spPr>
          <a:xfrm>
            <a:off x="288304" y="6417655"/>
            <a:ext cx="1159200" cy="144618"/>
          </a:xfrm>
          <a:custGeom>
            <a:avLst/>
            <a:gdLst>
              <a:gd name="connsiteX0" fmla="*/ 5490245 w 10740954"/>
              <a:gd name="connsiteY0" fmla="*/ 754143 h 1339999"/>
              <a:gd name="connsiteX1" fmla="*/ 5740115 w 10740954"/>
              <a:gd name="connsiteY1" fmla="*/ 501451 h 1339999"/>
              <a:gd name="connsiteX2" fmla="*/ 5964018 w 10740954"/>
              <a:gd name="connsiteY2" fmla="*/ 754143 h 1339999"/>
              <a:gd name="connsiteX3" fmla="*/ 5490245 w 10740954"/>
              <a:gd name="connsiteY3" fmla="*/ 754143 h 1339999"/>
              <a:gd name="connsiteX4" fmla="*/ 5739850 w 10740954"/>
              <a:gd name="connsiteY4" fmla="*/ 377202 h 1339999"/>
              <a:gd name="connsiteX5" fmla="*/ 5325432 w 10740954"/>
              <a:gd name="connsiteY5" fmla="*/ 860567 h 1339999"/>
              <a:gd name="connsiteX6" fmla="*/ 5739850 w 10740954"/>
              <a:gd name="connsiteY6" fmla="*/ 1329252 h 1339999"/>
              <a:gd name="connsiteX7" fmla="*/ 6117437 w 10740954"/>
              <a:gd name="connsiteY7" fmla="*/ 1030950 h 1339999"/>
              <a:gd name="connsiteX8" fmla="*/ 5976736 w 10740954"/>
              <a:gd name="connsiteY8" fmla="*/ 994252 h 1339999"/>
              <a:gd name="connsiteX9" fmla="*/ 5754689 w 10740954"/>
              <a:gd name="connsiteY9" fmla="*/ 1201071 h 1339999"/>
              <a:gd name="connsiteX10" fmla="*/ 5484416 w 10740954"/>
              <a:gd name="connsiteY10" fmla="*/ 862402 h 1339999"/>
              <a:gd name="connsiteX11" fmla="*/ 6119027 w 10740954"/>
              <a:gd name="connsiteY11" fmla="*/ 862402 h 1339999"/>
              <a:gd name="connsiteX12" fmla="*/ 6119027 w 10740954"/>
              <a:gd name="connsiteY12" fmla="*/ 811025 h 1339999"/>
              <a:gd name="connsiteX13" fmla="*/ 5739850 w 10740954"/>
              <a:gd name="connsiteY13" fmla="*/ 377202 h 1339999"/>
              <a:gd name="connsiteX14" fmla="*/ 8274584 w 10740954"/>
              <a:gd name="connsiteY14" fmla="*/ 754143 h 1339999"/>
              <a:gd name="connsiteX15" fmla="*/ 8524454 w 10740954"/>
              <a:gd name="connsiteY15" fmla="*/ 501451 h 1339999"/>
              <a:gd name="connsiteX16" fmla="*/ 8748356 w 10740954"/>
              <a:gd name="connsiteY16" fmla="*/ 754143 h 1339999"/>
              <a:gd name="connsiteX17" fmla="*/ 8274584 w 10740954"/>
              <a:gd name="connsiteY17" fmla="*/ 754143 h 1339999"/>
              <a:gd name="connsiteX18" fmla="*/ 8524454 w 10740954"/>
              <a:gd name="connsiteY18" fmla="*/ 377202 h 1339999"/>
              <a:gd name="connsiteX19" fmla="*/ 8110035 w 10740954"/>
              <a:gd name="connsiteY19" fmla="*/ 860567 h 1339999"/>
              <a:gd name="connsiteX20" fmla="*/ 8524454 w 10740954"/>
              <a:gd name="connsiteY20" fmla="*/ 1329252 h 1339999"/>
              <a:gd name="connsiteX21" fmla="*/ 8902041 w 10740954"/>
              <a:gd name="connsiteY21" fmla="*/ 1030950 h 1339999"/>
              <a:gd name="connsiteX22" fmla="*/ 8761340 w 10740954"/>
              <a:gd name="connsiteY22" fmla="*/ 994252 h 1339999"/>
              <a:gd name="connsiteX23" fmla="*/ 8539292 w 10740954"/>
              <a:gd name="connsiteY23" fmla="*/ 1201071 h 1339999"/>
              <a:gd name="connsiteX24" fmla="*/ 8269019 w 10740954"/>
              <a:gd name="connsiteY24" fmla="*/ 862402 h 1339999"/>
              <a:gd name="connsiteX25" fmla="*/ 8903630 w 10740954"/>
              <a:gd name="connsiteY25" fmla="*/ 862402 h 1339999"/>
              <a:gd name="connsiteX26" fmla="*/ 8903630 w 10740954"/>
              <a:gd name="connsiteY26" fmla="*/ 811025 h 1339999"/>
              <a:gd name="connsiteX27" fmla="*/ 8524454 w 10740954"/>
              <a:gd name="connsiteY27" fmla="*/ 377202 h 1339999"/>
              <a:gd name="connsiteX28" fmla="*/ 9484716 w 10740954"/>
              <a:gd name="connsiteY28" fmla="*/ 377202 h 1339999"/>
              <a:gd name="connsiteX29" fmla="*/ 9059169 w 10740954"/>
              <a:gd name="connsiteY29" fmla="*/ 862402 h 1339999"/>
              <a:gd name="connsiteX30" fmla="*/ 9477297 w 10740954"/>
              <a:gd name="connsiteY30" fmla="*/ 1329252 h 1339999"/>
              <a:gd name="connsiteX31" fmla="*/ 9856739 w 10740954"/>
              <a:gd name="connsiteY31" fmla="*/ 1003427 h 1339999"/>
              <a:gd name="connsiteX32" fmla="*/ 9710473 w 10740954"/>
              <a:gd name="connsiteY32" fmla="*/ 968564 h 1339999"/>
              <a:gd name="connsiteX33" fmla="*/ 9488426 w 10740954"/>
              <a:gd name="connsiteY33" fmla="*/ 1199236 h 1339999"/>
              <a:gd name="connsiteX34" fmla="*/ 9220008 w 10740954"/>
              <a:gd name="connsiteY34" fmla="*/ 851392 h 1339999"/>
              <a:gd name="connsiteX35" fmla="*/ 9481006 w 10740954"/>
              <a:gd name="connsiteY35" fmla="*/ 507218 h 1339999"/>
              <a:gd name="connsiteX36" fmla="*/ 9710473 w 10740954"/>
              <a:gd name="connsiteY36" fmla="*/ 726881 h 1339999"/>
              <a:gd name="connsiteX37" fmla="*/ 9856739 w 10740954"/>
              <a:gd name="connsiteY37" fmla="*/ 692018 h 1339999"/>
              <a:gd name="connsiteX38" fmla="*/ 9484716 w 10740954"/>
              <a:gd name="connsiteY38" fmla="*/ 377202 h 1339999"/>
              <a:gd name="connsiteX39" fmla="*/ 5112923 w 10740954"/>
              <a:gd name="connsiteY39" fmla="*/ 29358 h 1339999"/>
              <a:gd name="connsiteX40" fmla="*/ 4868618 w 10740954"/>
              <a:gd name="connsiteY40" fmla="*/ 29358 h 1339999"/>
              <a:gd name="connsiteX41" fmla="*/ 4485467 w 10740954"/>
              <a:gd name="connsiteY41" fmla="*/ 1061881 h 1339999"/>
              <a:gd name="connsiteX42" fmla="*/ 4100726 w 10740954"/>
              <a:gd name="connsiteY42" fmla="*/ 29358 h 1339999"/>
              <a:gd name="connsiteX43" fmla="*/ 3845291 w 10740954"/>
              <a:gd name="connsiteY43" fmla="*/ 29358 h 1339999"/>
              <a:gd name="connsiteX44" fmla="*/ 3845291 w 10740954"/>
              <a:gd name="connsiteY44" fmla="*/ 1310641 h 1339999"/>
              <a:gd name="connsiteX45" fmla="*/ 4006130 w 10740954"/>
              <a:gd name="connsiteY45" fmla="*/ 1310641 h 1339999"/>
              <a:gd name="connsiteX46" fmla="*/ 4006130 w 10740954"/>
              <a:gd name="connsiteY46" fmla="*/ 206819 h 1339999"/>
              <a:gd name="connsiteX47" fmla="*/ 4418694 w 10740954"/>
              <a:gd name="connsiteY47" fmla="*/ 1310641 h 1339999"/>
              <a:gd name="connsiteX48" fmla="*/ 4542701 w 10740954"/>
              <a:gd name="connsiteY48" fmla="*/ 1310641 h 1339999"/>
              <a:gd name="connsiteX49" fmla="*/ 4951820 w 10740954"/>
              <a:gd name="connsiteY49" fmla="*/ 204984 h 1339999"/>
              <a:gd name="connsiteX50" fmla="*/ 4951820 w 10740954"/>
              <a:gd name="connsiteY50" fmla="*/ 1310641 h 1339999"/>
              <a:gd name="connsiteX51" fmla="*/ 5112923 w 10740954"/>
              <a:gd name="connsiteY51" fmla="*/ 1310641 h 1339999"/>
              <a:gd name="connsiteX52" fmla="*/ 5112923 w 10740954"/>
              <a:gd name="connsiteY52" fmla="*/ 29358 h 1339999"/>
              <a:gd name="connsiteX53" fmla="*/ 6688984 w 10740954"/>
              <a:gd name="connsiteY53" fmla="*/ 1198974 h 1339999"/>
              <a:gd name="connsiteX54" fmla="*/ 6435405 w 10740954"/>
              <a:gd name="connsiteY54" fmla="*/ 852965 h 1339999"/>
              <a:gd name="connsiteX55" fmla="*/ 6688984 w 10740954"/>
              <a:gd name="connsiteY55" fmla="*/ 506956 h 1339999"/>
              <a:gd name="connsiteX56" fmla="*/ 6942564 w 10740954"/>
              <a:gd name="connsiteY56" fmla="*/ 852965 h 1339999"/>
              <a:gd name="connsiteX57" fmla="*/ 6688984 w 10740954"/>
              <a:gd name="connsiteY57" fmla="*/ 1198974 h 1339999"/>
              <a:gd name="connsiteX58" fmla="*/ 7092538 w 10740954"/>
              <a:gd name="connsiteY58" fmla="*/ 29358 h 1339999"/>
              <a:gd name="connsiteX59" fmla="*/ 6938854 w 10740954"/>
              <a:gd name="connsiteY59" fmla="*/ 29358 h 1339999"/>
              <a:gd name="connsiteX60" fmla="*/ 6938854 w 10740954"/>
              <a:gd name="connsiteY60" fmla="*/ 571177 h 1339999"/>
              <a:gd name="connsiteX61" fmla="*/ 6663017 w 10740954"/>
              <a:gd name="connsiteY61" fmla="*/ 377202 h 1339999"/>
              <a:gd name="connsiteX62" fmla="*/ 6274301 w 10740954"/>
              <a:gd name="connsiteY62" fmla="*/ 858732 h 1339999"/>
              <a:gd name="connsiteX63" fmla="*/ 6650033 w 10740954"/>
              <a:gd name="connsiteY63" fmla="*/ 1329252 h 1339999"/>
              <a:gd name="connsiteX64" fmla="*/ 6938854 w 10740954"/>
              <a:gd name="connsiteY64" fmla="*/ 1126103 h 1339999"/>
              <a:gd name="connsiteX65" fmla="*/ 6938854 w 10740954"/>
              <a:gd name="connsiteY65" fmla="*/ 1195567 h 1339999"/>
              <a:gd name="connsiteX66" fmla="*/ 6948128 w 10740954"/>
              <a:gd name="connsiteY66" fmla="*/ 1310903 h 1339999"/>
              <a:gd name="connsiteX67" fmla="*/ 7103667 w 10740954"/>
              <a:gd name="connsiteY67" fmla="*/ 1310903 h 1339999"/>
              <a:gd name="connsiteX68" fmla="*/ 7092538 w 10740954"/>
              <a:gd name="connsiteY68" fmla="*/ 1120598 h 1339999"/>
              <a:gd name="connsiteX69" fmla="*/ 7092538 w 10740954"/>
              <a:gd name="connsiteY69" fmla="*/ 29358 h 1339999"/>
              <a:gd name="connsiteX70" fmla="*/ 8258155 w 10740954"/>
              <a:gd name="connsiteY70" fmla="*/ 29358 h 1339999"/>
              <a:gd name="connsiteX71" fmla="*/ 7258942 w 10740954"/>
              <a:gd name="connsiteY71" fmla="*/ 29358 h 1339999"/>
              <a:gd name="connsiteX72" fmla="*/ 7258942 w 10740954"/>
              <a:gd name="connsiteY72" fmla="*/ 163044 h 1339999"/>
              <a:gd name="connsiteX73" fmla="*/ 7678924 w 10740954"/>
              <a:gd name="connsiteY73" fmla="*/ 163044 h 1339999"/>
              <a:gd name="connsiteX74" fmla="*/ 7678924 w 10740954"/>
              <a:gd name="connsiteY74" fmla="*/ 1310903 h 1339999"/>
              <a:gd name="connsiteX75" fmla="*/ 7840028 w 10740954"/>
              <a:gd name="connsiteY75" fmla="*/ 1310903 h 1339999"/>
              <a:gd name="connsiteX76" fmla="*/ 7840028 w 10740954"/>
              <a:gd name="connsiteY76" fmla="*/ 163044 h 1339999"/>
              <a:gd name="connsiteX77" fmla="*/ 8258155 w 10740954"/>
              <a:gd name="connsiteY77" fmla="*/ 163044 h 1339999"/>
              <a:gd name="connsiteX78" fmla="*/ 8258155 w 10740954"/>
              <a:gd name="connsiteY78" fmla="*/ 29358 h 1339999"/>
              <a:gd name="connsiteX79" fmla="*/ 10185835 w 10740954"/>
              <a:gd name="connsiteY79" fmla="*/ 29358 h 1339999"/>
              <a:gd name="connsiteX80" fmla="*/ 10032151 w 10740954"/>
              <a:gd name="connsiteY80" fmla="*/ 29358 h 1339999"/>
              <a:gd name="connsiteX81" fmla="*/ 10032151 w 10740954"/>
              <a:gd name="connsiteY81" fmla="*/ 1310641 h 1339999"/>
              <a:gd name="connsiteX82" fmla="*/ 10185835 w 10740954"/>
              <a:gd name="connsiteY82" fmla="*/ 1310641 h 1339999"/>
              <a:gd name="connsiteX83" fmla="*/ 10185835 w 10740954"/>
              <a:gd name="connsiteY83" fmla="*/ 708532 h 1339999"/>
              <a:gd name="connsiteX84" fmla="*/ 10387480 w 10740954"/>
              <a:gd name="connsiteY84" fmla="*/ 494374 h 1339999"/>
              <a:gd name="connsiteX85" fmla="*/ 10587270 w 10740954"/>
              <a:gd name="connsiteY85" fmla="*/ 708532 h 1339999"/>
              <a:gd name="connsiteX86" fmla="*/ 10587270 w 10740954"/>
              <a:gd name="connsiteY86" fmla="*/ 1310903 h 1339999"/>
              <a:gd name="connsiteX87" fmla="*/ 10740955 w 10740954"/>
              <a:gd name="connsiteY87" fmla="*/ 1310903 h 1339999"/>
              <a:gd name="connsiteX88" fmla="*/ 10740955 w 10740954"/>
              <a:gd name="connsiteY88" fmla="*/ 677339 h 1339999"/>
              <a:gd name="connsiteX89" fmla="*/ 10443125 w 10740954"/>
              <a:gd name="connsiteY89" fmla="*/ 377202 h 1339999"/>
              <a:gd name="connsiteX90" fmla="*/ 10185835 w 10740954"/>
              <a:gd name="connsiteY90" fmla="*/ 536576 h 1339999"/>
              <a:gd name="connsiteX91" fmla="*/ 10185835 w 10740954"/>
              <a:gd name="connsiteY91" fmla="*/ 29358 h 1339999"/>
              <a:gd name="connsiteX92" fmla="*/ 2759431 w 10740954"/>
              <a:gd name="connsiteY92" fmla="*/ 1339999 h 1339999"/>
              <a:gd name="connsiteX93" fmla="*/ 3188688 w 10740954"/>
              <a:gd name="connsiteY93" fmla="*/ 917186 h 1339999"/>
              <a:gd name="connsiteX94" fmla="*/ 3188688 w 10740954"/>
              <a:gd name="connsiteY94" fmla="*/ 29358 h 1339999"/>
              <a:gd name="connsiteX95" fmla="*/ 2959221 w 10740954"/>
              <a:gd name="connsiteY95" fmla="*/ 29358 h 1339999"/>
              <a:gd name="connsiteX96" fmla="*/ 2959221 w 10740954"/>
              <a:gd name="connsiteY96" fmla="*/ 975903 h 1339999"/>
              <a:gd name="connsiteX97" fmla="*/ 2759431 w 10740954"/>
              <a:gd name="connsiteY97" fmla="*/ 1221255 h 1339999"/>
              <a:gd name="connsiteX98" fmla="*/ 2559641 w 10740954"/>
              <a:gd name="connsiteY98" fmla="*/ 957554 h 1339999"/>
              <a:gd name="connsiteX99" fmla="*/ 2559641 w 10740954"/>
              <a:gd name="connsiteY99" fmla="*/ 781928 h 1339999"/>
              <a:gd name="connsiteX100" fmla="*/ 2330175 w 10740954"/>
              <a:gd name="connsiteY100" fmla="*/ 838548 h 1339999"/>
              <a:gd name="connsiteX101" fmla="*/ 2330175 w 10740954"/>
              <a:gd name="connsiteY101" fmla="*/ 917186 h 1339999"/>
              <a:gd name="connsiteX102" fmla="*/ 2759431 w 10740954"/>
              <a:gd name="connsiteY102" fmla="*/ 1339999 h 1339999"/>
              <a:gd name="connsiteX103" fmla="*/ 1537905 w 10740954"/>
              <a:gd name="connsiteY103" fmla="*/ 1206314 h 1339999"/>
              <a:gd name="connsiteX104" fmla="*/ 1251204 w 10740954"/>
              <a:gd name="connsiteY104" fmla="*/ 911682 h 1339999"/>
              <a:gd name="connsiteX105" fmla="*/ 1364082 w 10740954"/>
              <a:gd name="connsiteY105" fmla="*/ 679174 h 1339999"/>
              <a:gd name="connsiteX106" fmla="*/ 1782210 w 10740954"/>
              <a:gd name="connsiteY106" fmla="*/ 1131345 h 1339999"/>
              <a:gd name="connsiteX107" fmla="*/ 1537905 w 10740954"/>
              <a:gd name="connsiteY107" fmla="*/ 1206314 h 1339999"/>
              <a:gd name="connsiteX108" fmla="*/ 1761807 w 10740954"/>
              <a:gd name="connsiteY108" fmla="*/ 550993 h 1339999"/>
              <a:gd name="connsiteX109" fmla="*/ 2004258 w 10740954"/>
              <a:gd name="connsiteY109" fmla="*/ 785336 h 1339999"/>
              <a:gd name="connsiteX110" fmla="*/ 1945168 w 10740954"/>
              <a:gd name="connsiteY110" fmla="*/ 981146 h 1339999"/>
              <a:gd name="connsiteX111" fmla="*/ 1582420 w 10740954"/>
              <a:gd name="connsiteY111" fmla="*/ 585856 h 1339999"/>
              <a:gd name="connsiteX112" fmla="*/ 1761807 w 10740954"/>
              <a:gd name="connsiteY112" fmla="*/ 550993 h 1339999"/>
              <a:gd name="connsiteX113" fmla="*/ 1537905 w 10740954"/>
              <a:gd name="connsiteY113" fmla="*/ 96987 h 1339999"/>
              <a:gd name="connsiteX114" fmla="*/ 1711727 w 10740954"/>
              <a:gd name="connsiteY114" fmla="*/ 272613 h 1339999"/>
              <a:gd name="connsiteX115" fmla="*/ 1532340 w 10740954"/>
              <a:gd name="connsiteY115" fmla="*/ 532644 h 1339999"/>
              <a:gd name="connsiteX116" fmla="*/ 1452848 w 10740954"/>
              <a:gd name="connsiteY116" fmla="*/ 444831 h 1339999"/>
              <a:gd name="connsiteX117" fmla="*/ 1362227 w 10740954"/>
              <a:gd name="connsiteY117" fmla="*/ 263701 h 1339999"/>
              <a:gd name="connsiteX118" fmla="*/ 1537905 w 10740954"/>
              <a:gd name="connsiteY118" fmla="*/ 96987 h 1339999"/>
              <a:gd name="connsiteX119" fmla="*/ 2002403 w 10740954"/>
              <a:gd name="connsiteY119" fmla="*/ 1043532 h 1339999"/>
              <a:gd name="connsiteX120" fmla="*/ 2159797 w 10740954"/>
              <a:gd name="connsiteY120" fmla="*/ 686514 h 1339999"/>
              <a:gd name="connsiteX121" fmla="*/ 1917346 w 10740954"/>
              <a:gd name="connsiteY121" fmla="*/ 454006 h 1339999"/>
              <a:gd name="connsiteX122" fmla="*/ 1695299 w 10740954"/>
              <a:gd name="connsiteY122" fmla="*/ 498044 h 1339999"/>
              <a:gd name="connsiteX123" fmla="*/ 1691589 w 10740954"/>
              <a:gd name="connsiteY123" fmla="*/ 490704 h 1339999"/>
              <a:gd name="connsiteX124" fmla="*/ 1891379 w 10740954"/>
              <a:gd name="connsiteY124" fmla="*/ 249022 h 1339999"/>
              <a:gd name="connsiteX125" fmla="*/ 1543469 w 10740954"/>
              <a:gd name="connsiteY125" fmla="*/ 0 h 1339999"/>
              <a:gd name="connsiteX126" fmla="*/ 1162173 w 10740954"/>
              <a:gd name="connsiteY126" fmla="*/ 316651 h 1339999"/>
              <a:gd name="connsiteX127" fmla="*/ 1310293 w 10740954"/>
              <a:gd name="connsiteY127" fmla="*/ 622292 h 1339999"/>
              <a:gd name="connsiteX128" fmla="*/ 1312147 w 10740954"/>
              <a:gd name="connsiteY128" fmla="*/ 625962 h 1339999"/>
              <a:gd name="connsiteX129" fmla="*/ 1047439 w 10740954"/>
              <a:gd name="connsiteY129" fmla="*/ 993990 h 1339999"/>
              <a:gd name="connsiteX130" fmla="*/ 1419462 w 10740954"/>
              <a:gd name="connsiteY130" fmla="*/ 1339999 h 1339999"/>
              <a:gd name="connsiteX131" fmla="*/ 1837589 w 10740954"/>
              <a:gd name="connsiteY131" fmla="*/ 1191635 h 1339999"/>
              <a:gd name="connsiteX132" fmla="*/ 1948613 w 10740954"/>
              <a:gd name="connsiteY132" fmla="*/ 1310641 h 1339999"/>
              <a:gd name="connsiteX133" fmla="*/ 2239024 w 10740954"/>
              <a:gd name="connsiteY133" fmla="*/ 1310641 h 1339999"/>
              <a:gd name="connsiteX134" fmla="*/ 2239024 w 10740954"/>
              <a:gd name="connsiteY134" fmla="*/ 1301466 h 1339999"/>
              <a:gd name="connsiteX135" fmla="*/ 2002403 w 10740954"/>
              <a:gd name="connsiteY135" fmla="*/ 1043532 h 1339999"/>
              <a:gd name="connsiteX136" fmla="*/ 429257 w 10740954"/>
              <a:gd name="connsiteY136" fmla="*/ 1339999 h 1339999"/>
              <a:gd name="connsiteX137" fmla="*/ 858513 w 10740954"/>
              <a:gd name="connsiteY137" fmla="*/ 917186 h 1339999"/>
              <a:gd name="connsiteX138" fmla="*/ 858513 w 10740954"/>
              <a:gd name="connsiteY138" fmla="*/ 29358 h 1339999"/>
              <a:gd name="connsiteX139" fmla="*/ 629046 w 10740954"/>
              <a:gd name="connsiteY139" fmla="*/ 29358 h 1339999"/>
              <a:gd name="connsiteX140" fmla="*/ 629046 w 10740954"/>
              <a:gd name="connsiteY140" fmla="*/ 975903 h 1339999"/>
              <a:gd name="connsiteX141" fmla="*/ 429257 w 10740954"/>
              <a:gd name="connsiteY141" fmla="*/ 1221255 h 1339999"/>
              <a:gd name="connsiteX142" fmla="*/ 229467 w 10740954"/>
              <a:gd name="connsiteY142" fmla="*/ 957554 h 1339999"/>
              <a:gd name="connsiteX143" fmla="*/ 229467 w 10740954"/>
              <a:gd name="connsiteY143" fmla="*/ 781928 h 1339999"/>
              <a:gd name="connsiteX144" fmla="*/ 0 w 10740954"/>
              <a:gd name="connsiteY144" fmla="*/ 838548 h 1339999"/>
              <a:gd name="connsiteX145" fmla="*/ 0 w 10740954"/>
              <a:gd name="connsiteY145" fmla="*/ 917186 h 1339999"/>
              <a:gd name="connsiteX146" fmla="*/ 429257 w 10740954"/>
              <a:gd name="connsiteY146" fmla="*/ 1339999 h 133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0740954" h="1339999">
                <a:moveTo>
                  <a:pt x="5490245" y="754143"/>
                </a:moveTo>
                <a:cubicBezTo>
                  <a:pt x="5510648" y="592934"/>
                  <a:pt x="5593850" y="501451"/>
                  <a:pt x="5740115" y="501451"/>
                </a:cubicBezTo>
                <a:cubicBezTo>
                  <a:pt x="5878961" y="501451"/>
                  <a:pt x="5960308" y="583759"/>
                  <a:pt x="5964018" y="754143"/>
                </a:cubicBezTo>
                <a:lnTo>
                  <a:pt x="5490245" y="754143"/>
                </a:lnTo>
                <a:moveTo>
                  <a:pt x="5739850" y="377202"/>
                </a:moveTo>
                <a:cubicBezTo>
                  <a:pt x="5495545" y="377202"/>
                  <a:pt x="5325432" y="547586"/>
                  <a:pt x="5325432" y="860567"/>
                </a:cubicBezTo>
                <a:cubicBezTo>
                  <a:pt x="5325432" y="1160704"/>
                  <a:pt x="5482826" y="1329252"/>
                  <a:pt x="5739850" y="1329252"/>
                </a:cubicBezTo>
                <a:cubicBezTo>
                  <a:pt x="5950769" y="1329252"/>
                  <a:pt x="6084050" y="1210246"/>
                  <a:pt x="6117437" y="1030950"/>
                </a:cubicBezTo>
                <a:lnTo>
                  <a:pt x="5976736" y="994252"/>
                </a:lnTo>
                <a:cubicBezTo>
                  <a:pt x="5952624" y="1148121"/>
                  <a:pt x="5869422" y="1201071"/>
                  <a:pt x="5754689" y="1201071"/>
                </a:cubicBezTo>
                <a:cubicBezTo>
                  <a:pt x="5571592" y="1201071"/>
                  <a:pt x="5489981" y="1067386"/>
                  <a:pt x="5484416" y="862402"/>
                </a:cubicBezTo>
                <a:lnTo>
                  <a:pt x="6119027" y="862402"/>
                </a:lnTo>
                <a:lnTo>
                  <a:pt x="6119027" y="811025"/>
                </a:lnTo>
                <a:cubicBezTo>
                  <a:pt x="6119292" y="490704"/>
                  <a:pt x="5943615" y="377202"/>
                  <a:pt x="5739850" y="377202"/>
                </a:cubicBezTo>
                <a:moveTo>
                  <a:pt x="8274584" y="754143"/>
                </a:moveTo>
                <a:cubicBezTo>
                  <a:pt x="8294987" y="592934"/>
                  <a:pt x="8378188" y="501451"/>
                  <a:pt x="8524454" y="501451"/>
                </a:cubicBezTo>
                <a:cubicBezTo>
                  <a:pt x="8663299" y="501451"/>
                  <a:pt x="8744646" y="583759"/>
                  <a:pt x="8748356" y="754143"/>
                </a:cubicBezTo>
                <a:lnTo>
                  <a:pt x="8274584" y="754143"/>
                </a:lnTo>
                <a:moveTo>
                  <a:pt x="8524454" y="377202"/>
                </a:moveTo>
                <a:cubicBezTo>
                  <a:pt x="8280149" y="377202"/>
                  <a:pt x="8110035" y="547586"/>
                  <a:pt x="8110035" y="860567"/>
                </a:cubicBezTo>
                <a:cubicBezTo>
                  <a:pt x="8110035" y="1160704"/>
                  <a:pt x="8267430" y="1329252"/>
                  <a:pt x="8524454" y="1329252"/>
                </a:cubicBezTo>
                <a:cubicBezTo>
                  <a:pt x="8735372" y="1329252"/>
                  <a:pt x="8868654" y="1210246"/>
                  <a:pt x="8902041" y="1030950"/>
                </a:cubicBezTo>
                <a:lnTo>
                  <a:pt x="8761340" y="994252"/>
                </a:lnTo>
                <a:cubicBezTo>
                  <a:pt x="8737227" y="1148121"/>
                  <a:pt x="8654025" y="1201071"/>
                  <a:pt x="8539292" y="1201071"/>
                </a:cubicBezTo>
                <a:cubicBezTo>
                  <a:pt x="8356196" y="1201071"/>
                  <a:pt x="8274584" y="1067386"/>
                  <a:pt x="8269019" y="862402"/>
                </a:cubicBezTo>
                <a:lnTo>
                  <a:pt x="8903630" y="862402"/>
                </a:lnTo>
                <a:lnTo>
                  <a:pt x="8903630" y="811025"/>
                </a:lnTo>
                <a:cubicBezTo>
                  <a:pt x="8903895" y="490704"/>
                  <a:pt x="8727953" y="377202"/>
                  <a:pt x="8524454" y="377202"/>
                </a:cubicBezTo>
                <a:moveTo>
                  <a:pt x="9484716" y="377202"/>
                </a:moveTo>
                <a:cubicBezTo>
                  <a:pt x="9231137" y="377202"/>
                  <a:pt x="9059169" y="552828"/>
                  <a:pt x="9059169" y="862402"/>
                </a:cubicBezTo>
                <a:cubicBezTo>
                  <a:pt x="9059169" y="1166208"/>
                  <a:pt x="9227428" y="1329252"/>
                  <a:pt x="9477297" y="1329252"/>
                </a:cubicBezTo>
                <a:cubicBezTo>
                  <a:pt x="9703054" y="1329252"/>
                  <a:pt x="9830771" y="1191897"/>
                  <a:pt x="9856739" y="1003427"/>
                </a:cubicBezTo>
                <a:lnTo>
                  <a:pt x="9710473" y="968564"/>
                </a:lnTo>
                <a:cubicBezTo>
                  <a:pt x="9684506" y="1140520"/>
                  <a:pt x="9610579" y="1199236"/>
                  <a:pt x="9488426" y="1199236"/>
                </a:cubicBezTo>
                <a:cubicBezTo>
                  <a:pt x="9310894" y="1199236"/>
                  <a:pt x="9220008" y="1071056"/>
                  <a:pt x="9220008" y="851392"/>
                </a:cubicBezTo>
                <a:cubicBezTo>
                  <a:pt x="9220008" y="622554"/>
                  <a:pt x="9316193" y="507218"/>
                  <a:pt x="9481006" y="507218"/>
                </a:cubicBezTo>
                <a:cubicBezTo>
                  <a:pt x="9597595" y="507218"/>
                  <a:pt x="9682651" y="564100"/>
                  <a:pt x="9710473" y="726881"/>
                </a:cubicBezTo>
                <a:lnTo>
                  <a:pt x="9856739" y="692018"/>
                </a:lnTo>
                <a:cubicBezTo>
                  <a:pt x="9830771" y="505383"/>
                  <a:pt x="9703054" y="377202"/>
                  <a:pt x="9484716" y="377202"/>
                </a:cubicBezTo>
                <a:moveTo>
                  <a:pt x="5112923" y="29358"/>
                </a:moveTo>
                <a:lnTo>
                  <a:pt x="4868618" y="29358"/>
                </a:lnTo>
                <a:lnTo>
                  <a:pt x="4485467" y="1061881"/>
                </a:lnTo>
                <a:lnTo>
                  <a:pt x="4100726" y="29358"/>
                </a:lnTo>
                <a:lnTo>
                  <a:pt x="3845291" y="29358"/>
                </a:lnTo>
                <a:lnTo>
                  <a:pt x="3845291" y="1310641"/>
                </a:lnTo>
                <a:lnTo>
                  <a:pt x="4006130" y="1310641"/>
                </a:lnTo>
                <a:lnTo>
                  <a:pt x="4006130" y="206819"/>
                </a:lnTo>
                <a:lnTo>
                  <a:pt x="4418694" y="1310641"/>
                </a:lnTo>
                <a:lnTo>
                  <a:pt x="4542701" y="1310641"/>
                </a:lnTo>
                <a:lnTo>
                  <a:pt x="4951820" y="204984"/>
                </a:lnTo>
                <a:lnTo>
                  <a:pt x="4951820" y="1310641"/>
                </a:lnTo>
                <a:lnTo>
                  <a:pt x="5112923" y="1310641"/>
                </a:lnTo>
                <a:lnTo>
                  <a:pt x="5112923" y="29358"/>
                </a:lnTo>
                <a:moveTo>
                  <a:pt x="6688984" y="1198974"/>
                </a:moveTo>
                <a:cubicBezTo>
                  <a:pt x="6537154" y="1198974"/>
                  <a:pt x="6435405" y="1090977"/>
                  <a:pt x="6435405" y="852965"/>
                </a:cubicBezTo>
                <a:cubicBezTo>
                  <a:pt x="6435405" y="613118"/>
                  <a:pt x="6537154" y="506956"/>
                  <a:pt x="6688984" y="506956"/>
                </a:cubicBezTo>
                <a:cubicBezTo>
                  <a:pt x="6840814" y="506956"/>
                  <a:pt x="6942564" y="613118"/>
                  <a:pt x="6942564" y="852965"/>
                </a:cubicBezTo>
                <a:cubicBezTo>
                  <a:pt x="6942564" y="1090977"/>
                  <a:pt x="6840814" y="1198974"/>
                  <a:pt x="6688984" y="1198974"/>
                </a:cubicBezTo>
                <a:moveTo>
                  <a:pt x="7092538" y="29358"/>
                </a:moveTo>
                <a:lnTo>
                  <a:pt x="6938854" y="29358"/>
                </a:lnTo>
                <a:lnTo>
                  <a:pt x="6938854" y="571177"/>
                </a:lnTo>
                <a:cubicBezTo>
                  <a:pt x="6905467" y="470520"/>
                  <a:pt x="6824120" y="377202"/>
                  <a:pt x="6663017" y="377202"/>
                </a:cubicBezTo>
                <a:cubicBezTo>
                  <a:pt x="6455808" y="377202"/>
                  <a:pt x="6274301" y="538411"/>
                  <a:pt x="6274301" y="858732"/>
                </a:cubicBezTo>
                <a:cubicBezTo>
                  <a:pt x="6274301" y="1182722"/>
                  <a:pt x="6455543" y="1329252"/>
                  <a:pt x="6650033" y="1329252"/>
                </a:cubicBezTo>
                <a:cubicBezTo>
                  <a:pt x="6796299" y="1329252"/>
                  <a:pt x="6903612" y="1245109"/>
                  <a:pt x="6938854" y="1126103"/>
                </a:cubicBezTo>
                <a:lnTo>
                  <a:pt x="6938854" y="1195567"/>
                </a:lnTo>
                <a:cubicBezTo>
                  <a:pt x="6938854" y="1237769"/>
                  <a:pt x="6942564" y="1283380"/>
                  <a:pt x="6948128" y="1310903"/>
                </a:cubicBezTo>
                <a:lnTo>
                  <a:pt x="7103667" y="1310903"/>
                </a:lnTo>
                <a:cubicBezTo>
                  <a:pt x="7096248" y="1266865"/>
                  <a:pt x="7092538" y="1202906"/>
                  <a:pt x="7092538" y="1120598"/>
                </a:cubicBezTo>
                <a:lnTo>
                  <a:pt x="7092538" y="29358"/>
                </a:lnTo>
                <a:moveTo>
                  <a:pt x="8258155" y="29358"/>
                </a:moveTo>
                <a:lnTo>
                  <a:pt x="7258942" y="29358"/>
                </a:lnTo>
                <a:lnTo>
                  <a:pt x="7258942" y="163044"/>
                </a:lnTo>
                <a:lnTo>
                  <a:pt x="7678924" y="163044"/>
                </a:lnTo>
                <a:lnTo>
                  <a:pt x="7678924" y="1310903"/>
                </a:lnTo>
                <a:lnTo>
                  <a:pt x="7840028" y="1310903"/>
                </a:lnTo>
                <a:lnTo>
                  <a:pt x="7840028" y="163044"/>
                </a:lnTo>
                <a:lnTo>
                  <a:pt x="8258155" y="163044"/>
                </a:lnTo>
                <a:lnTo>
                  <a:pt x="8258155" y="29358"/>
                </a:lnTo>
                <a:moveTo>
                  <a:pt x="10185835" y="29358"/>
                </a:moveTo>
                <a:lnTo>
                  <a:pt x="10032151" y="29358"/>
                </a:lnTo>
                <a:lnTo>
                  <a:pt x="10032151" y="1310641"/>
                </a:lnTo>
                <a:lnTo>
                  <a:pt x="10185835" y="1310641"/>
                </a:lnTo>
                <a:lnTo>
                  <a:pt x="10185835" y="708532"/>
                </a:lnTo>
                <a:cubicBezTo>
                  <a:pt x="10185835" y="580352"/>
                  <a:pt x="10250489" y="494374"/>
                  <a:pt x="10387480" y="494374"/>
                </a:cubicBezTo>
                <a:cubicBezTo>
                  <a:pt x="10522617" y="494374"/>
                  <a:pt x="10587270" y="580352"/>
                  <a:pt x="10587270" y="708532"/>
                </a:cubicBezTo>
                <a:lnTo>
                  <a:pt x="10587270" y="1310903"/>
                </a:lnTo>
                <a:lnTo>
                  <a:pt x="10740955" y="1310903"/>
                </a:lnTo>
                <a:lnTo>
                  <a:pt x="10740955" y="677339"/>
                </a:lnTo>
                <a:cubicBezTo>
                  <a:pt x="10740955" y="505383"/>
                  <a:pt x="10633640" y="377202"/>
                  <a:pt x="10443125" y="377202"/>
                </a:cubicBezTo>
                <a:cubicBezTo>
                  <a:pt x="10315408" y="377202"/>
                  <a:pt x="10221077" y="434084"/>
                  <a:pt x="10185835" y="536576"/>
                </a:cubicBezTo>
                <a:lnTo>
                  <a:pt x="10185835" y="29358"/>
                </a:lnTo>
                <a:moveTo>
                  <a:pt x="2759431" y="1339999"/>
                </a:moveTo>
                <a:cubicBezTo>
                  <a:pt x="3068390" y="1339999"/>
                  <a:pt x="3188688" y="1157034"/>
                  <a:pt x="3188688" y="917186"/>
                </a:cubicBezTo>
                <a:lnTo>
                  <a:pt x="3188688" y="29358"/>
                </a:lnTo>
                <a:lnTo>
                  <a:pt x="2959221" y="29358"/>
                </a:lnTo>
                <a:lnTo>
                  <a:pt x="2959221" y="975903"/>
                </a:lnTo>
                <a:cubicBezTo>
                  <a:pt x="2959221" y="1129772"/>
                  <a:pt x="2900132" y="1221255"/>
                  <a:pt x="2759431" y="1221255"/>
                </a:cubicBezTo>
                <a:cubicBezTo>
                  <a:pt x="2620585" y="1221255"/>
                  <a:pt x="2559641" y="1124268"/>
                  <a:pt x="2559641" y="957554"/>
                </a:cubicBezTo>
                <a:lnTo>
                  <a:pt x="2559641" y="781928"/>
                </a:lnTo>
                <a:lnTo>
                  <a:pt x="2330175" y="838548"/>
                </a:lnTo>
                <a:lnTo>
                  <a:pt x="2330175" y="917186"/>
                </a:lnTo>
                <a:cubicBezTo>
                  <a:pt x="2329910" y="1157034"/>
                  <a:pt x="2450207" y="1339999"/>
                  <a:pt x="2759431" y="1339999"/>
                </a:cubicBezTo>
                <a:moveTo>
                  <a:pt x="1537905" y="1206314"/>
                </a:moveTo>
                <a:cubicBezTo>
                  <a:pt x="1360373" y="1206314"/>
                  <a:pt x="1251204" y="1063454"/>
                  <a:pt x="1251204" y="911682"/>
                </a:cubicBezTo>
                <a:cubicBezTo>
                  <a:pt x="1251204" y="816529"/>
                  <a:pt x="1293864" y="728716"/>
                  <a:pt x="1364082" y="679174"/>
                </a:cubicBezTo>
                <a:lnTo>
                  <a:pt x="1782210" y="1131345"/>
                </a:lnTo>
                <a:cubicBezTo>
                  <a:pt x="1704573" y="1176955"/>
                  <a:pt x="1617662" y="1206314"/>
                  <a:pt x="1537905" y="1206314"/>
                </a:cubicBezTo>
                <a:moveTo>
                  <a:pt x="1761807" y="550993"/>
                </a:moveTo>
                <a:cubicBezTo>
                  <a:pt x="1911782" y="550993"/>
                  <a:pt x="2004258" y="636971"/>
                  <a:pt x="2004258" y="785336"/>
                </a:cubicBezTo>
                <a:cubicBezTo>
                  <a:pt x="2004258" y="851130"/>
                  <a:pt x="1985709" y="919021"/>
                  <a:pt x="1945168" y="981146"/>
                </a:cubicBezTo>
                <a:lnTo>
                  <a:pt x="1582420" y="585856"/>
                </a:lnTo>
                <a:cubicBezTo>
                  <a:pt x="1647074" y="560168"/>
                  <a:pt x="1710137" y="550993"/>
                  <a:pt x="1761807" y="550993"/>
                </a:cubicBezTo>
                <a:moveTo>
                  <a:pt x="1537905" y="96987"/>
                </a:moveTo>
                <a:cubicBezTo>
                  <a:pt x="1647074" y="96987"/>
                  <a:pt x="1711727" y="159112"/>
                  <a:pt x="1711727" y="272613"/>
                </a:cubicBezTo>
                <a:cubicBezTo>
                  <a:pt x="1711727" y="376940"/>
                  <a:pt x="1659792" y="475763"/>
                  <a:pt x="1532340" y="532644"/>
                </a:cubicBezTo>
                <a:lnTo>
                  <a:pt x="1452848" y="444831"/>
                </a:lnTo>
                <a:cubicBezTo>
                  <a:pt x="1382630" y="368028"/>
                  <a:pt x="1362227" y="320321"/>
                  <a:pt x="1362227" y="263701"/>
                </a:cubicBezTo>
                <a:cubicBezTo>
                  <a:pt x="1362227" y="157539"/>
                  <a:pt x="1430590" y="96987"/>
                  <a:pt x="1537905" y="96987"/>
                </a:cubicBezTo>
                <a:moveTo>
                  <a:pt x="2002403" y="1043532"/>
                </a:moveTo>
                <a:cubicBezTo>
                  <a:pt x="2102298" y="926361"/>
                  <a:pt x="2159797" y="798180"/>
                  <a:pt x="2159797" y="686514"/>
                </a:cubicBezTo>
                <a:cubicBezTo>
                  <a:pt x="2159797" y="547324"/>
                  <a:pt x="2065466" y="454006"/>
                  <a:pt x="1917346" y="454006"/>
                </a:cubicBezTo>
                <a:cubicBezTo>
                  <a:pt x="1839709" y="454006"/>
                  <a:pt x="1752533" y="476025"/>
                  <a:pt x="1695299" y="498044"/>
                </a:cubicBezTo>
                <a:lnTo>
                  <a:pt x="1691589" y="490704"/>
                </a:lnTo>
                <a:cubicBezTo>
                  <a:pt x="1832290" y="415735"/>
                  <a:pt x="1891379" y="346009"/>
                  <a:pt x="1891379" y="249022"/>
                </a:cubicBezTo>
                <a:cubicBezTo>
                  <a:pt x="1891379" y="109832"/>
                  <a:pt x="1765517" y="0"/>
                  <a:pt x="1543469" y="0"/>
                </a:cubicBezTo>
                <a:cubicBezTo>
                  <a:pt x="1288035" y="0"/>
                  <a:pt x="1162173" y="141025"/>
                  <a:pt x="1162173" y="316651"/>
                </a:cubicBezTo>
                <a:cubicBezTo>
                  <a:pt x="1162173" y="411803"/>
                  <a:pt x="1202978" y="506956"/>
                  <a:pt x="1310293" y="622292"/>
                </a:cubicBezTo>
                <a:lnTo>
                  <a:pt x="1312147" y="625962"/>
                </a:lnTo>
                <a:cubicBezTo>
                  <a:pt x="1130906" y="711940"/>
                  <a:pt x="1047439" y="851130"/>
                  <a:pt x="1047439" y="993990"/>
                </a:cubicBezTo>
                <a:cubicBezTo>
                  <a:pt x="1047439" y="1182460"/>
                  <a:pt x="1193704" y="1339999"/>
                  <a:pt x="1419462" y="1339999"/>
                </a:cubicBezTo>
                <a:cubicBezTo>
                  <a:pt x="1549033" y="1339999"/>
                  <a:pt x="1700863" y="1286787"/>
                  <a:pt x="1837589" y="1191635"/>
                </a:cubicBezTo>
                <a:lnTo>
                  <a:pt x="1948613" y="1310641"/>
                </a:lnTo>
                <a:lnTo>
                  <a:pt x="2239024" y="1310641"/>
                </a:lnTo>
                <a:lnTo>
                  <a:pt x="2239024" y="1301466"/>
                </a:lnTo>
                <a:lnTo>
                  <a:pt x="2002403" y="1043532"/>
                </a:lnTo>
                <a:close/>
                <a:moveTo>
                  <a:pt x="429257" y="1339999"/>
                </a:moveTo>
                <a:cubicBezTo>
                  <a:pt x="738215" y="1339999"/>
                  <a:pt x="858513" y="1157034"/>
                  <a:pt x="858513" y="917186"/>
                </a:cubicBezTo>
                <a:lnTo>
                  <a:pt x="858513" y="29358"/>
                </a:lnTo>
                <a:lnTo>
                  <a:pt x="629046" y="29358"/>
                </a:lnTo>
                <a:lnTo>
                  <a:pt x="629046" y="975903"/>
                </a:lnTo>
                <a:cubicBezTo>
                  <a:pt x="629046" y="1129772"/>
                  <a:pt x="569957" y="1221255"/>
                  <a:pt x="429257" y="1221255"/>
                </a:cubicBezTo>
                <a:cubicBezTo>
                  <a:pt x="290411" y="1221255"/>
                  <a:pt x="229467" y="1124268"/>
                  <a:pt x="229467" y="957554"/>
                </a:cubicBezTo>
                <a:lnTo>
                  <a:pt x="229467" y="781928"/>
                </a:lnTo>
                <a:lnTo>
                  <a:pt x="0" y="838548"/>
                </a:lnTo>
                <a:lnTo>
                  <a:pt x="0" y="917186"/>
                </a:lnTo>
                <a:cubicBezTo>
                  <a:pt x="0" y="1157034"/>
                  <a:pt x="120298" y="1339999"/>
                  <a:pt x="429257" y="1339999"/>
                </a:cubicBezTo>
              </a:path>
            </a:pathLst>
          </a:custGeom>
          <a:solidFill>
            <a:schemeClr val="bg1"/>
          </a:solidFill>
          <a:ln w="26484" cap="flat">
            <a:noFill/>
            <a:prstDash val="solid"/>
            <a:miter/>
          </a:ln>
        </p:spPr>
        <p:txBody>
          <a:bodyPr rtlCol="0" anchor="ctr"/>
          <a:lstStyle/>
          <a:p>
            <a:endParaRPr lang="en-GB"/>
          </a:p>
        </p:txBody>
      </p:sp>
      <p:grpSp>
        <p:nvGrpSpPr>
          <p:cNvPr id="5" name="Group 4">
            <a:extLst>
              <a:ext uri="{FF2B5EF4-FFF2-40B4-BE49-F238E27FC236}">
                <a16:creationId xmlns:a16="http://schemas.microsoft.com/office/drawing/2014/main" id="{DBE61C04-491E-4A23-11D7-25C514EC6499}"/>
              </a:ext>
            </a:extLst>
          </p:cNvPr>
          <p:cNvGrpSpPr/>
          <p:nvPr userDrawn="1"/>
        </p:nvGrpSpPr>
        <p:grpSpPr>
          <a:xfrm>
            <a:off x="10432940" y="6418009"/>
            <a:ext cx="1069848" cy="150269"/>
            <a:chOff x="10830507" y="6418009"/>
            <a:chExt cx="1069848" cy="150269"/>
          </a:xfrm>
        </p:grpSpPr>
        <p:sp>
          <p:nvSpPr>
            <p:cNvPr id="10" name="TextBox 9">
              <a:extLst>
                <a:ext uri="{FF2B5EF4-FFF2-40B4-BE49-F238E27FC236}">
                  <a16:creationId xmlns:a16="http://schemas.microsoft.com/office/drawing/2014/main" id="{56B30E09-9A36-4A9E-847E-81214A908CC5}"/>
                </a:ext>
              </a:extLst>
            </p:cNvPr>
            <p:cNvSpPr txBox="1"/>
            <p:nvPr userDrawn="1"/>
          </p:nvSpPr>
          <p:spPr>
            <a:xfrm>
              <a:off x="10940235" y="6430164"/>
              <a:ext cx="960120" cy="138114"/>
            </a:xfrm>
            <a:prstGeom prst="rect">
              <a:avLst/>
            </a:prstGeom>
            <a:noFill/>
          </p:spPr>
          <p:txBody>
            <a:bodyPr wrap="square" lIns="0" tIns="0" rIns="0" bIns="0" rtlCol="0" anchor="ctr" anchorCtr="0">
              <a:noAutofit/>
            </a:bodyPr>
            <a:lstStyle/>
            <a:p>
              <a:pPr algn="l"/>
              <a:r>
                <a:rPr lang="en-US" sz="1100" kern="1200">
                  <a:solidFill>
                    <a:schemeClr val="bg1"/>
                  </a:solidFill>
                  <a:latin typeface="+mn-lt"/>
                  <a:ea typeface="+mn-ea"/>
                  <a:cs typeface="+mn-cs"/>
                </a:rPr>
                <a:t>Orthopaedics</a:t>
              </a:r>
            </a:p>
          </p:txBody>
        </p:sp>
        <p:sp>
          <p:nvSpPr>
            <p:cNvPr id="11" name="Rectangle 10">
              <a:extLst>
                <a:ext uri="{FF2B5EF4-FFF2-40B4-BE49-F238E27FC236}">
                  <a16:creationId xmlns:a16="http://schemas.microsoft.com/office/drawing/2014/main" id="{088F112F-4542-2788-2E93-1EA1BB5E70AB}"/>
                </a:ext>
              </a:extLst>
            </p:cNvPr>
            <p:cNvSpPr/>
            <p:nvPr userDrawn="1"/>
          </p:nvSpPr>
          <p:spPr>
            <a:xfrm>
              <a:off x="10830507" y="6418009"/>
              <a:ext cx="18288" cy="146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grpSp>
    </p:spTree>
    <p:extLst>
      <p:ext uri="{BB962C8B-B14F-4D97-AF65-F5344CB8AC3E}">
        <p14:creationId xmlns:p14="http://schemas.microsoft.com/office/powerpoint/2010/main" val="1565891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Red with Ima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B8AD4-5298-7DA9-DDAD-3AB53AF2F9F5}"/>
              </a:ext>
            </a:extLst>
          </p:cNvPr>
          <p:cNvSpPr>
            <a:spLocks noGrp="1"/>
          </p:cNvSpPr>
          <p:nvPr>
            <p:ph type="title" hasCustomPrompt="1"/>
          </p:nvPr>
        </p:nvSpPr>
        <p:spPr>
          <a:xfrm>
            <a:off x="289384" y="266400"/>
            <a:ext cx="5732004" cy="3681136"/>
          </a:xfrm>
        </p:spPr>
        <p:txBody>
          <a:bodyPr anchor="t">
            <a:normAutofit/>
          </a:bodyPr>
          <a:lstStyle>
            <a:lvl1pPr>
              <a:lnSpc>
                <a:spcPct val="80000"/>
              </a:lnSpc>
              <a:defRPr sz="7400" spc="0" baseline="0">
                <a:solidFill>
                  <a:schemeClr val="bg1"/>
                </a:solidFill>
              </a:defRPr>
            </a:lvl1pPr>
          </a:lstStyle>
          <a:p>
            <a:r>
              <a:rPr lang="en-GB"/>
              <a:t>Click to edit Master title style</a:t>
            </a:r>
            <a:br>
              <a:rPr lang="en-GB"/>
            </a:br>
            <a:endParaRPr lang="en-GB"/>
          </a:p>
        </p:txBody>
      </p:sp>
      <p:sp>
        <p:nvSpPr>
          <p:cNvPr id="6" name="Graphic 8">
            <a:extLst>
              <a:ext uri="{FF2B5EF4-FFF2-40B4-BE49-F238E27FC236}">
                <a16:creationId xmlns:a16="http://schemas.microsoft.com/office/drawing/2014/main" id="{24ADCEFA-2E74-6A14-0C97-2AB1198665B8}"/>
              </a:ext>
            </a:extLst>
          </p:cNvPr>
          <p:cNvSpPr>
            <a:spLocks noChangeAspect="1"/>
          </p:cNvSpPr>
          <p:nvPr userDrawn="1"/>
        </p:nvSpPr>
        <p:spPr>
          <a:xfrm>
            <a:off x="288304" y="6417655"/>
            <a:ext cx="1159200" cy="144618"/>
          </a:xfrm>
          <a:custGeom>
            <a:avLst/>
            <a:gdLst>
              <a:gd name="connsiteX0" fmla="*/ 5490245 w 10740954"/>
              <a:gd name="connsiteY0" fmla="*/ 754143 h 1339999"/>
              <a:gd name="connsiteX1" fmla="*/ 5740115 w 10740954"/>
              <a:gd name="connsiteY1" fmla="*/ 501451 h 1339999"/>
              <a:gd name="connsiteX2" fmla="*/ 5964018 w 10740954"/>
              <a:gd name="connsiteY2" fmla="*/ 754143 h 1339999"/>
              <a:gd name="connsiteX3" fmla="*/ 5490245 w 10740954"/>
              <a:gd name="connsiteY3" fmla="*/ 754143 h 1339999"/>
              <a:gd name="connsiteX4" fmla="*/ 5739850 w 10740954"/>
              <a:gd name="connsiteY4" fmla="*/ 377202 h 1339999"/>
              <a:gd name="connsiteX5" fmla="*/ 5325432 w 10740954"/>
              <a:gd name="connsiteY5" fmla="*/ 860567 h 1339999"/>
              <a:gd name="connsiteX6" fmla="*/ 5739850 w 10740954"/>
              <a:gd name="connsiteY6" fmla="*/ 1329252 h 1339999"/>
              <a:gd name="connsiteX7" fmla="*/ 6117437 w 10740954"/>
              <a:gd name="connsiteY7" fmla="*/ 1030950 h 1339999"/>
              <a:gd name="connsiteX8" fmla="*/ 5976736 w 10740954"/>
              <a:gd name="connsiteY8" fmla="*/ 994252 h 1339999"/>
              <a:gd name="connsiteX9" fmla="*/ 5754689 w 10740954"/>
              <a:gd name="connsiteY9" fmla="*/ 1201071 h 1339999"/>
              <a:gd name="connsiteX10" fmla="*/ 5484416 w 10740954"/>
              <a:gd name="connsiteY10" fmla="*/ 862402 h 1339999"/>
              <a:gd name="connsiteX11" fmla="*/ 6119027 w 10740954"/>
              <a:gd name="connsiteY11" fmla="*/ 862402 h 1339999"/>
              <a:gd name="connsiteX12" fmla="*/ 6119027 w 10740954"/>
              <a:gd name="connsiteY12" fmla="*/ 811025 h 1339999"/>
              <a:gd name="connsiteX13" fmla="*/ 5739850 w 10740954"/>
              <a:gd name="connsiteY13" fmla="*/ 377202 h 1339999"/>
              <a:gd name="connsiteX14" fmla="*/ 8274584 w 10740954"/>
              <a:gd name="connsiteY14" fmla="*/ 754143 h 1339999"/>
              <a:gd name="connsiteX15" fmla="*/ 8524454 w 10740954"/>
              <a:gd name="connsiteY15" fmla="*/ 501451 h 1339999"/>
              <a:gd name="connsiteX16" fmla="*/ 8748356 w 10740954"/>
              <a:gd name="connsiteY16" fmla="*/ 754143 h 1339999"/>
              <a:gd name="connsiteX17" fmla="*/ 8274584 w 10740954"/>
              <a:gd name="connsiteY17" fmla="*/ 754143 h 1339999"/>
              <a:gd name="connsiteX18" fmla="*/ 8524454 w 10740954"/>
              <a:gd name="connsiteY18" fmla="*/ 377202 h 1339999"/>
              <a:gd name="connsiteX19" fmla="*/ 8110035 w 10740954"/>
              <a:gd name="connsiteY19" fmla="*/ 860567 h 1339999"/>
              <a:gd name="connsiteX20" fmla="*/ 8524454 w 10740954"/>
              <a:gd name="connsiteY20" fmla="*/ 1329252 h 1339999"/>
              <a:gd name="connsiteX21" fmla="*/ 8902041 w 10740954"/>
              <a:gd name="connsiteY21" fmla="*/ 1030950 h 1339999"/>
              <a:gd name="connsiteX22" fmla="*/ 8761340 w 10740954"/>
              <a:gd name="connsiteY22" fmla="*/ 994252 h 1339999"/>
              <a:gd name="connsiteX23" fmla="*/ 8539292 w 10740954"/>
              <a:gd name="connsiteY23" fmla="*/ 1201071 h 1339999"/>
              <a:gd name="connsiteX24" fmla="*/ 8269019 w 10740954"/>
              <a:gd name="connsiteY24" fmla="*/ 862402 h 1339999"/>
              <a:gd name="connsiteX25" fmla="*/ 8903630 w 10740954"/>
              <a:gd name="connsiteY25" fmla="*/ 862402 h 1339999"/>
              <a:gd name="connsiteX26" fmla="*/ 8903630 w 10740954"/>
              <a:gd name="connsiteY26" fmla="*/ 811025 h 1339999"/>
              <a:gd name="connsiteX27" fmla="*/ 8524454 w 10740954"/>
              <a:gd name="connsiteY27" fmla="*/ 377202 h 1339999"/>
              <a:gd name="connsiteX28" fmla="*/ 9484716 w 10740954"/>
              <a:gd name="connsiteY28" fmla="*/ 377202 h 1339999"/>
              <a:gd name="connsiteX29" fmla="*/ 9059169 w 10740954"/>
              <a:gd name="connsiteY29" fmla="*/ 862402 h 1339999"/>
              <a:gd name="connsiteX30" fmla="*/ 9477297 w 10740954"/>
              <a:gd name="connsiteY30" fmla="*/ 1329252 h 1339999"/>
              <a:gd name="connsiteX31" fmla="*/ 9856739 w 10740954"/>
              <a:gd name="connsiteY31" fmla="*/ 1003427 h 1339999"/>
              <a:gd name="connsiteX32" fmla="*/ 9710473 w 10740954"/>
              <a:gd name="connsiteY32" fmla="*/ 968564 h 1339999"/>
              <a:gd name="connsiteX33" fmla="*/ 9488426 w 10740954"/>
              <a:gd name="connsiteY33" fmla="*/ 1199236 h 1339999"/>
              <a:gd name="connsiteX34" fmla="*/ 9220008 w 10740954"/>
              <a:gd name="connsiteY34" fmla="*/ 851392 h 1339999"/>
              <a:gd name="connsiteX35" fmla="*/ 9481006 w 10740954"/>
              <a:gd name="connsiteY35" fmla="*/ 507218 h 1339999"/>
              <a:gd name="connsiteX36" fmla="*/ 9710473 w 10740954"/>
              <a:gd name="connsiteY36" fmla="*/ 726881 h 1339999"/>
              <a:gd name="connsiteX37" fmla="*/ 9856739 w 10740954"/>
              <a:gd name="connsiteY37" fmla="*/ 692018 h 1339999"/>
              <a:gd name="connsiteX38" fmla="*/ 9484716 w 10740954"/>
              <a:gd name="connsiteY38" fmla="*/ 377202 h 1339999"/>
              <a:gd name="connsiteX39" fmla="*/ 5112923 w 10740954"/>
              <a:gd name="connsiteY39" fmla="*/ 29358 h 1339999"/>
              <a:gd name="connsiteX40" fmla="*/ 4868618 w 10740954"/>
              <a:gd name="connsiteY40" fmla="*/ 29358 h 1339999"/>
              <a:gd name="connsiteX41" fmla="*/ 4485467 w 10740954"/>
              <a:gd name="connsiteY41" fmla="*/ 1061881 h 1339999"/>
              <a:gd name="connsiteX42" fmla="*/ 4100726 w 10740954"/>
              <a:gd name="connsiteY42" fmla="*/ 29358 h 1339999"/>
              <a:gd name="connsiteX43" fmla="*/ 3845291 w 10740954"/>
              <a:gd name="connsiteY43" fmla="*/ 29358 h 1339999"/>
              <a:gd name="connsiteX44" fmla="*/ 3845291 w 10740954"/>
              <a:gd name="connsiteY44" fmla="*/ 1310641 h 1339999"/>
              <a:gd name="connsiteX45" fmla="*/ 4006130 w 10740954"/>
              <a:gd name="connsiteY45" fmla="*/ 1310641 h 1339999"/>
              <a:gd name="connsiteX46" fmla="*/ 4006130 w 10740954"/>
              <a:gd name="connsiteY46" fmla="*/ 206819 h 1339999"/>
              <a:gd name="connsiteX47" fmla="*/ 4418694 w 10740954"/>
              <a:gd name="connsiteY47" fmla="*/ 1310641 h 1339999"/>
              <a:gd name="connsiteX48" fmla="*/ 4542701 w 10740954"/>
              <a:gd name="connsiteY48" fmla="*/ 1310641 h 1339999"/>
              <a:gd name="connsiteX49" fmla="*/ 4951820 w 10740954"/>
              <a:gd name="connsiteY49" fmla="*/ 204984 h 1339999"/>
              <a:gd name="connsiteX50" fmla="*/ 4951820 w 10740954"/>
              <a:gd name="connsiteY50" fmla="*/ 1310641 h 1339999"/>
              <a:gd name="connsiteX51" fmla="*/ 5112923 w 10740954"/>
              <a:gd name="connsiteY51" fmla="*/ 1310641 h 1339999"/>
              <a:gd name="connsiteX52" fmla="*/ 5112923 w 10740954"/>
              <a:gd name="connsiteY52" fmla="*/ 29358 h 1339999"/>
              <a:gd name="connsiteX53" fmla="*/ 6688984 w 10740954"/>
              <a:gd name="connsiteY53" fmla="*/ 1198974 h 1339999"/>
              <a:gd name="connsiteX54" fmla="*/ 6435405 w 10740954"/>
              <a:gd name="connsiteY54" fmla="*/ 852965 h 1339999"/>
              <a:gd name="connsiteX55" fmla="*/ 6688984 w 10740954"/>
              <a:gd name="connsiteY55" fmla="*/ 506956 h 1339999"/>
              <a:gd name="connsiteX56" fmla="*/ 6942564 w 10740954"/>
              <a:gd name="connsiteY56" fmla="*/ 852965 h 1339999"/>
              <a:gd name="connsiteX57" fmla="*/ 6688984 w 10740954"/>
              <a:gd name="connsiteY57" fmla="*/ 1198974 h 1339999"/>
              <a:gd name="connsiteX58" fmla="*/ 7092538 w 10740954"/>
              <a:gd name="connsiteY58" fmla="*/ 29358 h 1339999"/>
              <a:gd name="connsiteX59" fmla="*/ 6938854 w 10740954"/>
              <a:gd name="connsiteY59" fmla="*/ 29358 h 1339999"/>
              <a:gd name="connsiteX60" fmla="*/ 6938854 w 10740954"/>
              <a:gd name="connsiteY60" fmla="*/ 571177 h 1339999"/>
              <a:gd name="connsiteX61" fmla="*/ 6663017 w 10740954"/>
              <a:gd name="connsiteY61" fmla="*/ 377202 h 1339999"/>
              <a:gd name="connsiteX62" fmla="*/ 6274301 w 10740954"/>
              <a:gd name="connsiteY62" fmla="*/ 858732 h 1339999"/>
              <a:gd name="connsiteX63" fmla="*/ 6650033 w 10740954"/>
              <a:gd name="connsiteY63" fmla="*/ 1329252 h 1339999"/>
              <a:gd name="connsiteX64" fmla="*/ 6938854 w 10740954"/>
              <a:gd name="connsiteY64" fmla="*/ 1126103 h 1339999"/>
              <a:gd name="connsiteX65" fmla="*/ 6938854 w 10740954"/>
              <a:gd name="connsiteY65" fmla="*/ 1195567 h 1339999"/>
              <a:gd name="connsiteX66" fmla="*/ 6948128 w 10740954"/>
              <a:gd name="connsiteY66" fmla="*/ 1310903 h 1339999"/>
              <a:gd name="connsiteX67" fmla="*/ 7103667 w 10740954"/>
              <a:gd name="connsiteY67" fmla="*/ 1310903 h 1339999"/>
              <a:gd name="connsiteX68" fmla="*/ 7092538 w 10740954"/>
              <a:gd name="connsiteY68" fmla="*/ 1120598 h 1339999"/>
              <a:gd name="connsiteX69" fmla="*/ 7092538 w 10740954"/>
              <a:gd name="connsiteY69" fmla="*/ 29358 h 1339999"/>
              <a:gd name="connsiteX70" fmla="*/ 8258155 w 10740954"/>
              <a:gd name="connsiteY70" fmla="*/ 29358 h 1339999"/>
              <a:gd name="connsiteX71" fmla="*/ 7258942 w 10740954"/>
              <a:gd name="connsiteY71" fmla="*/ 29358 h 1339999"/>
              <a:gd name="connsiteX72" fmla="*/ 7258942 w 10740954"/>
              <a:gd name="connsiteY72" fmla="*/ 163044 h 1339999"/>
              <a:gd name="connsiteX73" fmla="*/ 7678924 w 10740954"/>
              <a:gd name="connsiteY73" fmla="*/ 163044 h 1339999"/>
              <a:gd name="connsiteX74" fmla="*/ 7678924 w 10740954"/>
              <a:gd name="connsiteY74" fmla="*/ 1310903 h 1339999"/>
              <a:gd name="connsiteX75" fmla="*/ 7840028 w 10740954"/>
              <a:gd name="connsiteY75" fmla="*/ 1310903 h 1339999"/>
              <a:gd name="connsiteX76" fmla="*/ 7840028 w 10740954"/>
              <a:gd name="connsiteY76" fmla="*/ 163044 h 1339999"/>
              <a:gd name="connsiteX77" fmla="*/ 8258155 w 10740954"/>
              <a:gd name="connsiteY77" fmla="*/ 163044 h 1339999"/>
              <a:gd name="connsiteX78" fmla="*/ 8258155 w 10740954"/>
              <a:gd name="connsiteY78" fmla="*/ 29358 h 1339999"/>
              <a:gd name="connsiteX79" fmla="*/ 10185835 w 10740954"/>
              <a:gd name="connsiteY79" fmla="*/ 29358 h 1339999"/>
              <a:gd name="connsiteX80" fmla="*/ 10032151 w 10740954"/>
              <a:gd name="connsiteY80" fmla="*/ 29358 h 1339999"/>
              <a:gd name="connsiteX81" fmla="*/ 10032151 w 10740954"/>
              <a:gd name="connsiteY81" fmla="*/ 1310641 h 1339999"/>
              <a:gd name="connsiteX82" fmla="*/ 10185835 w 10740954"/>
              <a:gd name="connsiteY82" fmla="*/ 1310641 h 1339999"/>
              <a:gd name="connsiteX83" fmla="*/ 10185835 w 10740954"/>
              <a:gd name="connsiteY83" fmla="*/ 708532 h 1339999"/>
              <a:gd name="connsiteX84" fmla="*/ 10387480 w 10740954"/>
              <a:gd name="connsiteY84" fmla="*/ 494374 h 1339999"/>
              <a:gd name="connsiteX85" fmla="*/ 10587270 w 10740954"/>
              <a:gd name="connsiteY85" fmla="*/ 708532 h 1339999"/>
              <a:gd name="connsiteX86" fmla="*/ 10587270 w 10740954"/>
              <a:gd name="connsiteY86" fmla="*/ 1310903 h 1339999"/>
              <a:gd name="connsiteX87" fmla="*/ 10740955 w 10740954"/>
              <a:gd name="connsiteY87" fmla="*/ 1310903 h 1339999"/>
              <a:gd name="connsiteX88" fmla="*/ 10740955 w 10740954"/>
              <a:gd name="connsiteY88" fmla="*/ 677339 h 1339999"/>
              <a:gd name="connsiteX89" fmla="*/ 10443125 w 10740954"/>
              <a:gd name="connsiteY89" fmla="*/ 377202 h 1339999"/>
              <a:gd name="connsiteX90" fmla="*/ 10185835 w 10740954"/>
              <a:gd name="connsiteY90" fmla="*/ 536576 h 1339999"/>
              <a:gd name="connsiteX91" fmla="*/ 10185835 w 10740954"/>
              <a:gd name="connsiteY91" fmla="*/ 29358 h 1339999"/>
              <a:gd name="connsiteX92" fmla="*/ 2759431 w 10740954"/>
              <a:gd name="connsiteY92" fmla="*/ 1339999 h 1339999"/>
              <a:gd name="connsiteX93" fmla="*/ 3188688 w 10740954"/>
              <a:gd name="connsiteY93" fmla="*/ 917186 h 1339999"/>
              <a:gd name="connsiteX94" fmla="*/ 3188688 w 10740954"/>
              <a:gd name="connsiteY94" fmla="*/ 29358 h 1339999"/>
              <a:gd name="connsiteX95" fmla="*/ 2959221 w 10740954"/>
              <a:gd name="connsiteY95" fmla="*/ 29358 h 1339999"/>
              <a:gd name="connsiteX96" fmla="*/ 2959221 w 10740954"/>
              <a:gd name="connsiteY96" fmla="*/ 975903 h 1339999"/>
              <a:gd name="connsiteX97" fmla="*/ 2759431 w 10740954"/>
              <a:gd name="connsiteY97" fmla="*/ 1221255 h 1339999"/>
              <a:gd name="connsiteX98" fmla="*/ 2559641 w 10740954"/>
              <a:gd name="connsiteY98" fmla="*/ 957554 h 1339999"/>
              <a:gd name="connsiteX99" fmla="*/ 2559641 w 10740954"/>
              <a:gd name="connsiteY99" fmla="*/ 781928 h 1339999"/>
              <a:gd name="connsiteX100" fmla="*/ 2330175 w 10740954"/>
              <a:gd name="connsiteY100" fmla="*/ 838548 h 1339999"/>
              <a:gd name="connsiteX101" fmla="*/ 2330175 w 10740954"/>
              <a:gd name="connsiteY101" fmla="*/ 917186 h 1339999"/>
              <a:gd name="connsiteX102" fmla="*/ 2759431 w 10740954"/>
              <a:gd name="connsiteY102" fmla="*/ 1339999 h 1339999"/>
              <a:gd name="connsiteX103" fmla="*/ 1537905 w 10740954"/>
              <a:gd name="connsiteY103" fmla="*/ 1206314 h 1339999"/>
              <a:gd name="connsiteX104" fmla="*/ 1251204 w 10740954"/>
              <a:gd name="connsiteY104" fmla="*/ 911682 h 1339999"/>
              <a:gd name="connsiteX105" fmla="*/ 1364082 w 10740954"/>
              <a:gd name="connsiteY105" fmla="*/ 679174 h 1339999"/>
              <a:gd name="connsiteX106" fmla="*/ 1782210 w 10740954"/>
              <a:gd name="connsiteY106" fmla="*/ 1131345 h 1339999"/>
              <a:gd name="connsiteX107" fmla="*/ 1537905 w 10740954"/>
              <a:gd name="connsiteY107" fmla="*/ 1206314 h 1339999"/>
              <a:gd name="connsiteX108" fmla="*/ 1761807 w 10740954"/>
              <a:gd name="connsiteY108" fmla="*/ 550993 h 1339999"/>
              <a:gd name="connsiteX109" fmla="*/ 2004258 w 10740954"/>
              <a:gd name="connsiteY109" fmla="*/ 785336 h 1339999"/>
              <a:gd name="connsiteX110" fmla="*/ 1945168 w 10740954"/>
              <a:gd name="connsiteY110" fmla="*/ 981146 h 1339999"/>
              <a:gd name="connsiteX111" fmla="*/ 1582420 w 10740954"/>
              <a:gd name="connsiteY111" fmla="*/ 585856 h 1339999"/>
              <a:gd name="connsiteX112" fmla="*/ 1761807 w 10740954"/>
              <a:gd name="connsiteY112" fmla="*/ 550993 h 1339999"/>
              <a:gd name="connsiteX113" fmla="*/ 1537905 w 10740954"/>
              <a:gd name="connsiteY113" fmla="*/ 96987 h 1339999"/>
              <a:gd name="connsiteX114" fmla="*/ 1711727 w 10740954"/>
              <a:gd name="connsiteY114" fmla="*/ 272613 h 1339999"/>
              <a:gd name="connsiteX115" fmla="*/ 1532340 w 10740954"/>
              <a:gd name="connsiteY115" fmla="*/ 532644 h 1339999"/>
              <a:gd name="connsiteX116" fmla="*/ 1452848 w 10740954"/>
              <a:gd name="connsiteY116" fmla="*/ 444831 h 1339999"/>
              <a:gd name="connsiteX117" fmla="*/ 1362227 w 10740954"/>
              <a:gd name="connsiteY117" fmla="*/ 263701 h 1339999"/>
              <a:gd name="connsiteX118" fmla="*/ 1537905 w 10740954"/>
              <a:gd name="connsiteY118" fmla="*/ 96987 h 1339999"/>
              <a:gd name="connsiteX119" fmla="*/ 2002403 w 10740954"/>
              <a:gd name="connsiteY119" fmla="*/ 1043532 h 1339999"/>
              <a:gd name="connsiteX120" fmla="*/ 2159797 w 10740954"/>
              <a:gd name="connsiteY120" fmla="*/ 686514 h 1339999"/>
              <a:gd name="connsiteX121" fmla="*/ 1917346 w 10740954"/>
              <a:gd name="connsiteY121" fmla="*/ 454006 h 1339999"/>
              <a:gd name="connsiteX122" fmla="*/ 1695299 w 10740954"/>
              <a:gd name="connsiteY122" fmla="*/ 498044 h 1339999"/>
              <a:gd name="connsiteX123" fmla="*/ 1691589 w 10740954"/>
              <a:gd name="connsiteY123" fmla="*/ 490704 h 1339999"/>
              <a:gd name="connsiteX124" fmla="*/ 1891379 w 10740954"/>
              <a:gd name="connsiteY124" fmla="*/ 249022 h 1339999"/>
              <a:gd name="connsiteX125" fmla="*/ 1543469 w 10740954"/>
              <a:gd name="connsiteY125" fmla="*/ 0 h 1339999"/>
              <a:gd name="connsiteX126" fmla="*/ 1162173 w 10740954"/>
              <a:gd name="connsiteY126" fmla="*/ 316651 h 1339999"/>
              <a:gd name="connsiteX127" fmla="*/ 1310293 w 10740954"/>
              <a:gd name="connsiteY127" fmla="*/ 622292 h 1339999"/>
              <a:gd name="connsiteX128" fmla="*/ 1312147 w 10740954"/>
              <a:gd name="connsiteY128" fmla="*/ 625962 h 1339999"/>
              <a:gd name="connsiteX129" fmla="*/ 1047439 w 10740954"/>
              <a:gd name="connsiteY129" fmla="*/ 993990 h 1339999"/>
              <a:gd name="connsiteX130" fmla="*/ 1419462 w 10740954"/>
              <a:gd name="connsiteY130" fmla="*/ 1339999 h 1339999"/>
              <a:gd name="connsiteX131" fmla="*/ 1837589 w 10740954"/>
              <a:gd name="connsiteY131" fmla="*/ 1191635 h 1339999"/>
              <a:gd name="connsiteX132" fmla="*/ 1948613 w 10740954"/>
              <a:gd name="connsiteY132" fmla="*/ 1310641 h 1339999"/>
              <a:gd name="connsiteX133" fmla="*/ 2239024 w 10740954"/>
              <a:gd name="connsiteY133" fmla="*/ 1310641 h 1339999"/>
              <a:gd name="connsiteX134" fmla="*/ 2239024 w 10740954"/>
              <a:gd name="connsiteY134" fmla="*/ 1301466 h 1339999"/>
              <a:gd name="connsiteX135" fmla="*/ 2002403 w 10740954"/>
              <a:gd name="connsiteY135" fmla="*/ 1043532 h 1339999"/>
              <a:gd name="connsiteX136" fmla="*/ 429257 w 10740954"/>
              <a:gd name="connsiteY136" fmla="*/ 1339999 h 1339999"/>
              <a:gd name="connsiteX137" fmla="*/ 858513 w 10740954"/>
              <a:gd name="connsiteY137" fmla="*/ 917186 h 1339999"/>
              <a:gd name="connsiteX138" fmla="*/ 858513 w 10740954"/>
              <a:gd name="connsiteY138" fmla="*/ 29358 h 1339999"/>
              <a:gd name="connsiteX139" fmla="*/ 629046 w 10740954"/>
              <a:gd name="connsiteY139" fmla="*/ 29358 h 1339999"/>
              <a:gd name="connsiteX140" fmla="*/ 629046 w 10740954"/>
              <a:gd name="connsiteY140" fmla="*/ 975903 h 1339999"/>
              <a:gd name="connsiteX141" fmla="*/ 429257 w 10740954"/>
              <a:gd name="connsiteY141" fmla="*/ 1221255 h 1339999"/>
              <a:gd name="connsiteX142" fmla="*/ 229467 w 10740954"/>
              <a:gd name="connsiteY142" fmla="*/ 957554 h 1339999"/>
              <a:gd name="connsiteX143" fmla="*/ 229467 w 10740954"/>
              <a:gd name="connsiteY143" fmla="*/ 781928 h 1339999"/>
              <a:gd name="connsiteX144" fmla="*/ 0 w 10740954"/>
              <a:gd name="connsiteY144" fmla="*/ 838548 h 1339999"/>
              <a:gd name="connsiteX145" fmla="*/ 0 w 10740954"/>
              <a:gd name="connsiteY145" fmla="*/ 917186 h 1339999"/>
              <a:gd name="connsiteX146" fmla="*/ 429257 w 10740954"/>
              <a:gd name="connsiteY146" fmla="*/ 1339999 h 133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0740954" h="1339999">
                <a:moveTo>
                  <a:pt x="5490245" y="754143"/>
                </a:moveTo>
                <a:cubicBezTo>
                  <a:pt x="5510648" y="592934"/>
                  <a:pt x="5593850" y="501451"/>
                  <a:pt x="5740115" y="501451"/>
                </a:cubicBezTo>
                <a:cubicBezTo>
                  <a:pt x="5878961" y="501451"/>
                  <a:pt x="5960308" y="583759"/>
                  <a:pt x="5964018" y="754143"/>
                </a:cubicBezTo>
                <a:lnTo>
                  <a:pt x="5490245" y="754143"/>
                </a:lnTo>
                <a:moveTo>
                  <a:pt x="5739850" y="377202"/>
                </a:moveTo>
                <a:cubicBezTo>
                  <a:pt x="5495545" y="377202"/>
                  <a:pt x="5325432" y="547586"/>
                  <a:pt x="5325432" y="860567"/>
                </a:cubicBezTo>
                <a:cubicBezTo>
                  <a:pt x="5325432" y="1160704"/>
                  <a:pt x="5482826" y="1329252"/>
                  <a:pt x="5739850" y="1329252"/>
                </a:cubicBezTo>
                <a:cubicBezTo>
                  <a:pt x="5950769" y="1329252"/>
                  <a:pt x="6084050" y="1210246"/>
                  <a:pt x="6117437" y="1030950"/>
                </a:cubicBezTo>
                <a:lnTo>
                  <a:pt x="5976736" y="994252"/>
                </a:lnTo>
                <a:cubicBezTo>
                  <a:pt x="5952624" y="1148121"/>
                  <a:pt x="5869422" y="1201071"/>
                  <a:pt x="5754689" y="1201071"/>
                </a:cubicBezTo>
                <a:cubicBezTo>
                  <a:pt x="5571592" y="1201071"/>
                  <a:pt x="5489981" y="1067386"/>
                  <a:pt x="5484416" y="862402"/>
                </a:cubicBezTo>
                <a:lnTo>
                  <a:pt x="6119027" y="862402"/>
                </a:lnTo>
                <a:lnTo>
                  <a:pt x="6119027" y="811025"/>
                </a:lnTo>
                <a:cubicBezTo>
                  <a:pt x="6119292" y="490704"/>
                  <a:pt x="5943615" y="377202"/>
                  <a:pt x="5739850" y="377202"/>
                </a:cubicBezTo>
                <a:moveTo>
                  <a:pt x="8274584" y="754143"/>
                </a:moveTo>
                <a:cubicBezTo>
                  <a:pt x="8294987" y="592934"/>
                  <a:pt x="8378188" y="501451"/>
                  <a:pt x="8524454" y="501451"/>
                </a:cubicBezTo>
                <a:cubicBezTo>
                  <a:pt x="8663299" y="501451"/>
                  <a:pt x="8744646" y="583759"/>
                  <a:pt x="8748356" y="754143"/>
                </a:cubicBezTo>
                <a:lnTo>
                  <a:pt x="8274584" y="754143"/>
                </a:lnTo>
                <a:moveTo>
                  <a:pt x="8524454" y="377202"/>
                </a:moveTo>
                <a:cubicBezTo>
                  <a:pt x="8280149" y="377202"/>
                  <a:pt x="8110035" y="547586"/>
                  <a:pt x="8110035" y="860567"/>
                </a:cubicBezTo>
                <a:cubicBezTo>
                  <a:pt x="8110035" y="1160704"/>
                  <a:pt x="8267430" y="1329252"/>
                  <a:pt x="8524454" y="1329252"/>
                </a:cubicBezTo>
                <a:cubicBezTo>
                  <a:pt x="8735372" y="1329252"/>
                  <a:pt x="8868654" y="1210246"/>
                  <a:pt x="8902041" y="1030950"/>
                </a:cubicBezTo>
                <a:lnTo>
                  <a:pt x="8761340" y="994252"/>
                </a:lnTo>
                <a:cubicBezTo>
                  <a:pt x="8737227" y="1148121"/>
                  <a:pt x="8654025" y="1201071"/>
                  <a:pt x="8539292" y="1201071"/>
                </a:cubicBezTo>
                <a:cubicBezTo>
                  <a:pt x="8356196" y="1201071"/>
                  <a:pt x="8274584" y="1067386"/>
                  <a:pt x="8269019" y="862402"/>
                </a:cubicBezTo>
                <a:lnTo>
                  <a:pt x="8903630" y="862402"/>
                </a:lnTo>
                <a:lnTo>
                  <a:pt x="8903630" y="811025"/>
                </a:lnTo>
                <a:cubicBezTo>
                  <a:pt x="8903895" y="490704"/>
                  <a:pt x="8727953" y="377202"/>
                  <a:pt x="8524454" y="377202"/>
                </a:cubicBezTo>
                <a:moveTo>
                  <a:pt x="9484716" y="377202"/>
                </a:moveTo>
                <a:cubicBezTo>
                  <a:pt x="9231137" y="377202"/>
                  <a:pt x="9059169" y="552828"/>
                  <a:pt x="9059169" y="862402"/>
                </a:cubicBezTo>
                <a:cubicBezTo>
                  <a:pt x="9059169" y="1166208"/>
                  <a:pt x="9227428" y="1329252"/>
                  <a:pt x="9477297" y="1329252"/>
                </a:cubicBezTo>
                <a:cubicBezTo>
                  <a:pt x="9703054" y="1329252"/>
                  <a:pt x="9830771" y="1191897"/>
                  <a:pt x="9856739" y="1003427"/>
                </a:cubicBezTo>
                <a:lnTo>
                  <a:pt x="9710473" y="968564"/>
                </a:lnTo>
                <a:cubicBezTo>
                  <a:pt x="9684506" y="1140520"/>
                  <a:pt x="9610579" y="1199236"/>
                  <a:pt x="9488426" y="1199236"/>
                </a:cubicBezTo>
                <a:cubicBezTo>
                  <a:pt x="9310894" y="1199236"/>
                  <a:pt x="9220008" y="1071056"/>
                  <a:pt x="9220008" y="851392"/>
                </a:cubicBezTo>
                <a:cubicBezTo>
                  <a:pt x="9220008" y="622554"/>
                  <a:pt x="9316193" y="507218"/>
                  <a:pt x="9481006" y="507218"/>
                </a:cubicBezTo>
                <a:cubicBezTo>
                  <a:pt x="9597595" y="507218"/>
                  <a:pt x="9682651" y="564100"/>
                  <a:pt x="9710473" y="726881"/>
                </a:cubicBezTo>
                <a:lnTo>
                  <a:pt x="9856739" y="692018"/>
                </a:lnTo>
                <a:cubicBezTo>
                  <a:pt x="9830771" y="505383"/>
                  <a:pt x="9703054" y="377202"/>
                  <a:pt x="9484716" y="377202"/>
                </a:cubicBezTo>
                <a:moveTo>
                  <a:pt x="5112923" y="29358"/>
                </a:moveTo>
                <a:lnTo>
                  <a:pt x="4868618" y="29358"/>
                </a:lnTo>
                <a:lnTo>
                  <a:pt x="4485467" y="1061881"/>
                </a:lnTo>
                <a:lnTo>
                  <a:pt x="4100726" y="29358"/>
                </a:lnTo>
                <a:lnTo>
                  <a:pt x="3845291" y="29358"/>
                </a:lnTo>
                <a:lnTo>
                  <a:pt x="3845291" y="1310641"/>
                </a:lnTo>
                <a:lnTo>
                  <a:pt x="4006130" y="1310641"/>
                </a:lnTo>
                <a:lnTo>
                  <a:pt x="4006130" y="206819"/>
                </a:lnTo>
                <a:lnTo>
                  <a:pt x="4418694" y="1310641"/>
                </a:lnTo>
                <a:lnTo>
                  <a:pt x="4542701" y="1310641"/>
                </a:lnTo>
                <a:lnTo>
                  <a:pt x="4951820" y="204984"/>
                </a:lnTo>
                <a:lnTo>
                  <a:pt x="4951820" y="1310641"/>
                </a:lnTo>
                <a:lnTo>
                  <a:pt x="5112923" y="1310641"/>
                </a:lnTo>
                <a:lnTo>
                  <a:pt x="5112923" y="29358"/>
                </a:lnTo>
                <a:moveTo>
                  <a:pt x="6688984" y="1198974"/>
                </a:moveTo>
                <a:cubicBezTo>
                  <a:pt x="6537154" y="1198974"/>
                  <a:pt x="6435405" y="1090977"/>
                  <a:pt x="6435405" y="852965"/>
                </a:cubicBezTo>
                <a:cubicBezTo>
                  <a:pt x="6435405" y="613118"/>
                  <a:pt x="6537154" y="506956"/>
                  <a:pt x="6688984" y="506956"/>
                </a:cubicBezTo>
                <a:cubicBezTo>
                  <a:pt x="6840814" y="506956"/>
                  <a:pt x="6942564" y="613118"/>
                  <a:pt x="6942564" y="852965"/>
                </a:cubicBezTo>
                <a:cubicBezTo>
                  <a:pt x="6942564" y="1090977"/>
                  <a:pt x="6840814" y="1198974"/>
                  <a:pt x="6688984" y="1198974"/>
                </a:cubicBezTo>
                <a:moveTo>
                  <a:pt x="7092538" y="29358"/>
                </a:moveTo>
                <a:lnTo>
                  <a:pt x="6938854" y="29358"/>
                </a:lnTo>
                <a:lnTo>
                  <a:pt x="6938854" y="571177"/>
                </a:lnTo>
                <a:cubicBezTo>
                  <a:pt x="6905467" y="470520"/>
                  <a:pt x="6824120" y="377202"/>
                  <a:pt x="6663017" y="377202"/>
                </a:cubicBezTo>
                <a:cubicBezTo>
                  <a:pt x="6455808" y="377202"/>
                  <a:pt x="6274301" y="538411"/>
                  <a:pt x="6274301" y="858732"/>
                </a:cubicBezTo>
                <a:cubicBezTo>
                  <a:pt x="6274301" y="1182722"/>
                  <a:pt x="6455543" y="1329252"/>
                  <a:pt x="6650033" y="1329252"/>
                </a:cubicBezTo>
                <a:cubicBezTo>
                  <a:pt x="6796299" y="1329252"/>
                  <a:pt x="6903612" y="1245109"/>
                  <a:pt x="6938854" y="1126103"/>
                </a:cubicBezTo>
                <a:lnTo>
                  <a:pt x="6938854" y="1195567"/>
                </a:lnTo>
                <a:cubicBezTo>
                  <a:pt x="6938854" y="1237769"/>
                  <a:pt x="6942564" y="1283380"/>
                  <a:pt x="6948128" y="1310903"/>
                </a:cubicBezTo>
                <a:lnTo>
                  <a:pt x="7103667" y="1310903"/>
                </a:lnTo>
                <a:cubicBezTo>
                  <a:pt x="7096248" y="1266865"/>
                  <a:pt x="7092538" y="1202906"/>
                  <a:pt x="7092538" y="1120598"/>
                </a:cubicBezTo>
                <a:lnTo>
                  <a:pt x="7092538" y="29358"/>
                </a:lnTo>
                <a:moveTo>
                  <a:pt x="8258155" y="29358"/>
                </a:moveTo>
                <a:lnTo>
                  <a:pt x="7258942" y="29358"/>
                </a:lnTo>
                <a:lnTo>
                  <a:pt x="7258942" y="163044"/>
                </a:lnTo>
                <a:lnTo>
                  <a:pt x="7678924" y="163044"/>
                </a:lnTo>
                <a:lnTo>
                  <a:pt x="7678924" y="1310903"/>
                </a:lnTo>
                <a:lnTo>
                  <a:pt x="7840028" y="1310903"/>
                </a:lnTo>
                <a:lnTo>
                  <a:pt x="7840028" y="163044"/>
                </a:lnTo>
                <a:lnTo>
                  <a:pt x="8258155" y="163044"/>
                </a:lnTo>
                <a:lnTo>
                  <a:pt x="8258155" y="29358"/>
                </a:lnTo>
                <a:moveTo>
                  <a:pt x="10185835" y="29358"/>
                </a:moveTo>
                <a:lnTo>
                  <a:pt x="10032151" y="29358"/>
                </a:lnTo>
                <a:lnTo>
                  <a:pt x="10032151" y="1310641"/>
                </a:lnTo>
                <a:lnTo>
                  <a:pt x="10185835" y="1310641"/>
                </a:lnTo>
                <a:lnTo>
                  <a:pt x="10185835" y="708532"/>
                </a:lnTo>
                <a:cubicBezTo>
                  <a:pt x="10185835" y="580352"/>
                  <a:pt x="10250489" y="494374"/>
                  <a:pt x="10387480" y="494374"/>
                </a:cubicBezTo>
                <a:cubicBezTo>
                  <a:pt x="10522617" y="494374"/>
                  <a:pt x="10587270" y="580352"/>
                  <a:pt x="10587270" y="708532"/>
                </a:cubicBezTo>
                <a:lnTo>
                  <a:pt x="10587270" y="1310903"/>
                </a:lnTo>
                <a:lnTo>
                  <a:pt x="10740955" y="1310903"/>
                </a:lnTo>
                <a:lnTo>
                  <a:pt x="10740955" y="677339"/>
                </a:lnTo>
                <a:cubicBezTo>
                  <a:pt x="10740955" y="505383"/>
                  <a:pt x="10633640" y="377202"/>
                  <a:pt x="10443125" y="377202"/>
                </a:cubicBezTo>
                <a:cubicBezTo>
                  <a:pt x="10315408" y="377202"/>
                  <a:pt x="10221077" y="434084"/>
                  <a:pt x="10185835" y="536576"/>
                </a:cubicBezTo>
                <a:lnTo>
                  <a:pt x="10185835" y="29358"/>
                </a:lnTo>
                <a:moveTo>
                  <a:pt x="2759431" y="1339999"/>
                </a:moveTo>
                <a:cubicBezTo>
                  <a:pt x="3068390" y="1339999"/>
                  <a:pt x="3188688" y="1157034"/>
                  <a:pt x="3188688" y="917186"/>
                </a:cubicBezTo>
                <a:lnTo>
                  <a:pt x="3188688" y="29358"/>
                </a:lnTo>
                <a:lnTo>
                  <a:pt x="2959221" y="29358"/>
                </a:lnTo>
                <a:lnTo>
                  <a:pt x="2959221" y="975903"/>
                </a:lnTo>
                <a:cubicBezTo>
                  <a:pt x="2959221" y="1129772"/>
                  <a:pt x="2900132" y="1221255"/>
                  <a:pt x="2759431" y="1221255"/>
                </a:cubicBezTo>
                <a:cubicBezTo>
                  <a:pt x="2620585" y="1221255"/>
                  <a:pt x="2559641" y="1124268"/>
                  <a:pt x="2559641" y="957554"/>
                </a:cubicBezTo>
                <a:lnTo>
                  <a:pt x="2559641" y="781928"/>
                </a:lnTo>
                <a:lnTo>
                  <a:pt x="2330175" y="838548"/>
                </a:lnTo>
                <a:lnTo>
                  <a:pt x="2330175" y="917186"/>
                </a:lnTo>
                <a:cubicBezTo>
                  <a:pt x="2329910" y="1157034"/>
                  <a:pt x="2450207" y="1339999"/>
                  <a:pt x="2759431" y="1339999"/>
                </a:cubicBezTo>
                <a:moveTo>
                  <a:pt x="1537905" y="1206314"/>
                </a:moveTo>
                <a:cubicBezTo>
                  <a:pt x="1360373" y="1206314"/>
                  <a:pt x="1251204" y="1063454"/>
                  <a:pt x="1251204" y="911682"/>
                </a:cubicBezTo>
                <a:cubicBezTo>
                  <a:pt x="1251204" y="816529"/>
                  <a:pt x="1293864" y="728716"/>
                  <a:pt x="1364082" y="679174"/>
                </a:cubicBezTo>
                <a:lnTo>
                  <a:pt x="1782210" y="1131345"/>
                </a:lnTo>
                <a:cubicBezTo>
                  <a:pt x="1704573" y="1176955"/>
                  <a:pt x="1617662" y="1206314"/>
                  <a:pt x="1537905" y="1206314"/>
                </a:cubicBezTo>
                <a:moveTo>
                  <a:pt x="1761807" y="550993"/>
                </a:moveTo>
                <a:cubicBezTo>
                  <a:pt x="1911782" y="550993"/>
                  <a:pt x="2004258" y="636971"/>
                  <a:pt x="2004258" y="785336"/>
                </a:cubicBezTo>
                <a:cubicBezTo>
                  <a:pt x="2004258" y="851130"/>
                  <a:pt x="1985709" y="919021"/>
                  <a:pt x="1945168" y="981146"/>
                </a:cubicBezTo>
                <a:lnTo>
                  <a:pt x="1582420" y="585856"/>
                </a:lnTo>
                <a:cubicBezTo>
                  <a:pt x="1647074" y="560168"/>
                  <a:pt x="1710137" y="550993"/>
                  <a:pt x="1761807" y="550993"/>
                </a:cubicBezTo>
                <a:moveTo>
                  <a:pt x="1537905" y="96987"/>
                </a:moveTo>
                <a:cubicBezTo>
                  <a:pt x="1647074" y="96987"/>
                  <a:pt x="1711727" y="159112"/>
                  <a:pt x="1711727" y="272613"/>
                </a:cubicBezTo>
                <a:cubicBezTo>
                  <a:pt x="1711727" y="376940"/>
                  <a:pt x="1659792" y="475763"/>
                  <a:pt x="1532340" y="532644"/>
                </a:cubicBezTo>
                <a:lnTo>
                  <a:pt x="1452848" y="444831"/>
                </a:lnTo>
                <a:cubicBezTo>
                  <a:pt x="1382630" y="368028"/>
                  <a:pt x="1362227" y="320321"/>
                  <a:pt x="1362227" y="263701"/>
                </a:cubicBezTo>
                <a:cubicBezTo>
                  <a:pt x="1362227" y="157539"/>
                  <a:pt x="1430590" y="96987"/>
                  <a:pt x="1537905" y="96987"/>
                </a:cubicBezTo>
                <a:moveTo>
                  <a:pt x="2002403" y="1043532"/>
                </a:moveTo>
                <a:cubicBezTo>
                  <a:pt x="2102298" y="926361"/>
                  <a:pt x="2159797" y="798180"/>
                  <a:pt x="2159797" y="686514"/>
                </a:cubicBezTo>
                <a:cubicBezTo>
                  <a:pt x="2159797" y="547324"/>
                  <a:pt x="2065466" y="454006"/>
                  <a:pt x="1917346" y="454006"/>
                </a:cubicBezTo>
                <a:cubicBezTo>
                  <a:pt x="1839709" y="454006"/>
                  <a:pt x="1752533" y="476025"/>
                  <a:pt x="1695299" y="498044"/>
                </a:cubicBezTo>
                <a:lnTo>
                  <a:pt x="1691589" y="490704"/>
                </a:lnTo>
                <a:cubicBezTo>
                  <a:pt x="1832290" y="415735"/>
                  <a:pt x="1891379" y="346009"/>
                  <a:pt x="1891379" y="249022"/>
                </a:cubicBezTo>
                <a:cubicBezTo>
                  <a:pt x="1891379" y="109832"/>
                  <a:pt x="1765517" y="0"/>
                  <a:pt x="1543469" y="0"/>
                </a:cubicBezTo>
                <a:cubicBezTo>
                  <a:pt x="1288035" y="0"/>
                  <a:pt x="1162173" y="141025"/>
                  <a:pt x="1162173" y="316651"/>
                </a:cubicBezTo>
                <a:cubicBezTo>
                  <a:pt x="1162173" y="411803"/>
                  <a:pt x="1202978" y="506956"/>
                  <a:pt x="1310293" y="622292"/>
                </a:cubicBezTo>
                <a:lnTo>
                  <a:pt x="1312147" y="625962"/>
                </a:lnTo>
                <a:cubicBezTo>
                  <a:pt x="1130906" y="711940"/>
                  <a:pt x="1047439" y="851130"/>
                  <a:pt x="1047439" y="993990"/>
                </a:cubicBezTo>
                <a:cubicBezTo>
                  <a:pt x="1047439" y="1182460"/>
                  <a:pt x="1193704" y="1339999"/>
                  <a:pt x="1419462" y="1339999"/>
                </a:cubicBezTo>
                <a:cubicBezTo>
                  <a:pt x="1549033" y="1339999"/>
                  <a:pt x="1700863" y="1286787"/>
                  <a:pt x="1837589" y="1191635"/>
                </a:cubicBezTo>
                <a:lnTo>
                  <a:pt x="1948613" y="1310641"/>
                </a:lnTo>
                <a:lnTo>
                  <a:pt x="2239024" y="1310641"/>
                </a:lnTo>
                <a:lnTo>
                  <a:pt x="2239024" y="1301466"/>
                </a:lnTo>
                <a:lnTo>
                  <a:pt x="2002403" y="1043532"/>
                </a:lnTo>
                <a:close/>
                <a:moveTo>
                  <a:pt x="429257" y="1339999"/>
                </a:moveTo>
                <a:cubicBezTo>
                  <a:pt x="738215" y="1339999"/>
                  <a:pt x="858513" y="1157034"/>
                  <a:pt x="858513" y="917186"/>
                </a:cubicBezTo>
                <a:lnTo>
                  <a:pt x="858513" y="29358"/>
                </a:lnTo>
                <a:lnTo>
                  <a:pt x="629046" y="29358"/>
                </a:lnTo>
                <a:lnTo>
                  <a:pt x="629046" y="975903"/>
                </a:lnTo>
                <a:cubicBezTo>
                  <a:pt x="629046" y="1129772"/>
                  <a:pt x="569957" y="1221255"/>
                  <a:pt x="429257" y="1221255"/>
                </a:cubicBezTo>
                <a:cubicBezTo>
                  <a:pt x="290411" y="1221255"/>
                  <a:pt x="229467" y="1124268"/>
                  <a:pt x="229467" y="957554"/>
                </a:cubicBezTo>
                <a:lnTo>
                  <a:pt x="229467" y="781928"/>
                </a:lnTo>
                <a:lnTo>
                  <a:pt x="0" y="838548"/>
                </a:lnTo>
                <a:lnTo>
                  <a:pt x="0" y="917186"/>
                </a:lnTo>
                <a:cubicBezTo>
                  <a:pt x="0" y="1157034"/>
                  <a:pt x="120298" y="1339999"/>
                  <a:pt x="429257" y="1339999"/>
                </a:cubicBezTo>
              </a:path>
            </a:pathLst>
          </a:custGeom>
          <a:solidFill>
            <a:schemeClr val="bg1"/>
          </a:solidFill>
          <a:ln w="26484" cap="flat">
            <a:noFill/>
            <a:prstDash val="solid"/>
            <a:miter/>
          </a:ln>
        </p:spPr>
        <p:txBody>
          <a:bodyPr rtlCol="0" anchor="ctr"/>
          <a:lstStyle/>
          <a:p>
            <a:endParaRPr lang="en-GB"/>
          </a:p>
        </p:txBody>
      </p:sp>
      <p:sp>
        <p:nvSpPr>
          <p:cNvPr id="3" name="Picture Placeholder 3">
            <a:extLst>
              <a:ext uri="{FF2B5EF4-FFF2-40B4-BE49-F238E27FC236}">
                <a16:creationId xmlns:a16="http://schemas.microsoft.com/office/drawing/2014/main" id="{517840E8-06A6-8977-80F2-79A665F1B551}"/>
              </a:ext>
            </a:extLst>
          </p:cNvPr>
          <p:cNvSpPr>
            <a:spLocks noGrp="1"/>
          </p:cNvSpPr>
          <p:nvPr>
            <p:ph type="pic" sz="quarter" idx="11" hasCustomPrompt="1"/>
          </p:nvPr>
        </p:nvSpPr>
        <p:spPr>
          <a:xfrm>
            <a:off x="6165851" y="0"/>
            <a:ext cx="6026150" cy="6858000"/>
          </a:xfrm>
          <a:solidFill>
            <a:srgbClr val="F6F3F2"/>
          </a:solidFill>
        </p:spPr>
        <p:txBody>
          <a:bodyPr/>
          <a:lstStyle>
            <a:lvl1pPr>
              <a:defRPr lang="en-US"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grpSp>
        <p:nvGrpSpPr>
          <p:cNvPr id="8" name="Group 7">
            <a:extLst>
              <a:ext uri="{FF2B5EF4-FFF2-40B4-BE49-F238E27FC236}">
                <a16:creationId xmlns:a16="http://schemas.microsoft.com/office/drawing/2014/main" id="{ECAE8966-045B-46F8-0205-000B3AE81DB0}"/>
              </a:ext>
            </a:extLst>
          </p:cNvPr>
          <p:cNvGrpSpPr/>
          <p:nvPr userDrawn="1"/>
        </p:nvGrpSpPr>
        <p:grpSpPr>
          <a:xfrm>
            <a:off x="4927790" y="6418009"/>
            <a:ext cx="1069848" cy="150269"/>
            <a:chOff x="10830507" y="6418009"/>
            <a:chExt cx="1069848" cy="150269"/>
          </a:xfrm>
        </p:grpSpPr>
        <p:sp>
          <p:nvSpPr>
            <p:cNvPr id="9" name="TextBox 8">
              <a:extLst>
                <a:ext uri="{FF2B5EF4-FFF2-40B4-BE49-F238E27FC236}">
                  <a16:creationId xmlns:a16="http://schemas.microsoft.com/office/drawing/2014/main" id="{55A69521-5E7C-B350-8EB3-A691860158F6}"/>
                </a:ext>
              </a:extLst>
            </p:cNvPr>
            <p:cNvSpPr txBox="1"/>
            <p:nvPr userDrawn="1"/>
          </p:nvSpPr>
          <p:spPr>
            <a:xfrm>
              <a:off x="10940235" y="6430164"/>
              <a:ext cx="960120" cy="138114"/>
            </a:xfrm>
            <a:prstGeom prst="rect">
              <a:avLst/>
            </a:prstGeom>
            <a:noFill/>
          </p:spPr>
          <p:txBody>
            <a:bodyPr wrap="square" lIns="0" tIns="0" rIns="0" bIns="0" rtlCol="0" anchor="ctr" anchorCtr="0">
              <a:noAutofit/>
            </a:bodyPr>
            <a:lstStyle/>
            <a:p>
              <a:pPr algn="l"/>
              <a:r>
                <a:rPr lang="en-US" sz="1100" kern="1200">
                  <a:solidFill>
                    <a:schemeClr val="bg1"/>
                  </a:solidFill>
                  <a:latin typeface="+mn-lt"/>
                  <a:ea typeface="+mn-ea"/>
                  <a:cs typeface="+mn-cs"/>
                </a:rPr>
                <a:t>Orthopaedics</a:t>
              </a:r>
            </a:p>
          </p:txBody>
        </p:sp>
        <p:sp>
          <p:nvSpPr>
            <p:cNvPr id="10" name="Rectangle 9">
              <a:extLst>
                <a:ext uri="{FF2B5EF4-FFF2-40B4-BE49-F238E27FC236}">
                  <a16:creationId xmlns:a16="http://schemas.microsoft.com/office/drawing/2014/main" id="{C06B16A2-15CF-8538-2FA6-50983984B66C}"/>
                </a:ext>
              </a:extLst>
            </p:cNvPr>
            <p:cNvSpPr/>
            <p:nvPr userDrawn="1"/>
          </p:nvSpPr>
          <p:spPr>
            <a:xfrm>
              <a:off x="10830507" y="6418009"/>
              <a:ext cx="18288" cy="146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grpSp>
    </p:spTree>
    <p:extLst>
      <p:ext uri="{BB962C8B-B14F-4D97-AF65-F5344CB8AC3E}">
        <p14:creationId xmlns:p14="http://schemas.microsoft.com/office/powerpoint/2010/main" val="2054266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with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B8AD4-5298-7DA9-DDAD-3AB53AF2F9F5}"/>
              </a:ext>
            </a:extLst>
          </p:cNvPr>
          <p:cNvSpPr>
            <a:spLocks noGrp="1"/>
          </p:cNvSpPr>
          <p:nvPr>
            <p:ph type="title" hasCustomPrompt="1"/>
          </p:nvPr>
        </p:nvSpPr>
        <p:spPr>
          <a:xfrm>
            <a:off x="289384" y="270000"/>
            <a:ext cx="5732004" cy="3681136"/>
          </a:xfrm>
        </p:spPr>
        <p:txBody>
          <a:bodyPr anchor="t">
            <a:normAutofit/>
          </a:bodyPr>
          <a:lstStyle>
            <a:lvl1pPr>
              <a:lnSpc>
                <a:spcPct val="80000"/>
              </a:lnSpc>
              <a:defRPr sz="7400" spc="0" baseline="0">
                <a:solidFill>
                  <a:schemeClr val="accent1"/>
                </a:solidFill>
              </a:defRPr>
            </a:lvl1pPr>
          </a:lstStyle>
          <a:p>
            <a:r>
              <a:rPr lang="en-GB"/>
              <a:t>Click to edit Master title style</a:t>
            </a:r>
            <a:br>
              <a:rPr lang="en-GB"/>
            </a:br>
            <a:endParaRPr lang="en-GB"/>
          </a:p>
        </p:txBody>
      </p:sp>
      <p:sp>
        <p:nvSpPr>
          <p:cNvPr id="7" name="Picture Placeholder 3">
            <a:extLst>
              <a:ext uri="{FF2B5EF4-FFF2-40B4-BE49-F238E27FC236}">
                <a16:creationId xmlns:a16="http://schemas.microsoft.com/office/drawing/2014/main" id="{0467D99F-44CB-B7F1-59A7-E296B2CE1662}"/>
              </a:ext>
            </a:extLst>
          </p:cNvPr>
          <p:cNvSpPr>
            <a:spLocks noGrp="1"/>
          </p:cNvSpPr>
          <p:nvPr>
            <p:ph type="pic" sz="quarter" idx="11" hasCustomPrompt="1"/>
          </p:nvPr>
        </p:nvSpPr>
        <p:spPr>
          <a:xfrm>
            <a:off x="6165851" y="0"/>
            <a:ext cx="6026150" cy="6858000"/>
          </a:xfrm>
          <a:solidFill>
            <a:srgbClr val="F6F3F2"/>
          </a:solidFill>
        </p:spPr>
        <p:txBody>
          <a:bodyPr/>
          <a:lstStyle>
            <a:lvl1pPr>
              <a:defRPr lang="en-US"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grpSp>
        <p:nvGrpSpPr>
          <p:cNvPr id="3" name="Group 2">
            <a:extLst>
              <a:ext uri="{FF2B5EF4-FFF2-40B4-BE49-F238E27FC236}">
                <a16:creationId xmlns:a16="http://schemas.microsoft.com/office/drawing/2014/main" id="{4CCCFDA8-2AA8-D230-6FC8-1B7EBA805595}"/>
              </a:ext>
            </a:extLst>
          </p:cNvPr>
          <p:cNvGrpSpPr/>
          <p:nvPr userDrawn="1"/>
        </p:nvGrpSpPr>
        <p:grpSpPr>
          <a:xfrm>
            <a:off x="4927790" y="6418009"/>
            <a:ext cx="1069848" cy="150269"/>
            <a:chOff x="10830507" y="6418009"/>
            <a:chExt cx="1069848" cy="150269"/>
          </a:xfrm>
        </p:grpSpPr>
        <p:sp>
          <p:nvSpPr>
            <p:cNvPr id="4" name="TextBox 3">
              <a:extLst>
                <a:ext uri="{FF2B5EF4-FFF2-40B4-BE49-F238E27FC236}">
                  <a16:creationId xmlns:a16="http://schemas.microsoft.com/office/drawing/2014/main" id="{56C930C8-E980-E274-2146-A79386979861}"/>
                </a:ext>
              </a:extLst>
            </p:cNvPr>
            <p:cNvSpPr txBox="1"/>
            <p:nvPr userDrawn="1"/>
          </p:nvSpPr>
          <p:spPr>
            <a:xfrm>
              <a:off x="10940235" y="6430164"/>
              <a:ext cx="960120" cy="138114"/>
            </a:xfrm>
            <a:prstGeom prst="rect">
              <a:avLst/>
            </a:prstGeom>
            <a:noFill/>
          </p:spPr>
          <p:txBody>
            <a:bodyPr wrap="square" lIns="0" tIns="0" rIns="0" bIns="0" rtlCol="0" anchor="ctr" anchorCtr="0">
              <a:noAutofit/>
            </a:bodyPr>
            <a:lstStyle/>
            <a:p>
              <a:pPr algn="l"/>
              <a:r>
                <a:rPr lang="en-US" sz="1100" kern="1200">
                  <a:solidFill>
                    <a:schemeClr val="accent1"/>
                  </a:solidFill>
                  <a:latin typeface="+mn-lt"/>
                  <a:ea typeface="+mn-ea"/>
                  <a:cs typeface="+mn-cs"/>
                </a:rPr>
                <a:t>Orthopaedics</a:t>
              </a:r>
            </a:p>
          </p:txBody>
        </p:sp>
        <p:sp>
          <p:nvSpPr>
            <p:cNvPr id="5" name="Rectangle 4">
              <a:extLst>
                <a:ext uri="{FF2B5EF4-FFF2-40B4-BE49-F238E27FC236}">
                  <a16:creationId xmlns:a16="http://schemas.microsoft.com/office/drawing/2014/main" id="{82624C4A-C6FE-7249-592E-EFAB525188D2}"/>
                </a:ext>
              </a:extLst>
            </p:cNvPr>
            <p:cNvSpPr/>
            <p:nvPr userDrawn="1"/>
          </p:nvSpPr>
          <p:spPr>
            <a:xfrm>
              <a:off x="10830507" y="6418009"/>
              <a:ext cx="18288"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latin typeface="+mn-lt"/>
              </a:endParaRPr>
            </a:p>
          </p:txBody>
        </p:sp>
      </p:grpSp>
    </p:spTree>
    <p:extLst>
      <p:ext uri="{BB962C8B-B14F-4D97-AF65-F5344CB8AC3E}">
        <p14:creationId xmlns:p14="http://schemas.microsoft.com/office/powerpoint/2010/main" val="15497838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C22AC-FEA7-AD51-FB22-01EC3D276410}"/>
              </a:ext>
            </a:extLst>
          </p:cNvPr>
          <p:cNvSpPr>
            <a:spLocks noGrp="1"/>
          </p:cNvSpPr>
          <p:nvPr>
            <p:ph type="title"/>
          </p:nvPr>
        </p:nvSpPr>
        <p:spPr>
          <a:xfrm>
            <a:off x="286715" y="273600"/>
            <a:ext cx="1811959" cy="392415"/>
          </a:xfrm>
        </p:spPr>
        <p:txBody>
          <a:bodyPr/>
          <a:lstStyle>
            <a:lvl1pPr>
              <a:lnSpc>
                <a:spcPct val="85000"/>
              </a:lnSpc>
              <a:defRPr sz="1500" b="1" i="0">
                <a:solidFill>
                  <a:schemeClr val="tx1"/>
                </a:solidFill>
                <a:latin typeface="+mn-lt"/>
              </a:defRPr>
            </a:lvl1pPr>
          </a:lstStyle>
          <a:p>
            <a:r>
              <a:rPr lang="en-US"/>
              <a:t>Click to edit Master title style</a:t>
            </a:r>
            <a:endParaRPr lang="en-GB"/>
          </a:p>
        </p:txBody>
      </p:sp>
      <p:sp>
        <p:nvSpPr>
          <p:cNvPr id="6" name="Text Placeholder 5">
            <a:extLst>
              <a:ext uri="{FF2B5EF4-FFF2-40B4-BE49-F238E27FC236}">
                <a16:creationId xmlns:a16="http://schemas.microsoft.com/office/drawing/2014/main" id="{D07DAC6C-95A8-D53D-7D6B-43128BEEF186}"/>
              </a:ext>
            </a:extLst>
          </p:cNvPr>
          <p:cNvSpPr>
            <a:spLocks noGrp="1"/>
          </p:cNvSpPr>
          <p:nvPr>
            <p:ph type="body" sz="quarter" idx="13"/>
          </p:nvPr>
        </p:nvSpPr>
        <p:spPr>
          <a:xfrm>
            <a:off x="3225801" y="277200"/>
            <a:ext cx="8966200" cy="5488600"/>
          </a:xfrm>
        </p:spPr>
        <p:txBody>
          <a:bodyPr/>
          <a:lstStyle>
            <a:lvl1pPr marL="981075" indent="-981075">
              <a:lnSpc>
                <a:spcPct val="80000"/>
              </a:lnSpc>
              <a:spcBef>
                <a:spcPts val="600"/>
              </a:spcBef>
              <a:spcAft>
                <a:spcPts val="600"/>
              </a:spcAft>
              <a:buFont typeface="+mj-lt"/>
              <a:buAutoNum type="arabicPeriod"/>
              <a:tabLst/>
              <a:defRPr sz="3000" b="0" i="0">
                <a:latin typeface="+mj-lt"/>
              </a:defRPr>
            </a:lvl1pPr>
            <a:lvl2pPr marL="1201738" indent="-220663">
              <a:tabLst/>
              <a:defRPr/>
            </a:lvl2pPr>
            <a:lvl3pPr marL="1201738" indent="-220663">
              <a:tabLst/>
              <a:defRPr/>
            </a:lvl3pPr>
            <a:lvl4pPr marL="1201738" indent="-220663">
              <a:tabLst/>
              <a:defRPr/>
            </a:lvl4pPr>
            <a:lvl5pPr marL="1201738" indent="-220663">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9" name="Footer Placeholder 4">
            <a:extLst>
              <a:ext uri="{FF2B5EF4-FFF2-40B4-BE49-F238E27FC236}">
                <a16:creationId xmlns:a16="http://schemas.microsoft.com/office/drawing/2014/main" id="{73D73DEF-9C82-2768-837B-EB448FCEC2C3}"/>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19848358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F4DE542-4D98-B05D-597C-9623E7D2E7C2}"/>
              </a:ext>
            </a:extLst>
          </p:cNvPr>
          <p:cNvSpPr>
            <a:spLocks noGrp="1"/>
          </p:cNvSpPr>
          <p:nvPr>
            <p:ph type="title"/>
          </p:nvPr>
        </p:nvSpPr>
        <p:spPr>
          <a:xfrm>
            <a:off x="286715" y="273600"/>
            <a:ext cx="1811959" cy="392415"/>
          </a:xfrm>
        </p:spPr>
        <p:txBody>
          <a:bodyPr/>
          <a:lstStyle>
            <a:lvl1pPr>
              <a:lnSpc>
                <a:spcPct val="85000"/>
              </a:lnSpc>
              <a:defRPr sz="1500" b="1" i="0">
                <a:solidFill>
                  <a:schemeClr val="tx1"/>
                </a:solidFill>
                <a:latin typeface="+mn-lt"/>
              </a:defRPr>
            </a:lvl1pPr>
          </a:lstStyle>
          <a:p>
            <a:r>
              <a:rPr lang="en-US"/>
              <a:t>Click to edit Master title style</a:t>
            </a:r>
            <a:endParaRPr lang="en-GB"/>
          </a:p>
        </p:txBody>
      </p:sp>
      <p:sp>
        <p:nvSpPr>
          <p:cNvPr id="151" name="Picture Placeholder 92">
            <a:extLst>
              <a:ext uri="{FF2B5EF4-FFF2-40B4-BE49-F238E27FC236}">
                <a16:creationId xmlns:a16="http://schemas.microsoft.com/office/drawing/2014/main" id="{414C0709-0B1A-11C5-45EE-CC44E7A13411}"/>
              </a:ext>
            </a:extLst>
          </p:cNvPr>
          <p:cNvSpPr>
            <a:spLocks noGrp="1"/>
          </p:cNvSpPr>
          <p:nvPr>
            <p:ph type="pic" sz="quarter" idx="56" hasCustomPrompt="1"/>
          </p:nvPr>
        </p:nvSpPr>
        <p:spPr>
          <a:xfrm>
            <a:off x="3225799" y="933132"/>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a:t> </a:t>
            </a:r>
          </a:p>
        </p:txBody>
      </p:sp>
      <p:sp>
        <p:nvSpPr>
          <p:cNvPr id="163" name="Text Placeholder 5">
            <a:extLst>
              <a:ext uri="{FF2B5EF4-FFF2-40B4-BE49-F238E27FC236}">
                <a16:creationId xmlns:a16="http://schemas.microsoft.com/office/drawing/2014/main" id="{12B824E8-EE25-7DB2-F96D-DEA8631E51FB}"/>
              </a:ext>
            </a:extLst>
          </p:cNvPr>
          <p:cNvSpPr>
            <a:spLocks noGrp="1"/>
          </p:cNvSpPr>
          <p:nvPr>
            <p:ph type="body" sz="quarter" idx="13" hasCustomPrompt="1"/>
          </p:nvPr>
        </p:nvSpPr>
        <p:spPr>
          <a:xfrm>
            <a:off x="3225800" y="231771"/>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64" name="Text Placeholder 5">
            <a:extLst>
              <a:ext uri="{FF2B5EF4-FFF2-40B4-BE49-F238E27FC236}">
                <a16:creationId xmlns:a16="http://schemas.microsoft.com/office/drawing/2014/main" id="{A4F70AC5-374E-DFC2-2B29-2318F0BB51E4}"/>
              </a:ext>
            </a:extLst>
          </p:cNvPr>
          <p:cNvSpPr>
            <a:spLocks noGrp="1"/>
          </p:cNvSpPr>
          <p:nvPr>
            <p:ph type="body" sz="quarter" idx="14"/>
          </p:nvPr>
        </p:nvSpPr>
        <p:spPr>
          <a:xfrm>
            <a:off x="4644000" y="231771"/>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65" name="Text Placeholder 5">
            <a:extLst>
              <a:ext uri="{FF2B5EF4-FFF2-40B4-BE49-F238E27FC236}">
                <a16:creationId xmlns:a16="http://schemas.microsoft.com/office/drawing/2014/main" id="{EB857D0D-CD76-A612-A712-E14D8C7049C6}"/>
              </a:ext>
            </a:extLst>
          </p:cNvPr>
          <p:cNvSpPr>
            <a:spLocks noGrp="1"/>
          </p:cNvSpPr>
          <p:nvPr>
            <p:ph type="body" sz="quarter" idx="15" hasCustomPrompt="1"/>
          </p:nvPr>
        </p:nvSpPr>
        <p:spPr>
          <a:xfrm>
            <a:off x="9106462" y="231771"/>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66" name="Picture Placeholder 91">
            <a:extLst>
              <a:ext uri="{FF2B5EF4-FFF2-40B4-BE49-F238E27FC236}">
                <a16:creationId xmlns:a16="http://schemas.microsoft.com/office/drawing/2014/main" id="{23E05799-FE6A-9155-DA4E-C09C4B03CA27}"/>
              </a:ext>
            </a:extLst>
          </p:cNvPr>
          <p:cNvSpPr>
            <a:spLocks noGrp="1"/>
          </p:cNvSpPr>
          <p:nvPr>
            <p:ph type="pic" sz="quarter" idx="55" hasCustomPrompt="1"/>
          </p:nvPr>
        </p:nvSpPr>
        <p:spPr>
          <a:xfrm>
            <a:off x="3225799" y="538994"/>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a:t>  </a:t>
            </a:r>
          </a:p>
        </p:txBody>
      </p:sp>
      <p:sp>
        <p:nvSpPr>
          <p:cNvPr id="167" name="Text Placeholder 5">
            <a:extLst>
              <a:ext uri="{FF2B5EF4-FFF2-40B4-BE49-F238E27FC236}">
                <a16:creationId xmlns:a16="http://schemas.microsoft.com/office/drawing/2014/main" id="{24089EB1-E806-6913-C5B8-A4C01D0814E6}"/>
              </a:ext>
            </a:extLst>
          </p:cNvPr>
          <p:cNvSpPr>
            <a:spLocks noGrp="1"/>
          </p:cNvSpPr>
          <p:nvPr>
            <p:ph type="body" sz="quarter" idx="16" hasCustomPrompt="1"/>
          </p:nvPr>
        </p:nvSpPr>
        <p:spPr>
          <a:xfrm>
            <a:off x="3225800" y="625471"/>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68" name="Text Placeholder 5">
            <a:extLst>
              <a:ext uri="{FF2B5EF4-FFF2-40B4-BE49-F238E27FC236}">
                <a16:creationId xmlns:a16="http://schemas.microsoft.com/office/drawing/2014/main" id="{10C7981E-34E4-22AC-19D7-855BF963AC6A}"/>
              </a:ext>
            </a:extLst>
          </p:cNvPr>
          <p:cNvSpPr>
            <a:spLocks noGrp="1"/>
          </p:cNvSpPr>
          <p:nvPr>
            <p:ph type="body" sz="quarter" idx="17"/>
          </p:nvPr>
        </p:nvSpPr>
        <p:spPr>
          <a:xfrm>
            <a:off x="4644000" y="625471"/>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69" name="Text Placeholder 5">
            <a:extLst>
              <a:ext uri="{FF2B5EF4-FFF2-40B4-BE49-F238E27FC236}">
                <a16:creationId xmlns:a16="http://schemas.microsoft.com/office/drawing/2014/main" id="{127EEF89-640D-17FA-3E79-57DA3786E32A}"/>
              </a:ext>
            </a:extLst>
          </p:cNvPr>
          <p:cNvSpPr>
            <a:spLocks noGrp="1"/>
          </p:cNvSpPr>
          <p:nvPr>
            <p:ph type="body" sz="quarter" idx="18" hasCustomPrompt="1"/>
          </p:nvPr>
        </p:nvSpPr>
        <p:spPr>
          <a:xfrm>
            <a:off x="9106462" y="625471"/>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70" name="Text Placeholder 5">
            <a:extLst>
              <a:ext uri="{FF2B5EF4-FFF2-40B4-BE49-F238E27FC236}">
                <a16:creationId xmlns:a16="http://schemas.microsoft.com/office/drawing/2014/main" id="{C3E76B7F-03AC-D5BD-BECC-8B0881567D59}"/>
              </a:ext>
            </a:extLst>
          </p:cNvPr>
          <p:cNvSpPr>
            <a:spLocks noGrp="1"/>
          </p:cNvSpPr>
          <p:nvPr>
            <p:ph type="body" sz="quarter" idx="19" hasCustomPrompt="1"/>
          </p:nvPr>
        </p:nvSpPr>
        <p:spPr>
          <a:xfrm>
            <a:off x="3225800" y="1022195"/>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71" name="Text Placeholder 5">
            <a:extLst>
              <a:ext uri="{FF2B5EF4-FFF2-40B4-BE49-F238E27FC236}">
                <a16:creationId xmlns:a16="http://schemas.microsoft.com/office/drawing/2014/main" id="{8344A73D-BCE2-9041-0430-DCA16AE2194A}"/>
              </a:ext>
            </a:extLst>
          </p:cNvPr>
          <p:cNvSpPr>
            <a:spLocks noGrp="1"/>
          </p:cNvSpPr>
          <p:nvPr>
            <p:ph type="body" sz="quarter" idx="20"/>
          </p:nvPr>
        </p:nvSpPr>
        <p:spPr>
          <a:xfrm>
            <a:off x="4644000" y="1022195"/>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72" name="Text Placeholder 5">
            <a:extLst>
              <a:ext uri="{FF2B5EF4-FFF2-40B4-BE49-F238E27FC236}">
                <a16:creationId xmlns:a16="http://schemas.microsoft.com/office/drawing/2014/main" id="{BA7AD8A2-995B-0025-7B23-12D44BEB24F7}"/>
              </a:ext>
            </a:extLst>
          </p:cNvPr>
          <p:cNvSpPr>
            <a:spLocks noGrp="1"/>
          </p:cNvSpPr>
          <p:nvPr>
            <p:ph type="body" sz="quarter" idx="21" hasCustomPrompt="1"/>
          </p:nvPr>
        </p:nvSpPr>
        <p:spPr>
          <a:xfrm>
            <a:off x="9106462" y="1022195"/>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73" name="Picture Placeholder 93">
            <a:extLst>
              <a:ext uri="{FF2B5EF4-FFF2-40B4-BE49-F238E27FC236}">
                <a16:creationId xmlns:a16="http://schemas.microsoft.com/office/drawing/2014/main" id="{C7221CC4-5A16-F8BC-F970-B26EBD5A8BA8}"/>
              </a:ext>
            </a:extLst>
          </p:cNvPr>
          <p:cNvSpPr>
            <a:spLocks noGrp="1"/>
          </p:cNvSpPr>
          <p:nvPr>
            <p:ph type="pic" sz="quarter" idx="57" hasCustomPrompt="1"/>
          </p:nvPr>
        </p:nvSpPr>
        <p:spPr>
          <a:xfrm>
            <a:off x="3225799" y="1335152"/>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a:t> </a:t>
            </a:r>
          </a:p>
        </p:txBody>
      </p:sp>
      <p:sp>
        <p:nvSpPr>
          <p:cNvPr id="174" name="Text Placeholder 5">
            <a:extLst>
              <a:ext uri="{FF2B5EF4-FFF2-40B4-BE49-F238E27FC236}">
                <a16:creationId xmlns:a16="http://schemas.microsoft.com/office/drawing/2014/main" id="{B4AD80BA-61F2-11A3-5213-31194E78CF82}"/>
              </a:ext>
            </a:extLst>
          </p:cNvPr>
          <p:cNvSpPr>
            <a:spLocks noGrp="1"/>
          </p:cNvSpPr>
          <p:nvPr>
            <p:ph type="body" sz="quarter" idx="22" hasCustomPrompt="1"/>
          </p:nvPr>
        </p:nvSpPr>
        <p:spPr>
          <a:xfrm>
            <a:off x="3225800" y="1418919"/>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75" name="Text Placeholder 5">
            <a:extLst>
              <a:ext uri="{FF2B5EF4-FFF2-40B4-BE49-F238E27FC236}">
                <a16:creationId xmlns:a16="http://schemas.microsoft.com/office/drawing/2014/main" id="{27C0D85E-74CB-0D5E-89E5-5D22045B8749}"/>
              </a:ext>
            </a:extLst>
          </p:cNvPr>
          <p:cNvSpPr>
            <a:spLocks noGrp="1"/>
          </p:cNvSpPr>
          <p:nvPr>
            <p:ph type="body" sz="quarter" idx="23"/>
          </p:nvPr>
        </p:nvSpPr>
        <p:spPr>
          <a:xfrm>
            <a:off x="4644000" y="1418919"/>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76" name="Text Placeholder 5">
            <a:extLst>
              <a:ext uri="{FF2B5EF4-FFF2-40B4-BE49-F238E27FC236}">
                <a16:creationId xmlns:a16="http://schemas.microsoft.com/office/drawing/2014/main" id="{D3602011-9A32-BE74-D43E-233E4FC27356}"/>
              </a:ext>
            </a:extLst>
          </p:cNvPr>
          <p:cNvSpPr>
            <a:spLocks noGrp="1"/>
          </p:cNvSpPr>
          <p:nvPr>
            <p:ph type="body" sz="quarter" idx="24" hasCustomPrompt="1"/>
          </p:nvPr>
        </p:nvSpPr>
        <p:spPr>
          <a:xfrm>
            <a:off x="9106462" y="1418919"/>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77" name="Picture Placeholder 94">
            <a:extLst>
              <a:ext uri="{FF2B5EF4-FFF2-40B4-BE49-F238E27FC236}">
                <a16:creationId xmlns:a16="http://schemas.microsoft.com/office/drawing/2014/main" id="{269B4BB8-2420-C116-E384-4500FB15D7E4}"/>
              </a:ext>
            </a:extLst>
          </p:cNvPr>
          <p:cNvSpPr>
            <a:spLocks noGrp="1"/>
          </p:cNvSpPr>
          <p:nvPr>
            <p:ph type="pic" sz="quarter" idx="58" hasCustomPrompt="1"/>
          </p:nvPr>
        </p:nvSpPr>
        <p:spPr>
          <a:xfrm>
            <a:off x="3225799" y="1737173"/>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a:t> </a:t>
            </a:r>
          </a:p>
        </p:txBody>
      </p:sp>
      <p:sp>
        <p:nvSpPr>
          <p:cNvPr id="178" name="Text Placeholder 5">
            <a:extLst>
              <a:ext uri="{FF2B5EF4-FFF2-40B4-BE49-F238E27FC236}">
                <a16:creationId xmlns:a16="http://schemas.microsoft.com/office/drawing/2014/main" id="{A65D6C32-597E-A87D-B6BE-91881E645FE5}"/>
              </a:ext>
            </a:extLst>
          </p:cNvPr>
          <p:cNvSpPr>
            <a:spLocks noGrp="1"/>
          </p:cNvSpPr>
          <p:nvPr>
            <p:ph type="body" sz="quarter" idx="25" hasCustomPrompt="1"/>
          </p:nvPr>
        </p:nvSpPr>
        <p:spPr>
          <a:xfrm>
            <a:off x="3225800" y="1815643"/>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79" name="Text Placeholder 5">
            <a:extLst>
              <a:ext uri="{FF2B5EF4-FFF2-40B4-BE49-F238E27FC236}">
                <a16:creationId xmlns:a16="http://schemas.microsoft.com/office/drawing/2014/main" id="{4B1DF343-DFC7-F81B-915B-96E9335A5E49}"/>
              </a:ext>
            </a:extLst>
          </p:cNvPr>
          <p:cNvSpPr>
            <a:spLocks noGrp="1"/>
          </p:cNvSpPr>
          <p:nvPr>
            <p:ph type="body" sz="quarter" idx="26"/>
          </p:nvPr>
        </p:nvSpPr>
        <p:spPr>
          <a:xfrm>
            <a:off x="4644000" y="1815643"/>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80" name="Text Placeholder 5">
            <a:extLst>
              <a:ext uri="{FF2B5EF4-FFF2-40B4-BE49-F238E27FC236}">
                <a16:creationId xmlns:a16="http://schemas.microsoft.com/office/drawing/2014/main" id="{B101370D-BD23-0E59-00B2-1DF4D768EBDF}"/>
              </a:ext>
            </a:extLst>
          </p:cNvPr>
          <p:cNvSpPr>
            <a:spLocks noGrp="1"/>
          </p:cNvSpPr>
          <p:nvPr>
            <p:ph type="body" sz="quarter" idx="27" hasCustomPrompt="1"/>
          </p:nvPr>
        </p:nvSpPr>
        <p:spPr>
          <a:xfrm>
            <a:off x="9106462" y="1815643"/>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81" name="Picture Placeholder 95">
            <a:extLst>
              <a:ext uri="{FF2B5EF4-FFF2-40B4-BE49-F238E27FC236}">
                <a16:creationId xmlns:a16="http://schemas.microsoft.com/office/drawing/2014/main" id="{F4B3C050-4D54-40AC-903F-F698E83D054E}"/>
              </a:ext>
            </a:extLst>
          </p:cNvPr>
          <p:cNvSpPr>
            <a:spLocks noGrp="1"/>
          </p:cNvSpPr>
          <p:nvPr>
            <p:ph type="pic" sz="quarter" idx="59" hasCustomPrompt="1"/>
          </p:nvPr>
        </p:nvSpPr>
        <p:spPr>
          <a:xfrm>
            <a:off x="3225799" y="2123428"/>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a:t> </a:t>
            </a:r>
          </a:p>
        </p:txBody>
      </p:sp>
      <p:sp>
        <p:nvSpPr>
          <p:cNvPr id="182" name="Text Placeholder 5">
            <a:extLst>
              <a:ext uri="{FF2B5EF4-FFF2-40B4-BE49-F238E27FC236}">
                <a16:creationId xmlns:a16="http://schemas.microsoft.com/office/drawing/2014/main" id="{155ABD36-F107-FAC7-D94F-C71129D99E04}"/>
              </a:ext>
            </a:extLst>
          </p:cNvPr>
          <p:cNvSpPr>
            <a:spLocks noGrp="1"/>
          </p:cNvSpPr>
          <p:nvPr>
            <p:ph type="body" sz="quarter" idx="28" hasCustomPrompt="1"/>
          </p:nvPr>
        </p:nvSpPr>
        <p:spPr>
          <a:xfrm>
            <a:off x="3225800" y="2212367"/>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83" name="Text Placeholder 5">
            <a:extLst>
              <a:ext uri="{FF2B5EF4-FFF2-40B4-BE49-F238E27FC236}">
                <a16:creationId xmlns:a16="http://schemas.microsoft.com/office/drawing/2014/main" id="{0A1512C3-4983-E876-9159-16E3626DF5B5}"/>
              </a:ext>
            </a:extLst>
          </p:cNvPr>
          <p:cNvSpPr>
            <a:spLocks noGrp="1"/>
          </p:cNvSpPr>
          <p:nvPr>
            <p:ph type="body" sz="quarter" idx="29"/>
          </p:nvPr>
        </p:nvSpPr>
        <p:spPr>
          <a:xfrm>
            <a:off x="4644000" y="2212367"/>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84" name="Text Placeholder 5">
            <a:extLst>
              <a:ext uri="{FF2B5EF4-FFF2-40B4-BE49-F238E27FC236}">
                <a16:creationId xmlns:a16="http://schemas.microsoft.com/office/drawing/2014/main" id="{F7879AFD-9EB9-2FB8-189D-455DEDB6131F}"/>
              </a:ext>
            </a:extLst>
          </p:cNvPr>
          <p:cNvSpPr>
            <a:spLocks noGrp="1"/>
          </p:cNvSpPr>
          <p:nvPr>
            <p:ph type="body" sz="quarter" idx="30" hasCustomPrompt="1"/>
          </p:nvPr>
        </p:nvSpPr>
        <p:spPr>
          <a:xfrm>
            <a:off x="9106462" y="2212367"/>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85" name="Picture Placeholder 96">
            <a:extLst>
              <a:ext uri="{FF2B5EF4-FFF2-40B4-BE49-F238E27FC236}">
                <a16:creationId xmlns:a16="http://schemas.microsoft.com/office/drawing/2014/main" id="{35FA00DC-0DE0-96B1-C7B7-F45DB8335CDB}"/>
              </a:ext>
            </a:extLst>
          </p:cNvPr>
          <p:cNvSpPr>
            <a:spLocks noGrp="1"/>
          </p:cNvSpPr>
          <p:nvPr>
            <p:ph type="pic" sz="quarter" idx="60" hasCustomPrompt="1"/>
          </p:nvPr>
        </p:nvSpPr>
        <p:spPr>
          <a:xfrm>
            <a:off x="3225799" y="2525448"/>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a:t> </a:t>
            </a:r>
          </a:p>
        </p:txBody>
      </p:sp>
      <p:sp>
        <p:nvSpPr>
          <p:cNvPr id="186" name="Text Placeholder 5">
            <a:extLst>
              <a:ext uri="{FF2B5EF4-FFF2-40B4-BE49-F238E27FC236}">
                <a16:creationId xmlns:a16="http://schemas.microsoft.com/office/drawing/2014/main" id="{BE4AFC06-39CD-C8B1-3AE0-5EC6BA91A93A}"/>
              </a:ext>
            </a:extLst>
          </p:cNvPr>
          <p:cNvSpPr>
            <a:spLocks noGrp="1"/>
          </p:cNvSpPr>
          <p:nvPr>
            <p:ph type="body" sz="quarter" idx="31" hasCustomPrompt="1"/>
          </p:nvPr>
        </p:nvSpPr>
        <p:spPr>
          <a:xfrm>
            <a:off x="3225800" y="2607652"/>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87" name="Text Placeholder 5">
            <a:extLst>
              <a:ext uri="{FF2B5EF4-FFF2-40B4-BE49-F238E27FC236}">
                <a16:creationId xmlns:a16="http://schemas.microsoft.com/office/drawing/2014/main" id="{626B338C-7172-C0D7-9039-86A9DE0F1FA0}"/>
              </a:ext>
            </a:extLst>
          </p:cNvPr>
          <p:cNvSpPr>
            <a:spLocks noGrp="1"/>
          </p:cNvSpPr>
          <p:nvPr>
            <p:ph type="body" sz="quarter" idx="32"/>
          </p:nvPr>
        </p:nvSpPr>
        <p:spPr>
          <a:xfrm>
            <a:off x="4644000" y="2607652"/>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88" name="Text Placeholder 5">
            <a:extLst>
              <a:ext uri="{FF2B5EF4-FFF2-40B4-BE49-F238E27FC236}">
                <a16:creationId xmlns:a16="http://schemas.microsoft.com/office/drawing/2014/main" id="{F53E4D8E-1408-3646-C31B-01AB5D69F9EE}"/>
              </a:ext>
            </a:extLst>
          </p:cNvPr>
          <p:cNvSpPr>
            <a:spLocks noGrp="1"/>
          </p:cNvSpPr>
          <p:nvPr>
            <p:ph type="body" sz="quarter" idx="33" hasCustomPrompt="1"/>
          </p:nvPr>
        </p:nvSpPr>
        <p:spPr>
          <a:xfrm>
            <a:off x="9106462" y="2607652"/>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89" name="Picture Placeholder 97">
            <a:extLst>
              <a:ext uri="{FF2B5EF4-FFF2-40B4-BE49-F238E27FC236}">
                <a16:creationId xmlns:a16="http://schemas.microsoft.com/office/drawing/2014/main" id="{E48216AF-0F70-8F6D-3261-AB2C4BA6E6DD}"/>
              </a:ext>
            </a:extLst>
          </p:cNvPr>
          <p:cNvSpPr>
            <a:spLocks noGrp="1"/>
          </p:cNvSpPr>
          <p:nvPr>
            <p:ph type="pic" sz="quarter" idx="61" hasCustomPrompt="1"/>
          </p:nvPr>
        </p:nvSpPr>
        <p:spPr>
          <a:xfrm>
            <a:off x="3225799" y="2919586"/>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a:t> </a:t>
            </a:r>
          </a:p>
        </p:txBody>
      </p:sp>
      <p:sp>
        <p:nvSpPr>
          <p:cNvPr id="190" name="Text Placeholder 5">
            <a:extLst>
              <a:ext uri="{FF2B5EF4-FFF2-40B4-BE49-F238E27FC236}">
                <a16:creationId xmlns:a16="http://schemas.microsoft.com/office/drawing/2014/main" id="{ACC59BB8-BBFA-7099-D2F9-58BFCAF10734}"/>
              </a:ext>
            </a:extLst>
          </p:cNvPr>
          <p:cNvSpPr>
            <a:spLocks noGrp="1"/>
          </p:cNvSpPr>
          <p:nvPr>
            <p:ph type="body" sz="quarter" idx="34" hasCustomPrompt="1"/>
          </p:nvPr>
        </p:nvSpPr>
        <p:spPr>
          <a:xfrm>
            <a:off x="3225800" y="3002937"/>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91" name="Text Placeholder 5">
            <a:extLst>
              <a:ext uri="{FF2B5EF4-FFF2-40B4-BE49-F238E27FC236}">
                <a16:creationId xmlns:a16="http://schemas.microsoft.com/office/drawing/2014/main" id="{CACBCBB1-0D34-45F6-E211-B0C865D3FF9F}"/>
              </a:ext>
            </a:extLst>
          </p:cNvPr>
          <p:cNvSpPr>
            <a:spLocks noGrp="1"/>
          </p:cNvSpPr>
          <p:nvPr>
            <p:ph type="body" sz="quarter" idx="35"/>
          </p:nvPr>
        </p:nvSpPr>
        <p:spPr>
          <a:xfrm>
            <a:off x="4644000" y="3002937"/>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92" name="Text Placeholder 5">
            <a:extLst>
              <a:ext uri="{FF2B5EF4-FFF2-40B4-BE49-F238E27FC236}">
                <a16:creationId xmlns:a16="http://schemas.microsoft.com/office/drawing/2014/main" id="{AA85DA3F-ECA7-C004-3370-0301B640466D}"/>
              </a:ext>
            </a:extLst>
          </p:cNvPr>
          <p:cNvSpPr>
            <a:spLocks noGrp="1"/>
          </p:cNvSpPr>
          <p:nvPr>
            <p:ph type="body" sz="quarter" idx="36" hasCustomPrompt="1"/>
          </p:nvPr>
        </p:nvSpPr>
        <p:spPr>
          <a:xfrm>
            <a:off x="9106462" y="3002937"/>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93" name="Picture Placeholder 98">
            <a:extLst>
              <a:ext uri="{FF2B5EF4-FFF2-40B4-BE49-F238E27FC236}">
                <a16:creationId xmlns:a16="http://schemas.microsoft.com/office/drawing/2014/main" id="{6E85E349-99D2-61C9-CD7D-58A15220FF0A}"/>
              </a:ext>
            </a:extLst>
          </p:cNvPr>
          <p:cNvSpPr>
            <a:spLocks noGrp="1"/>
          </p:cNvSpPr>
          <p:nvPr>
            <p:ph type="pic" sz="quarter" idx="62" hasCustomPrompt="1"/>
          </p:nvPr>
        </p:nvSpPr>
        <p:spPr>
          <a:xfrm>
            <a:off x="3225799" y="3313724"/>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a:t> </a:t>
            </a:r>
          </a:p>
        </p:txBody>
      </p:sp>
      <p:sp>
        <p:nvSpPr>
          <p:cNvPr id="194" name="Text Placeholder 5">
            <a:extLst>
              <a:ext uri="{FF2B5EF4-FFF2-40B4-BE49-F238E27FC236}">
                <a16:creationId xmlns:a16="http://schemas.microsoft.com/office/drawing/2014/main" id="{D00E7ED3-4AED-567D-4156-2F6D199ADA79}"/>
              </a:ext>
            </a:extLst>
          </p:cNvPr>
          <p:cNvSpPr>
            <a:spLocks noGrp="1"/>
          </p:cNvSpPr>
          <p:nvPr>
            <p:ph type="body" sz="quarter" idx="37" hasCustomPrompt="1"/>
          </p:nvPr>
        </p:nvSpPr>
        <p:spPr>
          <a:xfrm>
            <a:off x="3225800" y="3398222"/>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95" name="Text Placeholder 5">
            <a:extLst>
              <a:ext uri="{FF2B5EF4-FFF2-40B4-BE49-F238E27FC236}">
                <a16:creationId xmlns:a16="http://schemas.microsoft.com/office/drawing/2014/main" id="{C8FC743C-8275-AD1C-7797-8C970CCC8D44}"/>
              </a:ext>
            </a:extLst>
          </p:cNvPr>
          <p:cNvSpPr>
            <a:spLocks noGrp="1"/>
          </p:cNvSpPr>
          <p:nvPr>
            <p:ph type="body" sz="quarter" idx="38"/>
          </p:nvPr>
        </p:nvSpPr>
        <p:spPr>
          <a:xfrm>
            <a:off x="4644000" y="3398222"/>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96" name="Text Placeholder 5">
            <a:extLst>
              <a:ext uri="{FF2B5EF4-FFF2-40B4-BE49-F238E27FC236}">
                <a16:creationId xmlns:a16="http://schemas.microsoft.com/office/drawing/2014/main" id="{AF7A0554-FA98-7604-80E6-32CB2E2929A8}"/>
              </a:ext>
            </a:extLst>
          </p:cNvPr>
          <p:cNvSpPr>
            <a:spLocks noGrp="1"/>
          </p:cNvSpPr>
          <p:nvPr>
            <p:ph type="body" sz="quarter" idx="39" hasCustomPrompt="1"/>
          </p:nvPr>
        </p:nvSpPr>
        <p:spPr>
          <a:xfrm>
            <a:off x="9106462" y="3398222"/>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97" name="Picture Placeholder 99">
            <a:extLst>
              <a:ext uri="{FF2B5EF4-FFF2-40B4-BE49-F238E27FC236}">
                <a16:creationId xmlns:a16="http://schemas.microsoft.com/office/drawing/2014/main" id="{F876AA1D-D562-3A3B-A233-9C23797C9A2F}"/>
              </a:ext>
            </a:extLst>
          </p:cNvPr>
          <p:cNvSpPr>
            <a:spLocks noGrp="1"/>
          </p:cNvSpPr>
          <p:nvPr>
            <p:ph type="pic" sz="quarter" idx="63" hasCustomPrompt="1"/>
          </p:nvPr>
        </p:nvSpPr>
        <p:spPr>
          <a:xfrm>
            <a:off x="3225799" y="3715744"/>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a:t> </a:t>
            </a:r>
          </a:p>
        </p:txBody>
      </p:sp>
      <p:sp>
        <p:nvSpPr>
          <p:cNvPr id="198" name="Text Placeholder 5">
            <a:extLst>
              <a:ext uri="{FF2B5EF4-FFF2-40B4-BE49-F238E27FC236}">
                <a16:creationId xmlns:a16="http://schemas.microsoft.com/office/drawing/2014/main" id="{4AAF2467-86C6-2863-72E4-0D257BDEFEC8}"/>
              </a:ext>
            </a:extLst>
          </p:cNvPr>
          <p:cNvSpPr>
            <a:spLocks noGrp="1"/>
          </p:cNvSpPr>
          <p:nvPr>
            <p:ph type="body" sz="quarter" idx="40" hasCustomPrompt="1"/>
          </p:nvPr>
        </p:nvSpPr>
        <p:spPr>
          <a:xfrm>
            <a:off x="3225800" y="3793507"/>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99" name="Text Placeholder 5">
            <a:extLst>
              <a:ext uri="{FF2B5EF4-FFF2-40B4-BE49-F238E27FC236}">
                <a16:creationId xmlns:a16="http://schemas.microsoft.com/office/drawing/2014/main" id="{D10BCF98-803A-D107-CF63-05EE97CCF877}"/>
              </a:ext>
            </a:extLst>
          </p:cNvPr>
          <p:cNvSpPr>
            <a:spLocks noGrp="1"/>
          </p:cNvSpPr>
          <p:nvPr>
            <p:ph type="body" sz="quarter" idx="41"/>
          </p:nvPr>
        </p:nvSpPr>
        <p:spPr>
          <a:xfrm>
            <a:off x="4644000" y="3793507"/>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200" name="Text Placeholder 5">
            <a:extLst>
              <a:ext uri="{FF2B5EF4-FFF2-40B4-BE49-F238E27FC236}">
                <a16:creationId xmlns:a16="http://schemas.microsoft.com/office/drawing/2014/main" id="{66FCBF15-2260-D8AF-4A2A-454AC1F084CE}"/>
              </a:ext>
            </a:extLst>
          </p:cNvPr>
          <p:cNvSpPr>
            <a:spLocks noGrp="1"/>
          </p:cNvSpPr>
          <p:nvPr>
            <p:ph type="body" sz="quarter" idx="42" hasCustomPrompt="1"/>
          </p:nvPr>
        </p:nvSpPr>
        <p:spPr>
          <a:xfrm>
            <a:off x="9106462" y="3793507"/>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201" name="Picture Placeholder 100">
            <a:extLst>
              <a:ext uri="{FF2B5EF4-FFF2-40B4-BE49-F238E27FC236}">
                <a16:creationId xmlns:a16="http://schemas.microsoft.com/office/drawing/2014/main" id="{9AA08646-E580-C6E2-B08A-A52294AA1302}"/>
              </a:ext>
            </a:extLst>
          </p:cNvPr>
          <p:cNvSpPr>
            <a:spLocks noGrp="1"/>
          </p:cNvSpPr>
          <p:nvPr>
            <p:ph type="pic" sz="quarter" idx="64" hasCustomPrompt="1"/>
          </p:nvPr>
        </p:nvSpPr>
        <p:spPr>
          <a:xfrm>
            <a:off x="3225799" y="4101999"/>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a:t> </a:t>
            </a:r>
          </a:p>
        </p:txBody>
      </p:sp>
      <p:sp>
        <p:nvSpPr>
          <p:cNvPr id="202" name="Text Placeholder 5">
            <a:extLst>
              <a:ext uri="{FF2B5EF4-FFF2-40B4-BE49-F238E27FC236}">
                <a16:creationId xmlns:a16="http://schemas.microsoft.com/office/drawing/2014/main" id="{F1F57BF8-4802-2C8C-0E82-371529BD021B}"/>
              </a:ext>
            </a:extLst>
          </p:cNvPr>
          <p:cNvSpPr>
            <a:spLocks noGrp="1"/>
          </p:cNvSpPr>
          <p:nvPr>
            <p:ph type="body" sz="quarter" idx="43" hasCustomPrompt="1"/>
          </p:nvPr>
        </p:nvSpPr>
        <p:spPr>
          <a:xfrm>
            <a:off x="3225800" y="4185778"/>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203" name="Text Placeholder 5">
            <a:extLst>
              <a:ext uri="{FF2B5EF4-FFF2-40B4-BE49-F238E27FC236}">
                <a16:creationId xmlns:a16="http://schemas.microsoft.com/office/drawing/2014/main" id="{04A64809-4725-EAB5-6238-C72786840E58}"/>
              </a:ext>
            </a:extLst>
          </p:cNvPr>
          <p:cNvSpPr>
            <a:spLocks noGrp="1"/>
          </p:cNvSpPr>
          <p:nvPr>
            <p:ph type="body" sz="quarter" idx="44"/>
          </p:nvPr>
        </p:nvSpPr>
        <p:spPr>
          <a:xfrm>
            <a:off x="4644000" y="4185778"/>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204" name="Text Placeholder 5">
            <a:extLst>
              <a:ext uri="{FF2B5EF4-FFF2-40B4-BE49-F238E27FC236}">
                <a16:creationId xmlns:a16="http://schemas.microsoft.com/office/drawing/2014/main" id="{4CB9BFE3-9BB1-5FD8-09B8-E24BA20F557E}"/>
              </a:ext>
            </a:extLst>
          </p:cNvPr>
          <p:cNvSpPr>
            <a:spLocks noGrp="1"/>
          </p:cNvSpPr>
          <p:nvPr>
            <p:ph type="body" sz="quarter" idx="45" hasCustomPrompt="1"/>
          </p:nvPr>
        </p:nvSpPr>
        <p:spPr>
          <a:xfrm>
            <a:off x="9106462" y="4185778"/>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205" name="Picture Placeholder 101">
            <a:extLst>
              <a:ext uri="{FF2B5EF4-FFF2-40B4-BE49-F238E27FC236}">
                <a16:creationId xmlns:a16="http://schemas.microsoft.com/office/drawing/2014/main" id="{44DB8248-2938-15C7-274A-CA5D91633846}"/>
              </a:ext>
            </a:extLst>
          </p:cNvPr>
          <p:cNvSpPr>
            <a:spLocks noGrp="1"/>
          </p:cNvSpPr>
          <p:nvPr>
            <p:ph type="pic" sz="quarter" idx="65" hasCustomPrompt="1"/>
          </p:nvPr>
        </p:nvSpPr>
        <p:spPr>
          <a:xfrm>
            <a:off x="3225799" y="4496137"/>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a:t> </a:t>
            </a:r>
          </a:p>
        </p:txBody>
      </p:sp>
      <p:sp>
        <p:nvSpPr>
          <p:cNvPr id="206" name="Text Placeholder 5">
            <a:extLst>
              <a:ext uri="{FF2B5EF4-FFF2-40B4-BE49-F238E27FC236}">
                <a16:creationId xmlns:a16="http://schemas.microsoft.com/office/drawing/2014/main" id="{611AE180-E3A1-4890-5ADE-0648958344D8}"/>
              </a:ext>
            </a:extLst>
          </p:cNvPr>
          <p:cNvSpPr>
            <a:spLocks noGrp="1"/>
          </p:cNvSpPr>
          <p:nvPr>
            <p:ph type="body" sz="quarter" idx="46" hasCustomPrompt="1"/>
          </p:nvPr>
        </p:nvSpPr>
        <p:spPr>
          <a:xfrm>
            <a:off x="3225800" y="4578049"/>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207" name="Text Placeholder 5">
            <a:extLst>
              <a:ext uri="{FF2B5EF4-FFF2-40B4-BE49-F238E27FC236}">
                <a16:creationId xmlns:a16="http://schemas.microsoft.com/office/drawing/2014/main" id="{E90EADE4-597A-8C59-D59C-21DE4011EC86}"/>
              </a:ext>
            </a:extLst>
          </p:cNvPr>
          <p:cNvSpPr>
            <a:spLocks noGrp="1"/>
          </p:cNvSpPr>
          <p:nvPr>
            <p:ph type="body" sz="quarter" idx="47"/>
          </p:nvPr>
        </p:nvSpPr>
        <p:spPr>
          <a:xfrm>
            <a:off x="4644000" y="4578049"/>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208" name="Text Placeholder 5">
            <a:extLst>
              <a:ext uri="{FF2B5EF4-FFF2-40B4-BE49-F238E27FC236}">
                <a16:creationId xmlns:a16="http://schemas.microsoft.com/office/drawing/2014/main" id="{8988DD51-F3BF-BE97-FF13-DAAFB4A50B04}"/>
              </a:ext>
            </a:extLst>
          </p:cNvPr>
          <p:cNvSpPr>
            <a:spLocks noGrp="1"/>
          </p:cNvSpPr>
          <p:nvPr>
            <p:ph type="body" sz="quarter" idx="48" hasCustomPrompt="1"/>
          </p:nvPr>
        </p:nvSpPr>
        <p:spPr>
          <a:xfrm>
            <a:off x="9106462" y="4578049"/>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209" name="Picture Placeholder 102">
            <a:extLst>
              <a:ext uri="{FF2B5EF4-FFF2-40B4-BE49-F238E27FC236}">
                <a16:creationId xmlns:a16="http://schemas.microsoft.com/office/drawing/2014/main" id="{5DAB147A-0351-E869-E2C9-849967B3E0CC}"/>
              </a:ext>
            </a:extLst>
          </p:cNvPr>
          <p:cNvSpPr>
            <a:spLocks noGrp="1"/>
          </p:cNvSpPr>
          <p:nvPr>
            <p:ph type="pic" sz="quarter" idx="66" hasCustomPrompt="1"/>
          </p:nvPr>
        </p:nvSpPr>
        <p:spPr>
          <a:xfrm>
            <a:off x="3225799" y="4890274"/>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a:t> </a:t>
            </a:r>
          </a:p>
        </p:txBody>
      </p:sp>
      <p:sp>
        <p:nvSpPr>
          <p:cNvPr id="210" name="Text Placeholder 5">
            <a:extLst>
              <a:ext uri="{FF2B5EF4-FFF2-40B4-BE49-F238E27FC236}">
                <a16:creationId xmlns:a16="http://schemas.microsoft.com/office/drawing/2014/main" id="{3A1DC516-9D33-7E76-1881-D60014DC876A}"/>
              </a:ext>
            </a:extLst>
          </p:cNvPr>
          <p:cNvSpPr>
            <a:spLocks noGrp="1"/>
          </p:cNvSpPr>
          <p:nvPr>
            <p:ph type="body" sz="quarter" idx="49" hasCustomPrompt="1"/>
          </p:nvPr>
        </p:nvSpPr>
        <p:spPr>
          <a:xfrm>
            <a:off x="3225800" y="4969019"/>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211" name="Text Placeholder 5">
            <a:extLst>
              <a:ext uri="{FF2B5EF4-FFF2-40B4-BE49-F238E27FC236}">
                <a16:creationId xmlns:a16="http://schemas.microsoft.com/office/drawing/2014/main" id="{50E9B1C4-B2F3-4C78-8518-39911DF5B99E}"/>
              </a:ext>
            </a:extLst>
          </p:cNvPr>
          <p:cNvSpPr>
            <a:spLocks noGrp="1"/>
          </p:cNvSpPr>
          <p:nvPr>
            <p:ph type="body" sz="quarter" idx="50"/>
          </p:nvPr>
        </p:nvSpPr>
        <p:spPr>
          <a:xfrm>
            <a:off x="4644000" y="4969019"/>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212" name="Text Placeholder 5">
            <a:extLst>
              <a:ext uri="{FF2B5EF4-FFF2-40B4-BE49-F238E27FC236}">
                <a16:creationId xmlns:a16="http://schemas.microsoft.com/office/drawing/2014/main" id="{BE4B6B57-1237-7AB3-7574-6A37E89A9F5C}"/>
              </a:ext>
            </a:extLst>
          </p:cNvPr>
          <p:cNvSpPr>
            <a:spLocks noGrp="1"/>
          </p:cNvSpPr>
          <p:nvPr>
            <p:ph type="body" sz="quarter" idx="51" hasCustomPrompt="1"/>
          </p:nvPr>
        </p:nvSpPr>
        <p:spPr>
          <a:xfrm>
            <a:off x="9106462" y="4969019"/>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213" name="Picture Placeholder 103">
            <a:extLst>
              <a:ext uri="{FF2B5EF4-FFF2-40B4-BE49-F238E27FC236}">
                <a16:creationId xmlns:a16="http://schemas.microsoft.com/office/drawing/2014/main" id="{469187E8-1DE2-B301-6DE0-4B9CEA368C43}"/>
              </a:ext>
            </a:extLst>
          </p:cNvPr>
          <p:cNvSpPr>
            <a:spLocks noGrp="1"/>
          </p:cNvSpPr>
          <p:nvPr>
            <p:ph type="pic" sz="quarter" idx="67" hasCustomPrompt="1"/>
          </p:nvPr>
        </p:nvSpPr>
        <p:spPr>
          <a:xfrm>
            <a:off x="3225799" y="5276529"/>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a:t> </a:t>
            </a:r>
          </a:p>
        </p:txBody>
      </p:sp>
      <p:sp>
        <p:nvSpPr>
          <p:cNvPr id="214" name="Text Placeholder 5">
            <a:extLst>
              <a:ext uri="{FF2B5EF4-FFF2-40B4-BE49-F238E27FC236}">
                <a16:creationId xmlns:a16="http://schemas.microsoft.com/office/drawing/2014/main" id="{C07B97CB-6CF8-744C-72E9-403869FF62FA}"/>
              </a:ext>
            </a:extLst>
          </p:cNvPr>
          <p:cNvSpPr>
            <a:spLocks noGrp="1"/>
          </p:cNvSpPr>
          <p:nvPr>
            <p:ph type="body" sz="quarter" idx="52" hasCustomPrompt="1"/>
          </p:nvPr>
        </p:nvSpPr>
        <p:spPr>
          <a:xfrm>
            <a:off x="3225800" y="5359989"/>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215" name="Text Placeholder 5">
            <a:extLst>
              <a:ext uri="{FF2B5EF4-FFF2-40B4-BE49-F238E27FC236}">
                <a16:creationId xmlns:a16="http://schemas.microsoft.com/office/drawing/2014/main" id="{D7694E3D-9EAE-7860-514C-D3E6A6066D79}"/>
              </a:ext>
            </a:extLst>
          </p:cNvPr>
          <p:cNvSpPr>
            <a:spLocks noGrp="1"/>
          </p:cNvSpPr>
          <p:nvPr>
            <p:ph type="body" sz="quarter" idx="53"/>
          </p:nvPr>
        </p:nvSpPr>
        <p:spPr>
          <a:xfrm>
            <a:off x="4644000" y="5359989"/>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216" name="Text Placeholder 5">
            <a:extLst>
              <a:ext uri="{FF2B5EF4-FFF2-40B4-BE49-F238E27FC236}">
                <a16:creationId xmlns:a16="http://schemas.microsoft.com/office/drawing/2014/main" id="{673631ED-FCF1-AA91-EA4E-8BD53A7ED357}"/>
              </a:ext>
            </a:extLst>
          </p:cNvPr>
          <p:cNvSpPr>
            <a:spLocks noGrp="1"/>
          </p:cNvSpPr>
          <p:nvPr>
            <p:ph type="body" sz="quarter" idx="54" hasCustomPrompt="1"/>
          </p:nvPr>
        </p:nvSpPr>
        <p:spPr>
          <a:xfrm>
            <a:off x="9106462" y="5359989"/>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3" name="Footer Placeholder 4">
            <a:extLst>
              <a:ext uri="{FF2B5EF4-FFF2-40B4-BE49-F238E27FC236}">
                <a16:creationId xmlns:a16="http://schemas.microsoft.com/office/drawing/2014/main" id="{3BF28211-1086-A258-4B97-2558FD5CBF7B}"/>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2420649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C789E9C-6550-50F6-2FFD-F534146F3D6F}"/>
              </a:ext>
            </a:extLst>
          </p:cNvPr>
          <p:cNvSpPr>
            <a:spLocks noGrp="1"/>
          </p:cNvSpPr>
          <p:nvPr>
            <p:ph type="body" sz="quarter" idx="12"/>
          </p:nvPr>
        </p:nvSpPr>
        <p:spPr>
          <a:xfrm>
            <a:off x="287337" y="269882"/>
            <a:ext cx="11615278" cy="5495918"/>
          </a:xfrm>
        </p:spPr>
        <p:txBody>
          <a:bodyPr/>
          <a:lstStyle>
            <a:lvl1pPr>
              <a:lnSpc>
                <a:spcPct val="80000"/>
              </a:lnSpc>
              <a:defRPr sz="7400" b="0" i="0">
                <a:solidFill>
                  <a:schemeClr val="accent1"/>
                </a:solidFill>
                <a:latin typeface="+mj-lt"/>
              </a:defRPr>
            </a:lvl1pPr>
            <a:lvl2pPr>
              <a:lnSpc>
                <a:spcPct val="80000"/>
              </a:lnSpc>
              <a:defRPr lang="en-GB" dirty="0" smtClean="0"/>
            </a:lvl2pPr>
            <a:lvl3pPr>
              <a:lnSpc>
                <a:spcPct val="80000"/>
              </a:lnSpc>
              <a:defRPr lang="en-GB" dirty="0" smtClean="0"/>
            </a:lvl3pPr>
            <a:lvl4pPr>
              <a:lnSpc>
                <a:spcPct val="80000"/>
              </a:lnSpc>
              <a:defRPr lang="en-GB" dirty="0" smtClean="0"/>
            </a:lvl4pPr>
            <a:lvl5pPr>
              <a:lnSpc>
                <a:spcPct val="80000"/>
              </a:lnSpc>
              <a:defRPr lang="en-GB"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Slide Number Placeholder 3">
            <a:extLst>
              <a:ext uri="{FF2B5EF4-FFF2-40B4-BE49-F238E27FC236}">
                <a16:creationId xmlns:a16="http://schemas.microsoft.com/office/drawing/2014/main" id="{A7336B88-A821-CF31-A937-209EE62E0A19}"/>
              </a:ext>
            </a:extLst>
          </p:cNvPr>
          <p:cNvSpPr>
            <a:spLocks noGrp="1"/>
          </p:cNvSpPr>
          <p:nvPr>
            <p:ph type="sldNum" sz="quarter" idx="11"/>
          </p:nvPr>
        </p:nvSpPr>
        <p:spPr/>
        <p:txBody>
          <a:bodyPr/>
          <a:lstStyle/>
          <a:p>
            <a:fld id="{AEC8D767-5246-2244-A4A3-B8AFB218393C}" type="slidenum">
              <a:rPr lang="en-GB" smtClean="0"/>
              <a:pPr/>
              <a:t>‹#›</a:t>
            </a:fld>
            <a:endParaRPr lang="en-GB"/>
          </a:p>
        </p:txBody>
      </p:sp>
      <p:sp>
        <p:nvSpPr>
          <p:cNvPr id="5" name="Footer Placeholder 4">
            <a:extLst>
              <a:ext uri="{FF2B5EF4-FFF2-40B4-BE49-F238E27FC236}">
                <a16:creationId xmlns:a16="http://schemas.microsoft.com/office/drawing/2014/main" id="{09807596-CD4E-AD17-0A30-209981645369}"/>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30495139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Key Numbers">
    <p:bg>
      <p:bgPr>
        <a:solidFill>
          <a:schemeClr val="accent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429BCB1-0FF2-B8E0-831A-4C2A0BEF189C}"/>
              </a:ext>
            </a:extLst>
          </p:cNvPr>
          <p:cNvSpPr>
            <a:spLocks noGrp="1"/>
          </p:cNvSpPr>
          <p:nvPr>
            <p:ph type="title"/>
          </p:nvPr>
        </p:nvSpPr>
        <p:spPr>
          <a:xfrm>
            <a:off x="288303" y="273600"/>
            <a:ext cx="1811959" cy="392415"/>
          </a:xfrm>
        </p:spPr>
        <p:txBody>
          <a:bodyPr/>
          <a:lstStyle>
            <a:lvl1pPr>
              <a:lnSpc>
                <a:spcPct val="85000"/>
              </a:lnSpc>
              <a:defRPr sz="1500" b="1" i="0">
                <a:solidFill>
                  <a:schemeClr val="bg1"/>
                </a:solidFill>
                <a:latin typeface="+mn-lt"/>
              </a:defRPr>
            </a:lvl1pPr>
          </a:lstStyle>
          <a:p>
            <a:r>
              <a:rPr lang="en-US"/>
              <a:t>Click to edit Master title style</a:t>
            </a:r>
            <a:endParaRPr lang="en-GB"/>
          </a:p>
        </p:txBody>
      </p:sp>
      <p:sp>
        <p:nvSpPr>
          <p:cNvPr id="8" name="Picture Placeholder 91">
            <a:extLst>
              <a:ext uri="{FF2B5EF4-FFF2-40B4-BE49-F238E27FC236}">
                <a16:creationId xmlns:a16="http://schemas.microsoft.com/office/drawing/2014/main" id="{1B8E6F68-BB92-3741-A271-A507454209A8}"/>
              </a:ext>
            </a:extLst>
          </p:cNvPr>
          <p:cNvSpPr>
            <a:spLocks noGrp="1"/>
          </p:cNvSpPr>
          <p:nvPr>
            <p:ph type="pic" sz="quarter" idx="55" hasCustomPrompt="1"/>
          </p:nvPr>
        </p:nvSpPr>
        <p:spPr>
          <a:xfrm>
            <a:off x="3225799" y="291037"/>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bg1"/>
            </a:solidFill>
          </a:ln>
        </p:spPr>
        <p:txBody>
          <a:bodyPr wrap="square">
            <a:noAutofit/>
          </a:bodyPr>
          <a:lstStyle>
            <a:lvl1pPr>
              <a:defRPr sz="400"/>
            </a:lvl1pPr>
          </a:lstStyle>
          <a:p>
            <a:pPr lvl="8"/>
            <a:r>
              <a:rPr lang="en-GB"/>
              <a:t> </a:t>
            </a:r>
          </a:p>
        </p:txBody>
      </p:sp>
      <p:sp>
        <p:nvSpPr>
          <p:cNvPr id="15" name="Text Placeholder 14">
            <a:extLst>
              <a:ext uri="{FF2B5EF4-FFF2-40B4-BE49-F238E27FC236}">
                <a16:creationId xmlns:a16="http://schemas.microsoft.com/office/drawing/2014/main" id="{63F40DC3-5F4F-C397-5C6A-8A62BC1F78B1}"/>
              </a:ext>
            </a:extLst>
          </p:cNvPr>
          <p:cNvSpPr>
            <a:spLocks noGrp="1"/>
          </p:cNvSpPr>
          <p:nvPr>
            <p:ph type="body" sz="quarter" idx="60"/>
          </p:nvPr>
        </p:nvSpPr>
        <p:spPr>
          <a:xfrm>
            <a:off x="8124824" y="527050"/>
            <a:ext cx="3775075" cy="14986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
        <p:nvSpPr>
          <p:cNvPr id="14" name="Picture Placeholder 91">
            <a:extLst>
              <a:ext uri="{FF2B5EF4-FFF2-40B4-BE49-F238E27FC236}">
                <a16:creationId xmlns:a16="http://schemas.microsoft.com/office/drawing/2014/main" id="{A11547F3-AA53-B6CF-CC36-9B7EBC562F8C}"/>
              </a:ext>
            </a:extLst>
          </p:cNvPr>
          <p:cNvSpPr>
            <a:spLocks noGrp="1"/>
          </p:cNvSpPr>
          <p:nvPr>
            <p:ph type="pic" sz="quarter" idx="67" hasCustomPrompt="1"/>
          </p:nvPr>
        </p:nvSpPr>
        <p:spPr>
          <a:xfrm>
            <a:off x="3225799" y="2282397"/>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bg1"/>
            </a:solidFill>
          </a:ln>
        </p:spPr>
        <p:txBody>
          <a:bodyPr wrap="square">
            <a:noAutofit/>
          </a:bodyPr>
          <a:lstStyle>
            <a:lvl1pPr>
              <a:defRPr sz="400"/>
            </a:lvl1pPr>
          </a:lstStyle>
          <a:p>
            <a:pPr lvl="8"/>
            <a:r>
              <a:rPr lang="en-GB"/>
              <a:t> </a:t>
            </a:r>
          </a:p>
        </p:txBody>
      </p:sp>
      <p:sp>
        <p:nvSpPr>
          <p:cNvPr id="17" name="Text Placeholder 14">
            <a:extLst>
              <a:ext uri="{FF2B5EF4-FFF2-40B4-BE49-F238E27FC236}">
                <a16:creationId xmlns:a16="http://schemas.microsoft.com/office/drawing/2014/main" id="{BBE84450-4088-E9E0-0359-34BD23A3925E}"/>
              </a:ext>
            </a:extLst>
          </p:cNvPr>
          <p:cNvSpPr>
            <a:spLocks noGrp="1"/>
          </p:cNvSpPr>
          <p:nvPr>
            <p:ph type="body" sz="quarter" idx="69"/>
          </p:nvPr>
        </p:nvSpPr>
        <p:spPr>
          <a:xfrm>
            <a:off x="8124824" y="2518410"/>
            <a:ext cx="3775075" cy="14986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
        <p:nvSpPr>
          <p:cNvPr id="18" name="Picture Placeholder 91">
            <a:extLst>
              <a:ext uri="{FF2B5EF4-FFF2-40B4-BE49-F238E27FC236}">
                <a16:creationId xmlns:a16="http://schemas.microsoft.com/office/drawing/2014/main" id="{62C4BF17-AF9C-A4E5-F1BF-718B90E42E20}"/>
              </a:ext>
            </a:extLst>
          </p:cNvPr>
          <p:cNvSpPr>
            <a:spLocks noGrp="1"/>
          </p:cNvSpPr>
          <p:nvPr>
            <p:ph type="pic" sz="quarter" idx="70" hasCustomPrompt="1"/>
          </p:nvPr>
        </p:nvSpPr>
        <p:spPr>
          <a:xfrm>
            <a:off x="3225799" y="4286469"/>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bg1"/>
            </a:solidFill>
          </a:ln>
        </p:spPr>
        <p:txBody>
          <a:bodyPr wrap="square">
            <a:noAutofit/>
          </a:bodyPr>
          <a:lstStyle>
            <a:lvl1pPr>
              <a:defRPr sz="400"/>
            </a:lvl1pPr>
          </a:lstStyle>
          <a:p>
            <a:pPr lvl="8"/>
            <a:r>
              <a:rPr lang="en-GB"/>
              <a:t> </a:t>
            </a:r>
          </a:p>
        </p:txBody>
      </p:sp>
      <p:sp>
        <p:nvSpPr>
          <p:cNvPr id="22" name="Text Placeholder 14">
            <a:extLst>
              <a:ext uri="{FF2B5EF4-FFF2-40B4-BE49-F238E27FC236}">
                <a16:creationId xmlns:a16="http://schemas.microsoft.com/office/drawing/2014/main" id="{F33A7DDF-B16D-DE86-59A6-3E4EE10AF950}"/>
              </a:ext>
            </a:extLst>
          </p:cNvPr>
          <p:cNvSpPr>
            <a:spLocks noGrp="1"/>
          </p:cNvSpPr>
          <p:nvPr>
            <p:ph type="body" sz="quarter" idx="72"/>
          </p:nvPr>
        </p:nvSpPr>
        <p:spPr>
          <a:xfrm>
            <a:off x="8124824" y="4522482"/>
            <a:ext cx="3775075" cy="14986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
        <p:nvSpPr>
          <p:cNvPr id="23" name="Picture Placeholder 91">
            <a:extLst>
              <a:ext uri="{FF2B5EF4-FFF2-40B4-BE49-F238E27FC236}">
                <a16:creationId xmlns:a16="http://schemas.microsoft.com/office/drawing/2014/main" id="{485FA38D-16CA-1001-19BE-594DCF6B57AA}"/>
              </a:ext>
            </a:extLst>
          </p:cNvPr>
          <p:cNvSpPr>
            <a:spLocks noGrp="1"/>
          </p:cNvSpPr>
          <p:nvPr>
            <p:ph type="pic" sz="quarter" idx="73" hasCustomPrompt="1"/>
          </p:nvPr>
        </p:nvSpPr>
        <p:spPr>
          <a:xfrm>
            <a:off x="3225799" y="6287989"/>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bg1"/>
            </a:solidFill>
          </a:ln>
        </p:spPr>
        <p:txBody>
          <a:bodyPr wrap="square">
            <a:noAutofit/>
          </a:bodyPr>
          <a:lstStyle>
            <a:lvl1pPr>
              <a:defRPr sz="400"/>
            </a:lvl1pPr>
          </a:lstStyle>
          <a:p>
            <a:pPr lvl="8"/>
            <a:r>
              <a:rPr lang="en-GB"/>
              <a:t> </a:t>
            </a:r>
          </a:p>
        </p:txBody>
      </p:sp>
      <p:sp>
        <p:nvSpPr>
          <p:cNvPr id="27" name="Text Placeholder 26">
            <a:extLst>
              <a:ext uri="{FF2B5EF4-FFF2-40B4-BE49-F238E27FC236}">
                <a16:creationId xmlns:a16="http://schemas.microsoft.com/office/drawing/2014/main" id="{8A5E5282-C048-99E1-5F1B-6B9961066184}"/>
              </a:ext>
            </a:extLst>
          </p:cNvPr>
          <p:cNvSpPr>
            <a:spLocks noGrp="1"/>
          </p:cNvSpPr>
          <p:nvPr>
            <p:ph type="body" sz="quarter" idx="74" hasCustomPrompt="1"/>
          </p:nvPr>
        </p:nvSpPr>
        <p:spPr>
          <a:xfrm>
            <a:off x="3225800" y="111125"/>
            <a:ext cx="3776663" cy="1789113"/>
          </a:xfrm>
        </p:spPr>
        <p:txBody>
          <a:bodyPr/>
          <a:lstStyle>
            <a:lvl1pPr>
              <a:defRPr sz="11000">
                <a:solidFill>
                  <a:schemeClr val="bg1"/>
                </a:solidFill>
                <a:latin typeface="+mj-lt"/>
              </a:defRPr>
            </a:lvl1pPr>
          </a:lstStyle>
          <a:p>
            <a:pPr lvl="0"/>
            <a:r>
              <a:rPr lang="en-GB"/>
              <a:t>00</a:t>
            </a:r>
          </a:p>
        </p:txBody>
      </p:sp>
      <p:sp>
        <p:nvSpPr>
          <p:cNvPr id="28" name="Text Placeholder 26">
            <a:extLst>
              <a:ext uri="{FF2B5EF4-FFF2-40B4-BE49-F238E27FC236}">
                <a16:creationId xmlns:a16="http://schemas.microsoft.com/office/drawing/2014/main" id="{CBBE869E-D65F-3F80-8F9D-6DF327B97D4B}"/>
              </a:ext>
            </a:extLst>
          </p:cNvPr>
          <p:cNvSpPr>
            <a:spLocks noGrp="1"/>
          </p:cNvSpPr>
          <p:nvPr>
            <p:ph type="body" sz="quarter" idx="75" hasCustomPrompt="1"/>
          </p:nvPr>
        </p:nvSpPr>
        <p:spPr>
          <a:xfrm>
            <a:off x="3225800" y="2102616"/>
            <a:ext cx="3776663" cy="1789113"/>
          </a:xfrm>
        </p:spPr>
        <p:txBody>
          <a:bodyPr/>
          <a:lstStyle>
            <a:lvl1pPr>
              <a:defRPr sz="11000">
                <a:solidFill>
                  <a:schemeClr val="bg1"/>
                </a:solidFill>
                <a:latin typeface="+mj-lt"/>
              </a:defRPr>
            </a:lvl1pPr>
          </a:lstStyle>
          <a:p>
            <a:pPr lvl="0"/>
            <a:r>
              <a:rPr lang="en-GB"/>
              <a:t>00</a:t>
            </a:r>
          </a:p>
        </p:txBody>
      </p:sp>
      <p:sp>
        <p:nvSpPr>
          <p:cNvPr id="29" name="Text Placeholder 26">
            <a:extLst>
              <a:ext uri="{FF2B5EF4-FFF2-40B4-BE49-F238E27FC236}">
                <a16:creationId xmlns:a16="http://schemas.microsoft.com/office/drawing/2014/main" id="{BAA28741-F83E-3E15-A9FB-99668766D898}"/>
              </a:ext>
            </a:extLst>
          </p:cNvPr>
          <p:cNvSpPr>
            <a:spLocks noGrp="1"/>
          </p:cNvSpPr>
          <p:nvPr>
            <p:ph type="body" sz="quarter" idx="76" hasCustomPrompt="1"/>
          </p:nvPr>
        </p:nvSpPr>
        <p:spPr>
          <a:xfrm>
            <a:off x="3225800" y="4106128"/>
            <a:ext cx="3776663" cy="1789113"/>
          </a:xfrm>
        </p:spPr>
        <p:txBody>
          <a:bodyPr/>
          <a:lstStyle>
            <a:lvl1pPr>
              <a:defRPr sz="11000">
                <a:solidFill>
                  <a:schemeClr val="bg1"/>
                </a:solidFill>
                <a:latin typeface="+mj-lt"/>
              </a:defRPr>
            </a:lvl1pPr>
          </a:lstStyle>
          <a:p>
            <a:pPr lvl="0"/>
            <a:r>
              <a:rPr lang="en-GB"/>
              <a:t>00</a:t>
            </a:r>
          </a:p>
        </p:txBody>
      </p:sp>
      <p:sp>
        <p:nvSpPr>
          <p:cNvPr id="6" name="Footer Placeholder 4">
            <a:extLst>
              <a:ext uri="{FF2B5EF4-FFF2-40B4-BE49-F238E27FC236}">
                <a16:creationId xmlns:a16="http://schemas.microsoft.com/office/drawing/2014/main" id="{043DFA16-4809-A367-8DA1-8599EDC67F50}"/>
              </a:ext>
            </a:extLst>
          </p:cNvPr>
          <p:cNvSpPr>
            <a:spLocks noGrp="1"/>
          </p:cNvSpPr>
          <p:nvPr>
            <p:ph type="ftr" sz="quarter" idx="3"/>
          </p:nvPr>
        </p:nvSpPr>
        <p:spPr>
          <a:xfrm>
            <a:off x="288259" y="5966467"/>
            <a:ext cx="279466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bg1"/>
                </a:solidFill>
                <a:latin typeface="+mn-lt"/>
              </a:defRPr>
            </a:lvl1pPr>
          </a:lstStyle>
          <a:p>
            <a:pPr>
              <a:spcBef>
                <a:spcPts val="0"/>
              </a:spcBef>
              <a:spcAft>
                <a:spcPts val="300"/>
              </a:spcAft>
            </a:pPr>
            <a:endParaRPr lang="en-US"/>
          </a:p>
        </p:txBody>
      </p:sp>
      <p:sp>
        <p:nvSpPr>
          <p:cNvPr id="9" name="Slide Number Placeholder 5">
            <a:extLst>
              <a:ext uri="{FF2B5EF4-FFF2-40B4-BE49-F238E27FC236}">
                <a16:creationId xmlns:a16="http://schemas.microsoft.com/office/drawing/2014/main" id="{86936151-D7F8-B71B-9026-F0DA36E3D848}"/>
              </a:ext>
            </a:extLst>
          </p:cNvPr>
          <p:cNvSpPr>
            <a:spLocks noGrp="1"/>
          </p:cNvSpPr>
          <p:nvPr>
            <p:ph type="sldNum" sz="quarter" idx="4"/>
          </p:nvPr>
        </p:nvSpPr>
        <p:spPr>
          <a:xfrm>
            <a:off x="11581942" y="6422967"/>
            <a:ext cx="320674" cy="153463"/>
          </a:xfrm>
          <a:prstGeom prst="rect">
            <a:avLst/>
          </a:prstGeom>
        </p:spPr>
        <p:txBody>
          <a:bodyPr vert="horz" lIns="0" tIns="0" rIns="0" bIns="0" rtlCol="0" anchor="ctr"/>
          <a:lstStyle>
            <a:lvl1pPr algn="r">
              <a:lnSpc>
                <a:spcPct val="110000"/>
              </a:lnSpc>
              <a:spcBef>
                <a:spcPts val="600"/>
              </a:spcBef>
              <a:spcAft>
                <a:spcPts val="600"/>
              </a:spcAft>
              <a:defRPr sz="900" b="0" i="0">
                <a:solidFill>
                  <a:schemeClr val="bg1"/>
                </a:solidFill>
                <a:latin typeface="+mn-lt"/>
              </a:defRPr>
            </a:lvl1pPr>
          </a:lstStyle>
          <a:p>
            <a:fld id="{AEC8D767-5246-2244-A4A3-B8AFB218393C}" type="slidenum">
              <a:rPr lang="en-GB" smtClean="0"/>
              <a:pPr/>
              <a:t>‹#›</a:t>
            </a:fld>
            <a:endParaRPr lang="en-GB"/>
          </a:p>
        </p:txBody>
      </p:sp>
      <p:sp>
        <p:nvSpPr>
          <p:cNvPr id="3" name="Graphic 8">
            <a:extLst>
              <a:ext uri="{FF2B5EF4-FFF2-40B4-BE49-F238E27FC236}">
                <a16:creationId xmlns:a16="http://schemas.microsoft.com/office/drawing/2014/main" id="{227FDDD5-974C-D4AB-B037-0072522C97B3}"/>
              </a:ext>
            </a:extLst>
          </p:cNvPr>
          <p:cNvSpPr>
            <a:spLocks noChangeAspect="1"/>
          </p:cNvSpPr>
          <p:nvPr userDrawn="1"/>
        </p:nvSpPr>
        <p:spPr>
          <a:xfrm>
            <a:off x="288304" y="6417655"/>
            <a:ext cx="1159200" cy="144618"/>
          </a:xfrm>
          <a:custGeom>
            <a:avLst/>
            <a:gdLst>
              <a:gd name="connsiteX0" fmla="*/ 5490245 w 10740954"/>
              <a:gd name="connsiteY0" fmla="*/ 754143 h 1339999"/>
              <a:gd name="connsiteX1" fmla="*/ 5740115 w 10740954"/>
              <a:gd name="connsiteY1" fmla="*/ 501451 h 1339999"/>
              <a:gd name="connsiteX2" fmla="*/ 5964018 w 10740954"/>
              <a:gd name="connsiteY2" fmla="*/ 754143 h 1339999"/>
              <a:gd name="connsiteX3" fmla="*/ 5490245 w 10740954"/>
              <a:gd name="connsiteY3" fmla="*/ 754143 h 1339999"/>
              <a:gd name="connsiteX4" fmla="*/ 5739850 w 10740954"/>
              <a:gd name="connsiteY4" fmla="*/ 377202 h 1339999"/>
              <a:gd name="connsiteX5" fmla="*/ 5325432 w 10740954"/>
              <a:gd name="connsiteY5" fmla="*/ 860567 h 1339999"/>
              <a:gd name="connsiteX6" fmla="*/ 5739850 w 10740954"/>
              <a:gd name="connsiteY6" fmla="*/ 1329252 h 1339999"/>
              <a:gd name="connsiteX7" fmla="*/ 6117437 w 10740954"/>
              <a:gd name="connsiteY7" fmla="*/ 1030950 h 1339999"/>
              <a:gd name="connsiteX8" fmla="*/ 5976736 w 10740954"/>
              <a:gd name="connsiteY8" fmla="*/ 994252 h 1339999"/>
              <a:gd name="connsiteX9" fmla="*/ 5754689 w 10740954"/>
              <a:gd name="connsiteY9" fmla="*/ 1201071 h 1339999"/>
              <a:gd name="connsiteX10" fmla="*/ 5484416 w 10740954"/>
              <a:gd name="connsiteY10" fmla="*/ 862402 h 1339999"/>
              <a:gd name="connsiteX11" fmla="*/ 6119027 w 10740954"/>
              <a:gd name="connsiteY11" fmla="*/ 862402 h 1339999"/>
              <a:gd name="connsiteX12" fmla="*/ 6119027 w 10740954"/>
              <a:gd name="connsiteY12" fmla="*/ 811025 h 1339999"/>
              <a:gd name="connsiteX13" fmla="*/ 5739850 w 10740954"/>
              <a:gd name="connsiteY13" fmla="*/ 377202 h 1339999"/>
              <a:gd name="connsiteX14" fmla="*/ 8274584 w 10740954"/>
              <a:gd name="connsiteY14" fmla="*/ 754143 h 1339999"/>
              <a:gd name="connsiteX15" fmla="*/ 8524454 w 10740954"/>
              <a:gd name="connsiteY15" fmla="*/ 501451 h 1339999"/>
              <a:gd name="connsiteX16" fmla="*/ 8748356 w 10740954"/>
              <a:gd name="connsiteY16" fmla="*/ 754143 h 1339999"/>
              <a:gd name="connsiteX17" fmla="*/ 8274584 w 10740954"/>
              <a:gd name="connsiteY17" fmla="*/ 754143 h 1339999"/>
              <a:gd name="connsiteX18" fmla="*/ 8524454 w 10740954"/>
              <a:gd name="connsiteY18" fmla="*/ 377202 h 1339999"/>
              <a:gd name="connsiteX19" fmla="*/ 8110035 w 10740954"/>
              <a:gd name="connsiteY19" fmla="*/ 860567 h 1339999"/>
              <a:gd name="connsiteX20" fmla="*/ 8524454 w 10740954"/>
              <a:gd name="connsiteY20" fmla="*/ 1329252 h 1339999"/>
              <a:gd name="connsiteX21" fmla="*/ 8902041 w 10740954"/>
              <a:gd name="connsiteY21" fmla="*/ 1030950 h 1339999"/>
              <a:gd name="connsiteX22" fmla="*/ 8761340 w 10740954"/>
              <a:gd name="connsiteY22" fmla="*/ 994252 h 1339999"/>
              <a:gd name="connsiteX23" fmla="*/ 8539292 w 10740954"/>
              <a:gd name="connsiteY23" fmla="*/ 1201071 h 1339999"/>
              <a:gd name="connsiteX24" fmla="*/ 8269019 w 10740954"/>
              <a:gd name="connsiteY24" fmla="*/ 862402 h 1339999"/>
              <a:gd name="connsiteX25" fmla="*/ 8903630 w 10740954"/>
              <a:gd name="connsiteY25" fmla="*/ 862402 h 1339999"/>
              <a:gd name="connsiteX26" fmla="*/ 8903630 w 10740954"/>
              <a:gd name="connsiteY26" fmla="*/ 811025 h 1339999"/>
              <a:gd name="connsiteX27" fmla="*/ 8524454 w 10740954"/>
              <a:gd name="connsiteY27" fmla="*/ 377202 h 1339999"/>
              <a:gd name="connsiteX28" fmla="*/ 9484716 w 10740954"/>
              <a:gd name="connsiteY28" fmla="*/ 377202 h 1339999"/>
              <a:gd name="connsiteX29" fmla="*/ 9059169 w 10740954"/>
              <a:gd name="connsiteY29" fmla="*/ 862402 h 1339999"/>
              <a:gd name="connsiteX30" fmla="*/ 9477297 w 10740954"/>
              <a:gd name="connsiteY30" fmla="*/ 1329252 h 1339999"/>
              <a:gd name="connsiteX31" fmla="*/ 9856739 w 10740954"/>
              <a:gd name="connsiteY31" fmla="*/ 1003427 h 1339999"/>
              <a:gd name="connsiteX32" fmla="*/ 9710473 w 10740954"/>
              <a:gd name="connsiteY32" fmla="*/ 968564 h 1339999"/>
              <a:gd name="connsiteX33" fmla="*/ 9488426 w 10740954"/>
              <a:gd name="connsiteY33" fmla="*/ 1199236 h 1339999"/>
              <a:gd name="connsiteX34" fmla="*/ 9220008 w 10740954"/>
              <a:gd name="connsiteY34" fmla="*/ 851392 h 1339999"/>
              <a:gd name="connsiteX35" fmla="*/ 9481006 w 10740954"/>
              <a:gd name="connsiteY35" fmla="*/ 507218 h 1339999"/>
              <a:gd name="connsiteX36" fmla="*/ 9710473 w 10740954"/>
              <a:gd name="connsiteY36" fmla="*/ 726881 h 1339999"/>
              <a:gd name="connsiteX37" fmla="*/ 9856739 w 10740954"/>
              <a:gd name="connsiteY37" fmla="*/ 692018 h 1339999"/>
              <a:gd name="connsiteX38" fmla="*/ 9484716 w 10740954"/>
              <a:gd name="connsiteY38" fmla="*/ 377202 h 1339999"/>
              <a:gd name="connsiteX39" fmla="*/ 5112923 w 10740954"/>
              <a:gd name="connsiteY39" fmla="*/ 29358 h 1339999"/>
              <a:gd name="connsiteX40" fmla="*/ 4868618 w 10740954"/>
              <a:gd name="connsiteY40" fmla="*/ 29358 h 1339999"/>
              <a:gd name="connsiteX41" fmla="*/ 4485467 w 10740954"/>
              <a:gd name="connsiteY41" fmla="*/ 1061881 h 1339999"/>
              <a:gd name="connsiteX42" fmla="*/ 4100726 w 10740954"/>
              <a:gd name="connsiteY42" fmla="*/ 29358 h 1339999"/>
              <a:gd name="connsiteX43" fmla="*/ 3845291 w 10740954"/>
              <a:gd name="connsiteY43" fmla="*/ 29358 h 1339999"/>
              <a:gd name="connsiteX44" fmla="*/ 3845291 w 10740954"/>
              <a:gd name="connsiteY44" fmla="*/ 1310641 h 1339999"/>
              <a:gd name="connsiteX45" fmla="*/ 4006130 w 10740954"/>
              <a:gd name="connsiteY45" fmla="*/ 1310641 h 1339999"/>
              <a:gd name="connsiteX46" fmla="*/ 4006130 w 10740954"/>
              <a:gd name="connsiteY46" fmla="*/ 206819 h 1339999"/>
              <a:gd name="connsiteX47" fmla="*/ 4418694 w 10740954"/>
              <a:gd name="connsiteY47" fmla="*/ 1310641 h 1339999"/>
              <a:gd name="connsiteX48" fmla="*/ 4542701 w 10740954"/>
              <a:gd name="connsiteY48" fmla="*/ 1310641 h 1339999"/>
              <a:gd name="connsiteX49" fmla="*/ 4951820 w 10740954"/>
              <a:gd name="connsiteY49" fmla="*/ 204984 h 1339999"/>
              <a:gd name="connsiteX50" fmla="*/ 4951820 w 10740954"/>
              <a:gd name="connsiteY50" fmla="*/ 1310641 h 1339999"/>
              <a:gd name="connsiteX51" fmla="*/ 5112923 w 10740954"/>
              <a:gd name="connsiteY51" fmla="*/ 1310641 h 1339999"/>
              <a:gd name="connsiteX52" fmla="*/ 5112923 w 10740954"/>
              <a:gd name="connsiteY52" fmla="*/ 29358 h 1339999"/>
              <a:gd name="connsiteX53" fmla="*/ 6688984 w 10740954"/>
              <a:gd name="connsiteY53" fmla="*/ 1198974 h 1339999"/>
              <a:gd name="connsiteX54" fmla="*/ 6435405 w 10740954"/>
              <a:gd name="connsiteY54" fmla="*/ 852965 h 1339999"/>
              <a:gd name="connsiteX55" fmla="*/ 6688984 w 10740954"/>
              <a:gd name="connsiteY55" fmla="*/ 506956 h 1339999"/>
              <a:gd name="connsiteX56" fmla="*/ 6942564 w 10740954"/>
              <a:gd name="connsiteY56" fmla="*/ 852965 h 1339999"/>
              <a:gd name="connsiteX57" fmla="*/ 6688984 w 10740954"/>
              <a:gd name="connsiteY57" fmla="*/ 1198974 h 1339999"/>
              <a:gd name="connsiteX58" fmla="*/ 7092538 w 10740954"/>
              <a:gd name="connsiteY58" fmla="*/ 29358 h 1339999"/>
              <a:gd name="connsiteX59" fmla="*/ 6938854 w 10740954"/>
              <a:gd name="connsiteY59" fmla="*/ 29358 h 1339999"/>
              <a:gd name="connsiteX60" fmla="*/ 6938854 w 10740954"/>
              <a:gd name="connsiteY60" fmla="*/ 571177 h 1339999"/>
              <a:gd name="connsiteX61" fmla="*/ 6663017 w 10740954"/>
              <a:gd name="connsiteY61" fmla="*/ 377202 h 1339999"/>
              <a:gd name="connsiteX62" fmla="*/ 6274301 w 10740954"/>
              <a:gd name="connsiteY62" fmla="*/ 858732 h 1339999"/>
              <a:gd name="connsiteX63" fmla="*/ 6650033 w 10740954"/>
              <a:gd name="connsiteY63" fmla="*/ 1329252 h 1339999"/>
              <a:gd name="connsiteX64" fmla="*/ 6938854 w 10740954"/>
              <a:gd name="connsiteY64" fmla="*/ 1126103 h 1339999"/>
              <a:gd name="connsiteX65" fmla="*/ 6938854 w 10740954"/>
              <a:gd name="connsiteY65" fmla="*/ 1195567 h 1339999"/>
              <a:gd name="connsiteX66" fmla="*/ 6948128 w 10740954"/>
              <a:gd name="connsiteY66" fmla="*/ 1310903 h 1339999"/>
              <a:gd name="connsiteX67" fmla="*/ 7103667 w 10740954"/>
              <a:gd name="connsiteY67" fmla="*/ 1310903 h 1339999"/>
              <a:gd name="connsiteX68" fmla="*/ 7092538 w 10740954"/>
              <a:gd name="connsiteY68" fmla="*/ 1120598 h 1339999"/>
              <a:gd name="connsiteX69" fmla="*/ 7092538 w 10740954"/>
              <a:gd name="connsiteY69" fmla="*/ 29358 h 1339999"/>
              <a:gd name="connsiteX70" fmla="*/ 8258155 w 10740954"/>
              <a:gd name="connsiteY70" fmla="*/ 29358 h 1339999"/>
              <a:gd name="connsiteX71" fmla="*/ 7258942 w 10740954"/>
              <a:gd name="connsiteY71" fmla="*/ 29358 h 1339999"/>
              <a:gd name="connsiteX72" fmla="*/ 7258942 w 10740954"/>
              <a:gd name="connsiteY72" fmla="*/ 163044 h 1339999"/>
              <a:gd name="connsiteX73" fmla="*/ 7678924 w 10740954"/>
              <a:gd name="connsiteY73" fmla="*/ 163044 h 1339999"/>
              <a:gd name="connsiteX74" fmla="*/ 7678924 w 10740954"/>
              <a:gd name="connsiteY74" fmla="*/ 1310903 h 1339999"/>
              <a:gd name="connsiteX75" fmla="*/ 7840028 w 10740954"/>
              <a:gd name="connsiteY75" fmla="*/ 1310903 h 1339999"/>
              <a:gd name="connsiteX76" fmla="*/ 7840028 w 10740954"/>
              <a:gd name="connsiteY76" fmla="*/ 163044 h 1339999"/>
              <a:gd name="connsiteX77" fmla="*/ 8258155 w 10740954"/>
              <a:gd name="connsiteY77" fmla="*/ 163044 h 1339999"/>
              <a:gd name="connsiteX78" fmla="*/ 8258155 w 10740954"/>
              <a:gd name="connsiteY78" fmla="*/ 29358 h 1339999"/>
              <a:gd name="connsiteX79" fmla="*/ 10185835 w 10740954"/>
              <a:gd name="connsiteY79" fmla="*/ 29358 h 1339999"/>
              <a:gd name="connsiteX80" fmla="*/ 10032151 w 10740954"/>
              <a:gd name="connsiteY80" fmla="*/ 29358 h 1339999"/>
              <a:gd name="connsiteX81" fmla="*/ 10032151 w 10740954"/>
              <a:gd name="connsiteY81" fmla="*/ 1310641 h 1339999"/>
              <a:gd name="connsiteX82" fmla="*/ 10185835 w 10740954"/>
              <a:gd name="connsiteY82" fmla="*/ 1310641 h 1339999"/>
              <a:gd name="connsiteX83" fmla="*/ 10185835 w 10740954"/>
              <a:gd name="connsiteY83" fmla="*/ 708532 h 1339999"/>
              <a:gd name="connsiteX84" fmla="*/ 10387480 w 10740954"/>
              <a:gd name="connsiteY84" fmla="*/ 494374 h 1339999"/>
              <a:gd name="connsiteX85" fmla="*/ 10587270 w 10740954"/>
              <a:gd name="connsiteY85" fmla="*/ 708532 h 1339999"/>
              <a:gd name="connsiteX86" fmla="*/ 10587270 w 10740954"/>
              <a:gd name="connsiteY86" fmla="*/ 1310903 h 1339999"/>
              <a:gd name="connsiteX87" fmla="*/ 10740955 w 10740954"/>
              <a:gd name="connsiteY87" fmla="*/ 1310903 h 1339999"/>
              <a:gd name="connsiteX88" fmla="*/ 10740955 w 10740954"/>
              <a:gd name="connsiteY88" fmla="*/ 677339 h 1339999"/>
              <a:gd name="connsiteX89" fmla="*/ 10443125 w 10740954"/>
              <a:gd name="connsiteY89" fmla="*/ 377202 h 1339999"/>
              <a:gd name="connsiteX90" fmla="*/ 10185835 w 10740954"/>
              <a:gd name="connsiteY90" fmla="*/ 536576 h 1339999"/>
              <a:gd name="connsiteX91" fmla="*/ 10185835 w 10740954"/>
              <a:gd name="connsiteY91" fmla="*/ 29358 h 1339999"/>
              <a:gd name="connsiteX92" fmla="*/ 2759431 w 10740954"/>
              <a:gd name="connsiteY92" fmla="*/ 1339999 h 1339999"/>
              <a:gd name="connsiteX93" fmla="*/ 3188688 w 10740954"/>
              <a:gd name="connsiteY93" fmla="*/ 917186 h 1339999"/>
              <a:gd name="connsiteX94" fmla="*/ 3188688 w 10740954"/>
              <a:gd name="connsiteY94" fmla="*/ 29358 h 1339999"/>
              <a:gd name="connsiteX95" fmla="*/ 2959221 w 10740954"/>
              <a:gd name="connsiteY95" fmla="*/ 29358 h 1339999"/>
              <a:gd name="connsiteX96" fmla="*/ 2959221 w 10740954"/>
              <a:gd name="connsiteY96" fmla="*/ 975903 h 1339999"/>
              <a:gd name="connsiteX97" fmla="*/ 2759431 w 10740954"/>
              <a:gd name="connsiteY97" fmla="*/ 1221255 h 1339999"/>
              <a:gd name="connsiteX98" fmla="*/ 2559641 w 10740954"/>
              <a:gd name="connsiteY98" fmla="*/ 957554 h 1339999"/>
              <a:gd name="connsiteX99" fmla="*/ 2559641 w 10740954"/>
              <a:gd name="connsiteY99" fmla="*/ 781928 h 1339999"/>
              <a:gd name="connsiteX100" fmla="*/ 2330175 w 10740954"/>
              <a:gd name="connsiteY100" fmla="*/ 838548 h 1339999"/>
              <a:gd name="connsiteX101" fmla="*/ 2330175 w 10740954"/>
              <a:gd name="connsiteY101" fmla="*/ 917186 h 1339999"/>
              <a:gd name="connsiteX102" fmla="*/ 2759431 w 10740954"/>
              <a:gd name="connsiteY102" fmla="*/ 1339999 h 1339999"/>
              <a:gd name="connsiteX103" fmla="*/ 1537905 w 10740954"/>
              <a:gd name="connsiteY103" fmla="*/ 1206314 h 1339999"/>
              <a:gd name="connsiteX104" fmla="*/ 1251204 w 10740954"/>
              <a:gd name="connsiteY104" fmla="*/ 911682 h 1339999"/>
              <a:gd name="connsiteX105" fmla="*/ 1364082 w 10740954"/>
              <a:gd name="connsiteY105" fmla="*/ 679174 h 1339999"/>
              <a:gd name="connsiteX106" fmla="*/ 1782210 w 10740954"/>
              <a:gd name="connsiteY106" fmla="*/ 1131345 h 1339999"/>
              <a:gd name="connsiteX107" fmla="*/ 1537905 w 10740954"/>
              <a:gd name="connsiteY107" fmla="*/ 1206314 h 1339999"/>
              <a:gd name="connsiteX108" fmla="*/ 1761807 w 10740954"/>
              <a:gd name="connsiteY108" fmla="*/ 550993 h 1339999"/>
              <a:gd name="connsiteX109" fmla="*/ 2004258 w 10740954"/>
              <a:gd name="connsiteY109" fmla="*/ 785336 h 1339999"/>
              <a:gd name="connsiteX110" fmla="*/ 1945168 w 10740954"/>
              <a:gd name="connsiteY110" fmla="*/ 981146 h 1339999"/>
              <a:gd name="connsiteX111" fmla="*/ 1582420 w 10740954"/>
              <a:gd name="connsiteY111" fmla="*/ 585856 h 1339999"/>
              <a:gd name="connsiteX112" fmla="*/ 1761807 w 10740954"/>
              <a:gd name="connsiteY112" fmla="*/ 550993 h 1339999"/>
              <a:gd name="connsiteX113" fmla="*/ 1537905 w 10740954"/>
              <a:gd name="connsiteY113" fmla="*/ 96987 h 1339999"/>
              <a:gd name="connsiteX114" fmla="*/ 1711727 w 10740954"/>
              <a:gd name="connsiteY114" fmla="*/ 272613 h 1339999"/>
              <a:gd name="connsiteX115" fmla="*/ 1532340 w 10740954"/>
              <a:gd name="connsiteY115" fmla="*/ 532644 h 1339999"/>
              <a:gd name="connsiteX116" fmla="*/ 1452848 w 10740954"/>
              <a:gd name="connsiteY116" fmla="*/ 444831 h 1339999"/>
              <a:gd name="connsiteX117" fmla="*/ 1362227 w 10740954"/>
              <a:gd name="connsiteY117" fmla="*/ 263701 h 1339999"/>
              <a:gd name="connsiteX118" fmla="*/ 1537905 w 10740954"/>
              <a:gd name="connsiteY118" fmla="*/ 96987 h 1339999"/>
              <a:gd name="connsiteX119" fmla="*/ 2002403 w 10740954"/>
              <a:gd name="connsiteY119" fmla="*/ 1043532 h 1339999"/>
              <a:gd name="connsiteX120" fmla="*/ 2159797 w 10740954"/>
              <a:gd name="connsiteY120" fmla="*/ 686514 h 1339999"/>
              <a:gd name="connsiteX121" fmla="*/ 1917346 w 10740954"/>
              <a:gd name="connsiteY121" fmla="*/ 454006 h 1339999"/>
              <a:gd name="connsiteX122" fmla="*/ 1695299 w 10740954"/>
              <a:gd name="connsiteY122" fmla="*/ 498044 h 1339999"/>
              <a:gd name="connsiteX123" fmla="*/ 1691589 w 10740954"/>
              <a:gd name="connsiteY123" fmla="*/ 490704 h 1339999"/>
              <a:gd name="connsiteX124" fmla="*/ 1891379 w 10740954"/>
              <a:gd name="connsiteY124" fmla="*/ 249022 h 1339999"/>
              <a:gd name="connsiteX125" fmla="*/ 1543469 w 10740954"/>
              <a:gd name="connsiteY125" fmla="*/ 0 h 1339999"/>
              <a:gd name="connsiteX126" fmla="*/ 1162173 w 10740954"/>
              <a:gd name="connsiteY126" fmla="*/ 316651 h 1339999"/>
              <a:gd name="connsiteX127" fmla="*/ 1310293 w 10740954"/>
              <a:gd name="connsiteY127" fmla="*/ 622292 h 1339999"/>
              <a:gd name="connsiteX128" fmla="*/ 1312147 w 10740954"/>
              <a:gd name="connsiteY128" fmla="*/ 625962 h 1339999"/>
              <a:gd name="connsiteX129" fmla="*/ 1047439 w 10740954"/>
              <a:gd name="connsiteY129" fmla="*/ 993990 h 1339999"/>
              <a:gd name="connsiteX130" fmla="*/ 1419462 w 10740954"/>
              <a:gd name="connsiteY130" fmla="*/ 1339999 h 1339999"/>
              <a:gd name="connsiteX131" fmla="*/ 1837589 w 10740954"/>
              <a:gd name="connsiteY131" fmla="*/ 1191635 h 1339999"/>
              <a:gd name="connsiteX132" fmla="*/ 1948613 w 10740954"/>
              <a:gd name="connsiteY132" fmla="*/ 1310641 h 1339999"/>
              <a:gd name="connsiteX133" fmla="*/ 2239024 w 10740954"/>
              <a:gd name="connsiteY133" fmla="*/ 1310641 h 1339999"/>
              <a:gd name="connsiteX134" fmla="*/ 2239024 w 10740954"/>
              <a:gd name="connsiteY134" fmla="*/ 1301466 h 1339999"/>
              <a:gd name="connsiteX135" fmla="*/ 2002403 w 10740954"/>
              <a:gd name="connsiteY135" fmla="*/ 1043532 h 1339999"/>
              <a:gd name="connsiteX136" fmla="*/ 429257 w 10740954"/>
              <a:gd name="connsiteY136" fmla="*/ 1339999 h 1339999"/>
              <a:gd name="connsiteX137" fmla="*/ 858513 w 10740954"/>
              <a:gd name="connsiteY137" fmla="*/ 917186 h 1339999"/>
              <a:gd name="connsiteX138" fmla="*/ 858513 w 10740954"/>
              <a:gd name="connsiteY138" fmla="*/ 29358 h 1339999"/>
              <a:gd name="connsiteX139" fmla="*/ 629046 w 10740954"/>
              <a:gd name="connsiteY139" fmla="*/ 29358 h 1339999"/>
              <a:gd name="connsiteX140" fmla="*/ 629046 w 10740954"/>
              <a:gd name="connsiteY140" fmla="*/ 975903 h 1339999"/>
              <a:gd name="connsiteX141" fmla="*/ 429257 w 10740954"/>
              <a:gd name="connsiteY141" fmla="*/ 1221255 h 1339999"/>
              <a:gd name="connsiteX142" fmla="*/ 229467 w 10740954"/>
              <a:gd name="connsiteY142" fmla="*/ 957554 h 1339999"/>
              <a:gd name="connsiteX143" fmla="*/ 229467 w 10740954"/>
              <a:gd name="connsiteY143" fmla="*/ 781928 h 1339999"/>
              <a:gd name="connsiteX144" fmla="*/ 0 w 10740954"/>
              <a:gd name="connsiteY144" fmla="*/ 838548 h 1339999"/>
              <a:gd name="connsiteX145" fmla="*/ 0 w 10740954"/>
              <a:gd name="connsiteY145" fmla="*/ 917186 h 1339999"/>
              <a:gd name="connsiteX146" fmla="*/ 429257 w 10740954"/>
              <a:gd name="connsiteY146" fmla="*/ 1339999 h 133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0740954" h="1339999">
                <a:moveTo>
                  <a:pt x="5490245" y="754143"/>
                </a:moveTo>
                <a:cubicBezTo>
                  <a:pt x="5510648" y="592934"/>
                  <a:pt x="5593850" y="501451"/>
                  <a:pt x="5740115" y="501451"/>
                </a:cubicBezTo>
                <a:cubicBezTo>
                  <a:pt x="5878961" y="501451"/>
                  <a:pt x="5960308" y="583759"/>
                  <a:pt x="5964018" y="754143"/>
                </a:cubicBezTo>
                <a:lnTo>
                  <a:pt x="5490245" y="754143"/>
                </a:lnTo>
                <a:moveTo>
                  <a:pt x="5739850" y="377202"/>
                </a:moveTo>
                <a:cubicBezTo>
                  <a:pt x="5495545" y="377202"/>
                  <a:pt x="5325432" y="547586"/>
                  <a:pt x="5325432" y="860567"/>
                </a:cubicBezTo>
                <a:cubicBezTo>
                  <a:pt x="5325432" y="1160704"/>
                  <a:pt x="5482826" y="1329252"/>
                  <a:pt x="5739850" y="1329252"/>
                </a:cubicBezTo>
                <a:cubicBezTo>
                  <a:pt x="5950769" y="1329252"/>
                  <a:pt x="6084050" y="1210246"/>
                  <a:pt x="6117437" y="1030950"/>
                </a:cubicBezTo>
                <a:lnTo>
                  <a:pt x="5976736" y="994252"/>
                </a:lnTo>
                <a:cubicBezTo>
                  <a:pt x="5952624" y="1148121"/>
                  <a:pt x="5869422" y="1201071"/>
                  <a:pt x="5754689" y="1201071"/>
                </a:cubicBezTo>
                <a:cubicBezTo>
                  <a:pt x="5571592" y="1201071"/>
                  <a:pt x="5489981" y="1067386"/>
                  <a:pt x="5484416" y="862402"/>
                </a:cubicBezTo>
                <a:lnTo>
                  <a:pt x="6119027" y="862402"/>
                </a:lnTo>
                <a:lnTo>
                  <a:pt x="6119027" y="811025"/>
                </a:lnTo>
                <a:cubicBezTo>
                  <a:pt x="6119292" y="490704"/>
                  <a:pt x="5943615" y="377202"/>
                  <a:pt x="5739850" y="377202"/>
                </a:cubicBezTo>
                <a:moveTo>
                  <a:pt x="8274584" y="754143"/>
                </a:moveTo>
                <a:cubicBezTo>
                  <a:pt x="8294987" y="592934"/>
                  <a:pt x="8378188" y="501451"/>
                  <a:pt x="8524454" y="501451"/>
                </a:cubicBezTo>
                <a:cubicBezTo>
                  <a:pt x="8663299" y="501451"/>
                  <a:pt x="8744646" y="583759"/>
                  <a:pt x="8748356" y="754143"/>
                </a:cubicBezTo>
                <a:lnTo>
                  <a:pt x="8274584" y="754143"/>
                </a:lnTo>
                <a:moveTo>
                  <a:pt x="8524454" y="377202"/>
                </a:moveTo>
                <a:cubicBezTo>
                  <a:pt x="8280149" y="377202"/>
                  <a:pt x="8110035" y="547586"/>
                  <a:pt x="8110035" y="860567"/>
                </a:cubicBezTo>
                <a:cubicBezTo>
                  <a:pt x="8110035" y="1160704"/>
                  <a:pt x="8267430" y="1329252"/>
                  <a:pt x="8524454" y="1329252"/>
                </a:cubicBezTo>
                <a:cubicBezTo>
                  <a:pt x="8735372" y="1329252"/>
                  <a:pt x="8868654" y="1210246"/>
                  <a:pt x="8902041" y="1030950"/>
                </a:cubicBezTo>
                <a:lnTo>
                  <a:pt x="8761340" y="994252"/>
                </a:lnTo>
                <a:cubicBezTo>
                  <a:pt x="8737227" y="1148121"/>
                  <a:pt x="8654025" y="1201071"/>
                  <a:pt x="8539292" y="1201071"/>
                </a:cubicBezTo>
                <a:cubicBezTo>
                  <a:pt x="8356196" y="1201071"/>
                  <a:pt x="8274584" y="1067386"/>
                  <a:pt x="8269019" y="862402"/>
                </a:cubicBezTo>
                <a:lnTo>
                  <a:pt x="8903630" y="862402"/>
                </a:lnTo>
                <a:lnTo>
                  <a:pt x="8903630" y="811025"/>
                </a:lnTo>
                <a:cubicBezTo>
                  <a:pt x="8903895" y="490704"/>
                  <a:pt x="8727953" y="377202"/>
                  <a:pt x="8524454" y="377202"/>
                </a:cubicBezTo>
                <a:moveTo>
                  <a:pt x="9484716" y="377202"/>
                </a:moveTo>
                <a:cubicBezTo>
                  <a:pt x="9231137" y="377202"/>
                  <a:pt x="9059169" y="552828"/>
                  <a:pt x="9059169" y="862402"/>
                </a:cubicBezTo>
                <a:cubicBezTo>
                  <a:pt x="9059169" y="1166208"/>
                  <a:pt x="9227428" y="1329252"/>
                  <a:pt x="9477297" y="1329252"/>
                </a:cubicBezTo>
                <a:cubicBezTo>
                  <a:pt x="9703054" y="1329252"/>
                  <a:pt x="9830771" y="1191897"/>
                  <a:pt x="9856739" y="1003427"/>
                </a:cubicBezTo>
                <a:lnTo>
                  <a:pt x="9710473" y="968564"/>
                </a:lnTo>
                <a:cubicBezTo>
                  <a:pt x="9684506" y="1140520"/>
                  <a:pt x="9610579" y="1199236"/>
                  <a:pt x="9488426" y="1199236"/>
                </a:cubicBezTo>
                <a:cubicBezTo>
                  <a:pt x="9310894" y="1199236"/>
                  <a:pt x="9220008" y="1071056"/>
                  <a:pt x="9220008" y="851392"/>
                </a:cubicBezTo>
                <a:cubicBezTo>
                  <a:pt x="9220008" y="622554"/>
                  <a:pt x="9316193" y="507218"/>
                  <a:pt x="9481006" y="507218"/>
                </a:cubicBezTo>
                <a:cubicBezTo>
                  <a:pt x="9597595" y="507218"/>
                  <a:pt x="9682651" y="564100"/>
                  <a:pt x="9710473" y="726881"/>
                </a:cubicBezTo>
                <a:lnTo>
                  <a:pt x="9856739" y="692018"/>
                </a:lnTo>
                <a:cubicBezTo>
                  <a:pt x="9830771" y="505383"/>
                  <a:pt x="9703054" y="377202"/>
                  <a:pt x="9484716" y="377202"/>
                </a:cubicBezTo>
                <a:moveTo>
                  <a:pt x="5112923" y="29358"/>
                </a:moveTo>
                <a:lnTo>
                  <a:pt x="4868618" y="29358"/>
                </a:lnTo>
                <a:lnTo>
                  <a:pt x="4485467" y="1061881"/>
                </a:lnTo>
                <a:lnTo>
                  <a:pt x="4100726" y="29358"/>
                </a:lnTo>
                <a:lnTo>
                  <a:pt x="3845291" y="29358"/>
                </a:lnTo>
                <a:lnTo>
                  <a:pt x="3845291" y="1310641"/>
                </a:lnTo>
                <a:lnTo>
                  <a:pt x="4006130" y="1310641"/>
                </a:lnTo>
                <a:lnTo>
                  <a:pt x="4006130" y="206819"/>
                </a:lnTo>
                <a:lnTo>
                  <a:pt x="4418694" y="1310641"/>
                </a:lnTo>
                <a:lnTo>
                  <a:pt x="4542701" y="1310641"/>
                </a:lnTo>
                <a:lnTo>
                  <a:pt x="4951820" y="204984"/>
                </a:lnTo>
                <a:lnTo>
                  <a:pt x="4951820" y="1310641"/>
                </a:lnTo>
                <a:lnTo>
                  <a:pt x="5112923" y="1310641"/>
                </a:lnTo>
                <a:lnTo>
                  <a:pt x="5112923" y="29358"/>
                </a:lnTo>
                <a:moveTo>
                  <a:pt x="6688984" y="1198974"/>
                </a:moveTo>
                <a:cubicBezTo>
                  <a:pt x="6537154" y="1198974"/>
                  <a:pt x="6435405" y="1090977"/>
                  <a:pt x="6435405" y="852965"/>
                </a:cubicBezTo>
                <a:cubicBezTo>
                  <a:pt x="6435405" y="613118"/>
                  <a:pt x="6537154" y="506956"/>
                  <a:pt x="6688984" y="506956"/>
                </a:cubicBezTo>
                <a:cubicBezTo>
                  <a:pt x="6840814" y="506956"/>
                  <a:pt x="6942564" y="613118"/>
                  <a:pt x="6942564" y="852965"/>
                </a:cubicBezTo>
                <a:cubicBezTo>
                  <a:pt x="6942564" y="1090977"/>
                  <a:pt x="6840814" y="1198974"/>
                  <a:pt x="6688984" y="1198974"/>
                </a:cubicBezTo>
                <a:moveTo>
                  <a:pt x="7092538" y="29358"/>
                </a:moveTo>
                <a:lnTo>
                  <a:pt x="6938854" y="29358"/>
                </a:lnTo>
                <a:lnTo>
                  <a:pt x="6938854" y="571177"/>
                </a:lnTo>
                <a:cubicBezTo>
                  <a:pt x="6905467" y="470520"/>
                  <a:pt x="6824120" y="377202"/>
                  <a:pt x="6663017" y="377202"/>
                </a:cubicBezTo>
                <a:cubicBezTo>
                  <a:pt x="6455808" y="377202"/>
                  <a:pt x="6274301" y="538411"/>
                  <a:pt x="6274301" y="858732"/>
                </a:cubicBezTo>
                <a:cubicBezTo>
                  <a:pt x="6274301" y="1182722"/>
                  <a:pt x="6455543" y="1329252"/>
                  <a:pt x="6650033" y="1329252"/>
                </a:cubicBezTo>
                <a:cubicBezTo>
                  <a:pt x="6796299" y="1329252"/>
                  <a:pt x="6903612" y="1245109"/>
                  <a:pt x="6938854" y="1126103"/>
                </a:cubicBezTo>
                <a:lnTo>
                  <a:pt x="6938854" y="1195567"/>
                </a:lnTo>
                <a:cubicBezTo>
                  <a:pt x="6938854" y="1237769"/>
                  <a:pt x="6942564" y="1283380"/>
                  <a:pt x="6948128" y="1310903"/>
                </a:cubicBezTo>
                <a:lnTo>
                  <a:pt x="7103667" y="1310903"/>
                </a:lnTo>
                <a:cubicBezTo>
                  <a:pt x="7096248" y="1266865"/>
                  <a:pt x="7092538" y="1202906"/>
                  <a:pt x="7092538" y="1120598"/>
                </a:cubicBezTo>
                <a:lnTo>
                  <a:pt x="7092538" y="29358"/>
                </a:lnTo>
                <a:moveTo>
                  <a:pt x="8258155" y="29358"/>
                </a:moveTo>
                <a:lnTo>
                  <a:pt x="7258942" y="29358"/>
                </a:lnTo>
                <a:lnTo>
                  <a:pt x="7258942" y="163044"/>
                </a:lnTo>
                <a:lnTo>
                  <a:pt x="7678924" y="163044"/>
                </a:lnTo>
                <a:lnTo>
                  <a:pt x="7678924" y="1310903"/>
                </a:lnTo>
                <a:lnTo>
                  <a:pt x="7840028" y="1310903"/>
                </a:lnTo>
                <a:lnTo>
                  <a:pt x="7840028" y="163044"/>
                </a:lnTo>
                <a:lnTo>
                  <a:pt x="8258155" y="163044"/>
                </a:lnTo>
                <a:lnTo>
                  <a:pt x="8258155" y="29358"/>
                </a:lnTo>
                <a:moveTo>
                  <a:pt x="10185835" y="29358"/>
                </a:moveTo>
                <a:lnTo>
                  <a:pt x="10032151" y="29358"/>
                </a:lnTo>
                <a:lnTo>
                  <a:pt x="10032151" y="1310641"/>
                </a:lnTo>
                <a:lnTo>
                  <a:pt x="10185835" y="1310641"/>
                </a:lnTo>
                <a:lnTo>
                  <a:pt x="10185835" y="708532"/>
                </a:lnTo>
                <a:cubicBezTo>
                  <a:pt x="10185835" y="580352"/>
                  <a:pt x="10250489" y="494374"/>
                  <a:pt x="10387480" y="494374"/>
                </a:cubicBezTo>
                <a:cubicBezTo>
                  <a:pt x="10522617" y="494374"/>
                  <a:pt x="10587270" y="580352"/>
                  <a:pt x="10587270" y="708532"/>
                </a:cubicBezTo>
                <a:lnTo>
                  <a:pt x="10587270" y="1310903"/>
                </a:lnTo>
                <a:lnTo>
                  <a:pt x="10740955" y="1310903"/>
                </a:lnTo>
                <a:lnTo>
                  <a:pt x="10740955" y="677339"/>
                </a:lnTo>
                <a:cubicBezTo>
                  <a:pt x="10740955" y="505383"/>
                  <a:pt x="10633640" y="377202"/>
                  <a:pt x="10443125" y="377202"/>
                </a:cubicBezTo>
                <a:cubicBezTo>
                  <a:pt x="10315408" y="377202"/>
                  <a:pt x="10221077" y="434084"/>
                  <a:pt x="10185835" y="536576"/>
                </a:cubicBezTo>
                <a:lnTo>
                  <a:pt x="10185835" y="29358"/>
                </a:lnTo>
                <a:moveTo>
                  <a:pt x="2759431" y="1339999"/>
                </a:moveTo>
                <a:cubicBezTo>
                  <a:pt x="3068390" y="1339999"/>
                  <a:pt x="3188688" y="1157034"/>
                  <a:pt x="3188688" y="917186"/>
                </a:cubicBezTo>
                <a:lnTo>
                  <a:pt x="3188688" y="29358"/>
                </a:lnTo>
                <a:lnTo>
                  <a:pt x="2959221" y="29358"/>
                </a:lnTo>
                <a:lnTo>
                  <a:pt x="2959221" y="975903"/>
                </a:lnTo>
                <a:cubicBezTo>
                  <a:pt x="2959221" y="1129772"/>
                  <a:pt x="2900132" y="1221255"/>
                  <a:pt x="2759431" y="1221255"/>
                </a:cubicBezTo>
                <a:cubicBezTo>
                  <a:pt x="2620585" y="1221255"/>
                  <a:pt x="2559641" y="1124268"/>
                  <a:pt x="2559641" y="957554"/>
                </a:cubicBezTo>
                <a:lnTo>
                  <a:pt x="2559641" y="781928"/>
                </a:lnTo>
                <a:lnTo>
                  <a:pt x="2330175" y="838548"/>
                </a:lnTo>
                <a:lnTo>
                  <a:pt x="2330175" y="917186"/>
                </a:lnTo>
                <a:cubicBezTo>
                  <a:pt x="2329910" y="1157034"/>
                  <a:pt x="2450207" y="1339999"/>
                  <a:pt x="2759431" y="1339999"/>
                </a:cubicBezTo>
                <a:moveTo>
                  <a:pt x="1537905" y="1206314"/>
                </a:moveTo>
                <a:cubicBezTo>
                  <a:pt x="1360373" y="1206314"/>
                  <a:pt x="1251204" y="1063454"/>
                  <a:pt x="1251204" y="911682"/>
                </a:cubicBezTo>
                <a:cubicBezTo>
                  <a:pt x="1251204" y="816529"/>
                  <a:pt x="1293864" y="728716"/>
                  <a:pt x="1364082" y="679174"/>
                </a:cubicBezTo>
                <a:lnTo>
                  <a:pt x="1782210" y="1131345"/>
                </a:lnTo>
                <a:cubicBezTo>
                  <a:pt x="1704573" y="1176955"/>
                  <a:pt x="1617662" y="1206314"/>
                  <a:pt x="1537905" y="1206314"/>
                </a:cubicBezTo>
                <a:moveTo>
                  <a:pt x="1761807" y="550993"/>
                </a:moveTo>
                <a:cubicBezTo>
                  <a:pt x="1911782" y="550993"/>
                  <a:pt x="2004258" y="636971"/>
                  <a:pt x="2004258" y="785336"/>
                </a:cubicBezTo>
                <a:cubicBezTo>
                  <a:pt x="2004258" y="851130"/>
                  <a:pt x="1985709" y="919021"/>
                  <a:pt x="1945168" y="981146"/>
                </a:cubicBezTo>
                <a:lnTo>
                  <a:pt x="1582420" y="585856"/>
                </a:lnTo>
                <a:cubicBezTo>
                  <a:pt x="1647074" y="560168"/>
                  <a:pt x="1710137" y="550993"/>
                  <a:pt x="1761807" y="550993"/>
                </a:cubicBezTo>
                <a:moveTo>
                  <a:pt x="1537905" y="96987"/>
                </a:moveTo>
                <a:cubicBezTo>
                  <a:pt x="1647074" y="96987"/>
                  <a:pt x="1711727" y="159112"/>
                  <a:pt x="1711727" y="272613"/>
                </a:cubicBezTo>
                <a:cubicBezTo>
                  <a:pt x="1711727" y="376940"/>
                  <a:pt x="1659792" y="475763"/>
                  <a:pt x="1532340" y="532644"/>
                </a:cubicBezTo>
                <a:lnTo>
                  <a:pt x="1452848" y="444831"/>
                </a:lnTo>
                <a:cubicBezTo>
                  <a:pt x="1382630" y="368028"/>
                  <a:pt x="1362227" y="320321"/>
                  <a:pt x="1362227" y="263701"/>
                </a:cubicBezTo>
                <a:cubicBezTo>
                  <a:pt x="1362227" y="157539"/>
                  <a:pt x="1430590" y="96987"/>
                  <a:pt x="1537905" y="96987"/>
                </a:cubicBezTo>
                <a:moveTo>
                  <a:pt x="2002403" y="1043532"/>
                </a:moveTo>
                <a:cubicBezTo>
                  <a:pt x="2102298" y="926361"/>
                  <a:pt x="2159797" y="798180"/>
                  <a:pt x="2159797" y="686514"/>
                </a:cubicBezTo>
                <a:cubicBezTo>
                  <a:pt x="2159797" y="547324"/>
                  <a:pt x="2065466" y="454006"/>
                  <a:pt x="1917346" y="454006"/>
                </a:cubicBezTo>
                <a:cubicBezTo>
                  <a:pt x="1839709" y="454006"/>
                  <a:pt x="1752533" y="476025"/>
                  <a:pt x="1695299" y="498044"/>
                </a:cubicBezTo>
                <a:lnTo>
                  <a:pt x="1691589" y="490704"/>
                </a:lnTo>
                <a:cubicBezTo>
                  <a:pt x="1832290" y="415735"/>
                  <a:pt x="1891379" y="346009"/>
                  <a:pt x="1891379" y="249022"/>
                </a:cubicBezTo>
                <a:cubicBezTo>
                  <a:pt x="1891379" y="109832"/>
                  <a:pt x="1765517" y="0"/>
                  <a:pt x="1543469" y="0"/>
                </a:cubicBezTo>
                <a:cubicBezTo>
                  <a:pt x="1288035" y="0"/>
                  <a:pt x="1162173" y="141025"/>
                  <a:pt x="1162173" y="316651"/>
                </a:cubicBezTo>
                <a:cubicBezTo>
                  <a:pt x="1162173" y="411803"/>
                  <a:pt x="1202978" y="506956"/>
                  <a:pt x="1310293" y="622292"/>
                </a:cubicBezTo>
                <a:lnTo>
                  <a:pt x="1312147" y="625962"/>
                </a:lnTo>
                <a:cubicBezTo>
                  <a:pt x="1130906" y="711940"/>
                  <a:pt x="1047439" y="851130"/>
                  <a:pt x="1047439" y="993990"/>
                </a:cubicBezTo>
                <a:cubicBezTo>
                  <a:pt x="1047439" y="1182460"/>
                  <a:pt x="1193704" y="1339999"/>
                  <a:pt x="1419462" y="1339999"/>
                </a:cubicBezTo>
                <a:cubicBezTo>
                  <a:pt x="1549033" y="1339999"/>
                  <a:pt x="1700863" y="1286787"/>
                  <a:pt x="1837589" y="1191635"/>
                </a:cubicBezTo>
                <a:lnTo>
                  <a:pt x="1948613" y="1310641"/>
                </a:lnTo>
                <a:lnTo>
                  <a:pt x="2239024" y="1310641"/>
                </a:lnTo>
                <a:lnTo>
                  <a:pt x="2239024" y="1301466"/>
                </a:lnTo>
                <a:lnTo>
                  <a:pt x="2002403" y="1043532"/>
                </a:lnTo>
                <a:close/>
                <a:moveTo>
                  <a:pt x="429257" y="1339999"/>
                </a:moveTo>
                <a:cubicBezTo>
                  <a:pt x="738215" y="1339999"/>
                  <a:pt x="858513" y="1157034"/>
                  <a:pt x="858513" y="917186"/>
                </a:cubicBezTo>
                <a:lnTo>
                  <a:pt x="858513" y="29358"/>
                </a:lnTo>
                <a:lnTo>
                  <a:pt x="629046" y="29358"/>
                </a:lnTo>
                <a:lnTo>
                  <a:pt x="629046" y="975903"/>
                </a:lnTo>
                <a:cubicBezTo>
                  <a:pt x="629046" y="1129772"/>
                  <a:pt x="569957" y="1221255"/>
                  <a:pt x="429257" y="1221255"/>
                </a:cubicBezTo>
                <a:cubicBezTo>
                  <a:pt x="290411" y="1221255"/>
                  <a:pt x="229467" y="1124268"/>
                  <a:pt x="229467" y="957554"/>
                </a:cubicBezTo>
                <a:lnTo>
                  <a:pt x="229467" y="781928"/>
                </a:lnTo>
                <a:lnTo>
                  <a:pt x="0" y="838548"/>
                </a:lnTo>
                <a:lnTo>
                  <a:pt x="0" y="917186"/>
                </a:lnTo>
                <a:cubicBezTo>
                  <a:pt x="0" y="1157034"/>
                  <a:pt x="120298" y="1339999"/>
                  <a:pt x="429257" y="1339999"/>
                </a:cubicBezTo>
              </a:path>
            </a:pathLst>
          </a:custGeom>
          <a:solidFill>
            <a:schemeClr val="bg1"/>
          </a:solidFill>
          <a:ln w="26484" cap="flat">
            <a:noFill/>
            <a:prstDash val="solid"/>
            <a:miter/>
          </a:ln>
        </p:spPr>
        <p:txBody>
          <a:bodyPr rtlCol="0" anchor="ctr"/>
          <a:lstStyle/>
          <a:p>
            <a:endParaRPr lang="en-GB"/>
          </a:p>
        </p:txBody>
      </p:sp>
      <p:grpSp>
        <p:nvGrpSpPr>
          <p:cNvPr id="10" name="Group 9">
            <a:extLst>
              <a:ext uri="{FF2B5EF4-FFF2-40B4-BE49-F238E27FC236}">
                <a16:creationId xmlns:a16="http://schemas.microsoft.com/office/drawing/2014/main" id="{13A5C068-BEB0-7FBA-5CBF-884D8EFDA159}"/>
              </a:ext>
            </a:extLst>
          </p:cNvPr>
          <p:cNvGrpSpPr/>
          <p:nvPr userDrawn="1"/>
        </p:nvGrpSpPr>
        <p:grpSpPr>
          <a:xfrm>
            <a:off x="10432940" y="6418009"/>
            <a:ext cx="1069848" cy="150269"/>
            <a:chOff x="10830507" y="6418009"/>
            <a:chExt cx="1069848" cy="150269"/>
          </a:xfrm>
        </p:grpSpPr>
        <p:sp>
          <p:nvSpPr>
            <p:cNvPr id="11" name="TextBox 10">
              <a:extLst>
                <a:ext uri="{FF2B5EF4-FFF2-40B4-BE49-F238E27FC236}">
                  <a16:creationId xmlns:a16="http://schemas.microsoft.com/office/drawing/2014/main" id="{35371F2B-F306-D0CE-B226-77464B0555B9}"/>
                </a:ext>
              </a:extLst>
            </p:cNvPr>
            <p:cNvSpPr txBox="1"/>
            <p:nvPr userDrawn="1"/>
          </p:nvSpPr>
          <p:spPr>
            <a:xfrm>
              <a:off x="10940235" y="6430164"/>
              <a:ext cx="960120" cy="138114"/>
            </a:xfrm>
            <a:prstGeom prst="rect">
              <a:avLst/>
            </a:prstGeom>
            <a:noFill/>
          </p:spPr>
          <p:txBody>
            <a:bodyPr wrap="square" lIns="0" tIns="0" rIns="0" bIns="0" rtlCol="0" anchor="ctr" anchorCtr="0">
              <a:noAutofit/>
            </a:bodyPr>
            <a:lstStyle/>
            <a:p>
              <a:pPr algn="l"/>
              <a:r>
                <a:rPr lang="en-US" sz="1100" kern="1200">
                  <a:solidFill>
                    <a:schemeClr val="bg1"/>
                  </a:solidFill>
                  <a:latin typeface="+mn-lt"/>
                  <a:ea typeface="+mn-ea"/>
                  <a:cs typeface="+mn-cs"/>
                </a:rPr>
                <a:t>Orthopaedics</a:t>
              </a:r>
            </a:p>
          </p:txBody>
        </p:sp>
        <p:sp>
          <p:nvSpPr>
            <p:cNvPr id="12" name="Rectangle 11">
              <a:extLst>
                <a:ext uri="{FF2B5EF4-FFF2-40B4-BE49-F238E27FC236}">
                  <a16:creationId xmlns:a16="http://schemas.microsoft.com/office/drawing/2014/main" id="{A3F99F91-5D4B-AF13-D0A3-73E9DC850D3E}"/>
                </a:ext>
              </a:extLst>
            </p:cNvPr>
            <p:cNvSpPr/>
            <p:nvPr userDrawn="1"/>
          </p:nvSpPr>
          <p:spPr>
            <a:xfrm>
              <a:off x="10830507" y="6418009"/>
              <a:ext cx="18288" cy="146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grpSp>
    </p:spTree>
    <p:extLst>
      <p:ext uri="{BB962C8B-B14F-4D97-AF65-F5344CB8AC3E}">
        <p14:creationId xmlns:p14="http://schemas.microsoft.com/office/powerpoint/2010/main" val="31899319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Key Numbers [Accessible Version]">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429BCB1-0FF2-B8E0-831A-4C2A0BEF189C}"/>
              </a:ext>
            </a:extLst>
          </p:cNvPr>
          <p:cNvSpPr>
            <a:spLocks noGrp="1"/>
          </p:cNvSpPr>
          <p:nvPr>
            <p:ph type="title"/>
          </p:nvPr>
        </p:nvSpPr>
        <p:spPr>
          <a:xfrm>
            <a:off x="288303" y="273600"/>
            <a:ext cx="1811959" cy="397032"/>
          </a:xfrm>
        </p:spPr>
        <p:txBody>
          <a:bodyPr/>
          <a:lstStyle>
            <a:lvl1pPr>
              <a:lnSpc>
                <a:spcPct val="85000"/>
              </a:lnSpc>
              <a:defRPr sz="1500" b="1" i="0">
                <a:solidFill>
                  <a:schemeClr val="tx1"/>
                </a:solidFill>
                <a:latin typeface="Johnson Text" pitchFamily="2" charset="77"/>
              </a:defRPr>
            </a:lvl1p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lvl1pPr>
              <a:defRPr>
                <a:solidFill>
                  <a:schemeClr val="tx1"/>
                </a:solidFill>
              </a:defRPr>
            </a:lvl1pPr>
          </a:lstStyle>
          <a:p>
            <a:fld id="{AEC8D767-5246-2244-A4A3-B8AFB218393C}" type="slidenum">
              <a:rPr lang="en-GB" smtClean="0"/>
              <a:pPr/>
              <a:t>‹#›</a:t>
            </a:fld>
            <a:endParaRPr lang="en-GB"/>
          </a:p>
        </p:txBody>
      </p:sp>
      <p:sp>
        <p:nvSpPr>
          <p:cNvPr id="2" name="Picture Placeholder 91">
            <a:extLst>
              <a:ext uri="{FF2B5EF4-FFF2-40B4-BE49-F238E27FC236}">
                <a16:creationId xmlns:a16="http://schemas.microsoft.com/office/drawing/2014/main" id="{26B4C449-2487-DF2A-7645-8218B023E592}"/>
              </a:ext>
            </a:extLst>
          </p:cNvPr>
          <p:cNvSpPr>
            <a:spLocks noGrp="1"/>
          </p:cNvSpPr>
          <p:nvPr>
            <p:ph type="pic" sz="quarter" idx="55" hasCustomPrompt="1"/>
          </p:nvPr>
        </p:nvSpPr>
        <p:spPr>
          <a:xfrm>
            <a:off x="3225799" y="291037"/>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a:lvl1pPr>
            <a:lvl9pPr>
              <a:defRPr>
                <a:solidFill>
                  <a:schemeClr val="tx1"/>
                </a:solidFill>
              </a:defRPr>
            </a:lvl9pPr>
          </a:lstStyle>
          <a:p>
            <a:pPr lvl="8"/>
            <a:r>
              <a:rPr lang="en-GB"/>
              <a:t> </a:t>
            </a:r>
          </a:p>
        </p:txBody>
      </p:sp>
      <p:sp>
        <p:nvSpPr>
          <p:cNvPr id="6" name="Text Placeholder 14">
            <a:extLst>
              <a:ext uri="{FF2B5EF4-FFF2-40B4-BE49-F238E27FC236}">
                <a16:creationId xmlns:a16="http://schemas.microsoft.com/office/drawing/2014/main" id="{D7090765-328D-D615-6AFB-B0F523075373}"/>
              </a:ext>
            </a:extLst>
          </p:cNvPr>
          <p:cNvSpPr>
            <a:spLocks noGrp="1"/>
          </p:cNvSpPr>
          <p:nvPr>
            <p:ph type="body" sz="quarter" idx="60"/>
          </p:nvPr>
        </p:nvSpPr>
        <p:spPr>
          <a:xfrm>
            <a:off x="8124824" y="527050"/>
            <a:ext cx="3775075" cy="14986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
        <p:nvSpPr>
          <p:cNvPr id="12" name="Picture Placeholder 91">
            <a:extLst>
              <a:ext uri="{FF2B5EF4-FFF2-40B4-BE49-F238E27FC236}">
                <a16:creationId xmlns:a16="http://schemas.microsoft.com/office/drawing/2014/main" id="{04E11CE5-CC63-4DF3-91BC-7D123FA2380B}"/>
              </a:ext>
            </a:extLst>
          </p:cNvPr>
          <p:cNvSpPr>
            <a:spLocks noGrp="1"/>
          </p:cNvSpPr>
          <p:nvPr>
            <p:ph type="pic" sz="quarter" idx="67" hasCustomPrompt="1"/>
          </p:nvPr>
        </p:nvSpPr>
        <p:spPr>
          <a:xfrm>
            <a:off x="3225799" y="2282397"/>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a:lvl1pPr>
            <a:lvl9pPr>
              <a:defRPr>
                <a:solidFill>
                  <a:schemeClr val="tx1"/>
                </a:solidFill>
              </a:defRPr>
            </a:lvl9pPr>
          </a:lstStyle>
          <a:p>
            <a:pPr lvl="8"/>
            <a:r>
              <a:rPr lang="en-GB"/>
              <a:t> </a:t>
            </a:r>
          </a:p>
        </p:txBody>
      </p:sp>
      <p:sp>
        <p:nvSpPr>
          <p:cNvPr id="16" name="Text Placeholder 14">
            <a:extLst>
              <a:ext uri="{FF2B5EF4-FFF2-40B4-BE49-F238E27FC236}">
                <a16:creationId xmlns:a16="http://schemas.microsoft.com/office/drawing/2014/main" id="{89F6050B-0591-0406-0A2B-C58DB12244B1}"/>
              </a:ext>
            </a:extLst>
          </p:cNvPr>
          <p:cNvSpPr>
            <a:spLocks noGrp="1"/>
          </p:cNvSpPr>
          <p:nvPr>
            <p:ph type="body" sz="quarter" idx="69"/>
          </p:nvPr>
        </p:nvSpPr>
        <p:spPr>
          <a:xfrm>
            <a:off x="8124824" y="2518410"/>
            <a:ext cx="3775075" cy="14986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
        <p:nvSpPr>
          <p:cNvPr id="17" name="Picture Placeholder 91">
            <a:extLst>
              <a:ext uri="{FF2B5EF4-FFF2-40B4-BE49-F238E27FC236}">
                <a16:creationId xmlns:a16="http://schemas.microsoft.com/office/drawing/2014/main" id="{95D4FFE4-0D64-5F30-AD0F-100BD6D65389}"/>
              </a:ext>
            </a:extLst>
          </p:cNvPr>
          <p:cNvSpPr>
            <a:spLocks noGrp="1"/>
          </p:cNvSpPr>
          <p:nvPr>
            <p:ph type="pic" sz="quarter" idx="70" hasCustomPrompt="1"/>
          </p:nvPr>
        </p:nvSpPr>
        <p:spPr>
          <a:xfrm>
            <a:off x="3225799" y="4286469"/>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a:lvl1pPr>
            <a:lvl9pPr>
              <a:defRPr>
                <a:solidFill>
                  <a:schemeClr val="tx1"/>
                </a:solidFill>
              </a:defRPr>
            </a:lvl9pPr>
          </a:lstStyle>
          <a:p>
            <a:pPr lvl="8"/>
            <a:r>
              <a:rPr lang="en-GB"/>
              <a:t> </a:t>
            </a:r>
          </a:p>
        </p:txBody>
      </p:sp>
      <p:sp>
        <p:nvSpPr>
          <p:cNvPr id="21" name="Text Placeholder 14">
            <a:extLst>
              <a:ext uri="{FF2B5EF4-FFF2-40B4-BE49-F238E27FC236}">
                <a16:creationId xmlns:a16="http://schemas.microsoft.com/office/drawing/2014/main" id="{C4F52E6D-F9EF-905D-6975-963F7D958ED5}"/>
              </a:ext>
            </a:extLst>
          </p:cNvPr>
          <p:cNvSpPr>
            <a:spLocks noGrp="1"/>
          </p:cNvSpPr>
          <p:nvPr>
            <p:ph type="body" sz="quarter" idx="72"/>
          </p:nvPr>
        </p:nvSpPr>
        <p:spPr>
          <a:xfrm>
            <a:off x="8124824" y="4522482"/>
            <a:ext cx="3775075" cy="14986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
        <p:nvSpPr>
          <p:cNvPr id="22" name="Picture Placeholder 91">
            <a:extLst>
              <a:ext uri="{FF2B5EF4-FFF2-40B4-BE49-F238E27FC236}">
                <a16:creationId xmlns:a16="http://schemas.microsoft.com/office/drawing/2014/main" id="{02D2CE40-9732-D3AB-4F10-762299122CE1}"/>
              </a:ext>
            </a:extLst>
          </p:cNvPr>
          <p:cNvSpPr>
            <a:spLocks noGrp="1"/>
          </p:cNvSpPr>
          <p:nvPr>
            <p:ph type="pic" sz="quarter" idx="73" hasCustomPrompt="1"/>
          </p:nvPr>
        </p:nvSpPr>
        <p:spPr>
          <a:xfrm>
            <a:off x="3225799" y="6287989"/>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a:lvl1pPr>
            <a:lvl9pPr>
              <a:defRPr>
                <a:solidFill>
                  <a:schemeClr val="tx1"/>
                </a:solidFill>
              </a:defRPr>
            </a:lvl9pPr>
          </a:lstStyle>
          <a:p>
            <a:pPr lvl="8"/>
            <a:r>
              <a:rPr lang="en-GB"/>
              <a:t> </a:t>
            </a:r>
          </a:p>
        </p:txBody>
      </p:sp>
      <p:sp>
        <p:nvSpPr>
          <p:cNvPr id="23" name="Text Placeholder 26">
            <a:extLst>
              <a:ext uri="{FF2B5EF4-FFF2-40B4-BE49-F238E27FC236}">
                <a16:creationId xmlns:a16="http://schemas.microsoft.com/office/drawing/2014/main" id="{C4A7D748-90AF-308A-44E9-BE56492932EB}"/>
              </a:ext>
            </a:extLst>
          </p:cNvPr>
          <p:cNvSpPr>
            <a:spLocks noGrp="1"/>
          </p:cNvSpPr>
          <p:nvPr>
            <p:ph type="body" sz="quarter" idx="74" hasCustomPrompt="1"/>
          </p:nvPr>
        </p:nvSpPr>
        <p:spPr>
          <a:xfrm>
            <a:off x="3225800" y="111125"/>
            <a:ext cx="3776663" cy="1789113"/>
          </a:xfrm>
        </p:spPr>
        <p:txBody>
          <a:bodyPr/>
          <a:lstStyle>
            <a:lvl1pPr>
              <a:defRPr sz="11000">
                <a:solidFill>
                  <a:schemeClr val="accent1"/>
                </a:solidFill>
                <a:latin typeface="+mj-lt"/>
              </a:defRPr>
            </a:lvl1pPr>
          </a:lstStyle>
          <a:p>
            <a:pPr lvl="0"/>
            <a:r>
              <a:rPr lang="en-GB"/>
              <a:t>00</a:t>
            </a:r>
          </a:p>
        </p:txBody>
      </p:sp>
      <p:sp>
        <p:nvSpPr>
          <p:cNvPr id="26" name="Text Placeholder 26">
            <a:extLst>
              <a:ext uri="{FF2B5EF4-FFF2-40B4-BE49-F238E27FC236}">
                <a16:creationId xmlns:a16="http://schemas.microsoft.com/office/drawing/2014/main" id="{ED360C76-27A8-44D1-6730-F7FA8D1EC543}"/>
              </a:ext>
            </a:extLst>
          </p:cNvPr>
          <p:cNvSpPr>
            <a:spLocks noGrp="1"/>
          </p:cNvSpPr>
          <p:nvPr>
            <p:ph type="body" sz="quarter" idx="75" hasCustomPrompt="1"/>
          </p:nvPr>
        </p:nvSpPr>
        <p:spPr>
          <a:xfrm>
            <a:off x="3225800" y="2102616"/>
            <a:ext cx="3776663" cy="1789113"/>
          </a:xfrm>
        </p:spPr>
        <p:txBody>
          <a:bodyPr/>
          <a:lstStyle>
            <a:lvl1pPr>
              <a:defRPr sz="11000">
                <a:solidFill>
                  <a:schemeClr val="accent1"/>
                </a:solidFill>
                <a:latin typeface="+mj-lt"/>
              </a:defRPr>
            </a:lvl1pPr>
          </a:lstStyle>
          <a:p>
            <a:pPr lvl="0"/>
            <a:r>
              <a:rPr lang="en-GB"/>
              <a:t>00</a:t>
            </a:r>
          </a:p>
        </p:txBody>
      </p:sp>
      <p:sp>
        <p:nvSpPr>
          <p:cNvPr id="27" name="Text Placeholder 26">
            <a:extLst>
              <a:ext uri="{FF2B5EF4-FFF2-40B4-BE49-F238E27FC236}">
                <a16:creationId xmlns:a16="http://schemas.microsoft.com/office/drawing/2014/main" id="{28863499-99BA-9382-A790-8823B96ABCDE}"/>
              </a:ext>
            </a:extLst>
          </p:cNvPr>
          <p:cNvSpPr>
            <a:spLocks noGrp="1"/>
          </p:cNvSpPr>
          <p:nvPr>
            <p:ph type="body" sz="quarter" idx="76" hasCustomPrompt="1"/>
          </p:nvPr>
        </p:nvSpPr>
        <p:spPr>
          <a:xfrm>
            <a:off x="3225800" y="4106128"/>
            <a:ext cx="3776663" cy="1789113"/>
          </a:xfrm>
        </p:spPr>
        <p:txBody>
          <a:bodyPr/>
          <a:lstStyle>
            <a:lvl1pPr>
              <a:defRPr sz="11000">
                <a:solidFill>
                  <a:schemeClr val="accent1"/>
                </a:solidFill>
                <a:latin typeface="+mj-lt"/>
              </a:defRPr>
            </a:lvl1pPr>
          </a:lstStyle>
          <a:p>
            <a:pPr lvl="0"/>
            <a:r>
              <a:rPr lang="en-GB"/>
              <a:t>00</a:t>
            </a:r>
          </a:p>
        </p:txBody>
      </p:sp>
      <p:sp>
        <p:nvSpPr>
          <p:cNvPr id="8" name="Footer Placeholder 4">
            <a:extLst>
              <a:ext uri="{FF2B5EF4-FFF2-40B4-BE49-F238E27FC236}">
                <a16:creationId xmlns:a16="http://schemas.microsoft.com/office/drawing/2014/main" id="{9FE0DB2D-5681-9C6E-43DA-7FD40833A146}"/>
              </a:ext>
            </a:extLst>
          </p:cNvPr>
          <p:cNvSpPr>
            <a:spLocks noGrp="1"/>
          </p:cNvSpPr>
          <p:nvPr>
            <p:ph type="ftr" sz="quarter" idx="3"/>
          </p:nvPr>
        </p:nvSpPr>
        <p:spPr>
          <a:xfrm>
            <a:off x="288259" y="5966467"/>
            <a:ext cx="279466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a:p>
        </p:txBody>
      </p:sp>
    </p:spTree>
    <p:extLst>
      <p:ext uri="{BB962C8B-B14F-4D97-AF65-F5344CB8AC3E}">
        <p14:creationId xmlns:p14="http://schemas.microsoft.com/office/powerpoint/2010/main" val="3037527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88F223-1D7A-707E-10AB-5C41663BE54B}"/>
              </a:ext>
            </a:extLst>
          </p:cNvPr>
          <p:cNvSpPr/>
          <p:nvPr userDrawn="1"/>
        </p:nvSpPr>
        <p:spPr>
          <a:xfrm>
            <a:off x="6583680" y="0"/>
            <a:ext cx="560832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lvl1pPr>
              <a:defRPr>
                <a:solidFill>
                  <a:schemeClr val="bg1"/>
                </a:solidFill>
              </a:defRPr>
            </a:lvl1pPr>
          </a:lstStyle>
          <a:p>
            <a:fld id="{AEC8D767-5246-2244-A4A3-B8AFB218393C}" type="slidenum">
              <a:rPr lang="en-GB" smtClean="0"/>
              <a:pPr/>
              <a:t>‹#›</a:t>
            </a:fld>
            <a:endParaRPr lang="en-GB"/>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hasCustomPrompt="1"/>
          </p:nvPr>
        </p:nvSpPr>
        <p:spPr>
          <a:xfrm>
            <a:off x="289384" y="2338387"/>
            <a:ext cx="5733085" cy="3427413"/>
          </a:xfrm>
        </p:spPr>
        <p:txBody>
          <a:bodyPr/>
          <a:lstStyle/>
          <a:p>
            <a:pPr lvl="0"/>
            <a:r>
              <a:rPr lang="en-GB"/>
              <a:t>Click to add text. Delete if not required.</a:t>
            </a:r>
          </a:p>
          <a:p>
            <a:pPr lvl="1"/>
            <a:r>
              <a:rPr lang="en-GB"/>
              <a:t>Second level</a:t>
            </a:r>
          </a:p>
          <a:p>
            <a:pPr lvl="2"/>
            <a:r>
              <a:rPr lang="en-GB"/>
              <a:t>Third level</a:t>
            </a:r>
          </a:p>
          <a:p>
            <a:pPr lvl="3"/>
            <a:r>
              <a:rPr lang="en-GB"/>
              <a:t>Fourth level</a:t>
            </a:r>
          </a:p>
          <a:p>
            <a:pPr lvl="4"/>
            <a:r>
              <a:rPr lang="en-GB"/>
              <a:t>Fifth level</a:t>
            </a:r>
          </a:p>
        </p:txBody>
      </p:sp>
      <p:sp>
        <p:nvSpPr>
          <p:cNvPr id="8" name="Title 7">
            <a:extLst>
              <a:ext uri="{FF2B5EF4-FFF2-40B4-BE49-F238E27FC236}">
                <a16:creationId xmlns:a16="http://schemas.microsoft.com/office/drawing/2014/main" id="{A4141273-8612-0373-5CE1-A74C8304F40A}"/>
              </a:ext>
            </a:extLst>
          </p:cNvPr>
          <p:cNvSpPr>
            <a:spLocks noGrp="1"/>
          </p:cNvSpPr>
          <p:nvPr>
            <p:ph type="title" hasCustomPrompt="1"/>
          </p:nvPr>
        </p:nvSpPr>
        <p:spPr>
          <a:xfrm>
            <a:off x="288303" y="262800"/>
            <a:ext cx="5733084" cy="454529"/>
          </a:xfrm>
        </p:spPr>
        <p:txBody>
          <a:bodyPr/>
          <a:lstStyle/>
          <a:p>
            <a:r>
              <a:rPr lang="en-US"/>
              <a:t>Master title style</a:t>
            </a:r>
            <a:endParaRPr lang="en-GB"/>
          </a:p>
        </p:txBody>
      </p:sp>
      <p:sp>
        <p:nvSpPr>
          <p:cNvPr id="7" name="Subtitle 2">
            <a:extLst>
              <a:ext uri="{FF2B5EF4-FFF2-40B4-BE49-F238E27FC236}">
                <a16:creationId xmlns:a16="http://schemas.microsoft.com/office/drawing/2014/main" id="{460EC19D-5C44-4557-54CE-FA6CE565E479}"/>
              </a:ext>
            </a:extLst>
          </p:cNvPr>
          <p:cNvSpPr>
            <a:spLocks noGrp="1"/>
          </p:cNvSpPr>
          <p:nvPr>
            <p:ph type="subTitle" idx="19" hasCustomPrompt="1"/>
          </p:nvPr>
        </p:nvSpPr>
        <p:spPr>
          <a:xfrm>
            <a:off x="288302" y="713620"/>
            <a:ext cx="5733084" cy="292965"/>
          </a:xfrm>
        </p:spPr>
        <p:txBody>
          <a:bodyPr vert="horz" wrap="square" lIns="0" tIns="0" rIns="0" bIns="0" rtlCol="0" anchor="t">
            <a:spAutoFit/>
          </a:bodyPr>
          <a:lstStyle>
            <a:lvl1pPr>
              <a:defRPr lang="en-GB" b="1" dirty="0"/>
            </a:lvl1pPr>
          </a:lstStyle>
          <a:p>
            <a:pPr lvl="0"/>
            <a:r>
              <a:rPr lang="en-GB"/>
              <a:t>Subtitle. Delete if not required.</a:t>
            </a:r>
          </a:p>
        </p:txBody>
      </p:sp>
      <p:sp>
        <p:nvSpPr>
          <p:cNvPr id="13" name="Text Placeholder 12">
            <a:extLst>
              <a:ext uri="{FF2B5EF4-FFF2-40B4-BE49-F238E27FC236}">
                <a16:creationId xmlns:a16="http://schemas.microsoft.com/office/drawing/2014/main" id="{2D949BE1-5181-CCD9-89D9-3FDED96843C5}"/>
              </a:ext>
            </a:extLst>
          </p:cNvPr>
          <p:cNvSpPr>
            <a:spLocks noGrp="1"/>
          </p:cNvSpPr>
          <p:nvPr>
            <p:ph type="body" sz="quarter" idx="20" hasCustomPrompt="1"/>
          </p:nvPr>
        </p:nvSpPr>
        <p:spPr>
          <a:xfrm>
            <a:off x="7145337" y="2338388"/>
            <a:ext cx="4757737" cy="3427412"/>
          </a:xfrm>
        </p:spPr>
        <p:txBody>
          <a:bodyPr/>
          <a:lstStyle>
            <a:lvl1pPr>
              <a:lnSpc>
                <a:spcPct val="80000"/>
              </a:lnSpc>
              <a:defRPr sz="5400">
                <a:solidFill>
                  <a:schemeClr val="bg1"/>
                </a:solidFill>
                <a:latin typeface="+mj-lt"/>
              </a:defRPr>
            </a:lvl1pPr>
            <a:lvl2pPr>
              <a:defRPr lang="en-GB" dirty="0" smtClean="0">
                <a:solidFill>
                  <a:schemeClr val="bg1"/>
                </a:solidFill>
              </a:defRPr>
            </a:lvl2pPr>
            <a:lvl3pPr>
              <a:defRPr lang="en-GB" dirty="0" smtClean="0">
                <a:solidFill>
                  <a:schemeClr val="bg1"/>
                </a:solidFill>
              </a:defRPr>
            </a:lvl3pPr>
            <a:lvl4pPr>
              <a:defRPr lang="en-GB" dirty="0" smtClean="0">
                <a:solidFill>
                  <a:schemeClr val="bg1"/>
                </a:solidFill>
              </a:defRPr>
            </a:lvl4pPr>
            <a:lvl5pPr>
              <a:defRPr lang="en-US" dirty="0">
                <a:solidFill>
                  <a:schemeClr val="bg1"/>
                </a:solidFill>
              </a:defRPr>
            </a:lvl5pPr>
          </a:lstStyle>
          <a:p>
            <a:pPr lvl="0"/>
            <a:r>
              <a:rPr lang="en-GB"/>
              <a:t>“Quote goes here. Delete speech marks if not required.”</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9616647F-6551-5C71-EECF-7BC298E933EF}"/>
              </a:ext>
            </a:extLst>
          </p:cNvPr>
          <p:cNvSpPr>
            <a:spLocks noGrp="1"/>
          </p:cNvSpPr>
          <p:nvPr>
            <p:ph type="body" sz="quarter" idx="14" hasCustomPrompt="1"/>
          </p:nvPr>
        </p:nvSpPr>
        <p:spPr>
          <a:xfrm>
            <a:off x="8124825" y="295200"/>
            <a:ext cx="3778250" cy="876375"/>
          </a:xfrm>
        </p:spPr>
        <p:txBody>
          <a:bodyPr/>
          <a:lstStyle>
            <a:lvl1pPr>
              <a:defRPr sz="1400">
                <a:solidFill>
                  <a:schemeClr val="bg1"/>
                </a:solidFill>
              </a:defRPr>
            </a:lvl1pPr>
            <a:lvl2pPr>
              <a:defRPr sz="1400">
                <a:solidFill>
                  <a:schemeClr val="bg1"/>
                </a:solidFill>
              </a:defRPr>
            </a:lvl2pPr>
            <a:lvl3pPr>
              <a:defRPr sz="1200">
                <a:solidFill>
                  <a:schemeClr val="bg1"/>
                </a:solidFill>
              </a:defRPr>
            </a:lvl3pPr>
          </a:lstStyle>
          <a:p>
            <a:pPr lvl="0"/>
            <a:r>
              <a:rPr lang="en-GB"/>
              <a:t>Click to add text. Delete if not required. </a:t>
            </a:r>
          </a:p>
          <a:p>
            <a:pPr lvl="1"/>
            <a:r>
              <a:rPr lang="en-GB"/>
              <a:t>Second level</a:t>
            </a:r>
          </a:p>
          <a:p>
            <a:pPr lvl="2"/>
            <a:r>
              <a:rPr lang="en-GB"/>
              <a:t>Third level</a:t>
            </a:r>
          </a:p>
        </p:txBody>
      </p:sp>
      <p:sp>
        <p:nvSpPr>
          <p:cNvPr id="6" name="Footer Placeholder 4">
            <a:extLst>
              <a:ext uri="{FF2B5EF4-FFF2-40B4-BE49-F238E27FC236}">
                <a16:creationId xmlns:a16="http://schemas.microsoft.com/office/drawing/2014/main" id="{6BEC8F6E-46BB-F39D-C0DC-751CB89132B6}"/>
              </a:ext>
            </a:extLst>
          </p:cNvPr>
          <p:cNvSpPr>
            <a:spLocks noGrp="1"/>
          </p:cNvSpPr>
          <p:nvPr>
            <p:ph type="ftr" sz="quarter" idx="3"/>
          </p:nvPr>
        </p:nvSpPr>
        <p:spPr>
          <a:xfrm>
            <a:off x="288259" y="5966467"/>
            <a:ext cx="5733129"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17099096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Accessible Version]">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lvl1pPr>
              <a:defRPr>
                <a:solidFill>
                  <a:schemeClr val="tx1"/>
                </a:solidFill>
              </a:defRPr>
            </a:lvl1pPr>
          </a:lstStyle>
          <a:p>
            <a:fld id="{AEC8D767-5246-2244-A4A3-B8AFB218393C}" type="slidenum">
              <a:rPr lang="en-GB" smtClean="0"/>
              <a:pPr/>
              <a:t>‹#›</a:t>
            </a:fld>
            <a:endParaRPr lang="en-GB"/>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hasCustomPrompt="1"/>
          </p:nvPr>
        </p:nvSpPr>
        <p:spPr>
          <a:xfrm>
            <a:off x="289384" y="2338388"/>
            <a:ext cx="5733085" cy="3427412"/>
          </a:xfrm>
        </p:spPr>
        <p:txBody>
          <a:bodyPr/>
          <a:lstStyle/>
          <a:p>
            <a:pPr lvl="0"/>
            <a:r>
              <a:rPr lang="en-GB"/>
              <a:t>Click to add text. Delete if not required.</a:t>
            </a:r>
          </a:p>
          <a:p>
            <a:pPr lvl="1"/>
            <a:r>
              <a:rPr lang="en-GB"/>
              <a:t>Second level</a:t>
            </a:r>
          </a:p>
          <a:p>
            <a:pPr lvl="2"/>
            <a:r>
              <a:rPr lang="en-GB"/>
              <a:t>Third level</a:t>
            </a:r>
          </a:p>
          <a:p>
            <a:pPr lvl="3"/>
            <a:r>
              <a:rPr lang="en-GB"/>
              <a:t>Fourth level</a:t>
            </a:r>
          </a:p>
          <a:p>
            <a:pPr lvl="4"/>
            <a:r>
              <a:rPr lang="en-GB"/>
              <a:t>Fifth level</a:t>
            </a:r>
          </a:p>
        </p:txBody>
      </p:sp>
      <p:sp>
        <p:nvSpPr>
          <p:cNvPr id="8" name="Title 7">
            <a:extLst>
              <a:ext uri="{FF2B5EF4-FFF2-40B4-BE49-F238E27FC236}">
                <a16:creationId xmlns:a16="http://schemas.microsoft.com/office/drawing/2014/main" id="{A4141273-8612-0373-5CE1-A74C8304F40A}"/>
              </a:ext>
            </a:extLst>
          </p:cNvPr>
          <p:cNvSpPr>
            <a:spLocks noGrp="1"/>
          </p:cNvSpPr>
          <p:nvPr>
            <p:ph type="title" hasCustomPrompt="1"/>
          </p:nvPr>
        </p:nvSpPr>
        <p:spPr>
          <a:xfrm>
            <a:off x="288303" y="262800"/>
            <a:ext cx="5733084" cy="454529"/>
          </a:xfrm>
        </p:spPr>
        <p:txBody>
          <a:bodyPr/>
          <a:lstStyle/>
          <a:p>
            <a:r>
              <a:rPr lang="en-US"/>
              <a:t>Master title style</a:t>
            </a:r>
            <a:endParaRPr lang="en-GB"/>
          </a:p>
        </p:txBody>
      </p:sp>
      <p:sp>
        <p:nvSpPr>
          <p:cNvPr id="7" name="Subtitle 2">
            <a:extLst>
              <a:ext uri="{FF2B5EF4-FFF2-40B4-BE49-F238E27FC236}">
                <a16:creationId xmlns:a16="http://schemas.microsoft.com/office/drawing/2014/main" id="{460EC19D-5C44-4557-54CE-FA6CE565E479}"/>
              </a:ext>
            </a:extLst>
          </p:cNvPr>
          <p:cNvSpPr>
            <a:spLocks noGrp="1"/>
          </p:cNvSpPr>
          <p:nvPr>
            <p:ph type="subTitle" idx="19" hasCustomPrompt="1"/>
          </p:nvPr>
        </p:nvSpPr>
        <p:spPr>
          <a:xfrm>
            <a:off x="288302" y="713620"/>
            <a:ext cx="5733084" cy="292965"/>
          </a:xfrm>
        </p:spPr>
        <p:txBody>
          <a:bodyPr vert="horz" wrap="square" lIns="0" tIns="0" rIns="0" bIns="0" rtlCol="0" anchor="t">
            <a:spAutoFit/>
          </a:bodyPr>
          <a:lstStyle>
            <a:lvl1pPr>
              <a:defRPr lang="en-GB" b="1" dirty="0"/>
            </a:lvl1pPr>
          </a:lstStyle>
          <a:p>
            <a:pPr lvl="0"/>
            <a:r>
              <a:rPr lang="en-GB"/>
              <a:t>Subtitle. Delete if not required.</a:t>
            </a:r>
          </a:p>
        </p:txBody>
      </p:sp>
      <p:sp>
        <p:nvSpPr>
          <p:cNvPr id="13" name="Text Placeholder 12">
            <a:extLst>
              <a:ext uri="{FF2B5EF4-FFF2-40B4-BE49-F238E27FC236}">
                <a16:creationId xmlns:a16="http://schemas.microsoft.com/office/drawing/2014/main" id="{2D949BE1-5181-CCD9-89D9-3FDED96843C5}"/>
              </a:ext>
            </a:extLst>
          </p:cNvPr>
          <p:cNvSpPr>
            <a:spLocks noGrp="1"/>
          </p:cNvSpPr>
          <p:nvPr>
            <p:ph type="body" sz="quarter" idx="20" hasCustomPrompt="1"/>
          </p:nvPr>
        </p:nvSpPr>
        <p:spPr>
          <a:xfrm>
            <a:off x="7145337" y="2338388"/>
            <a:ext cx="4757737" cy="3427412"/>
          </a:xfrm>
        </p:spPr>
        <p:txBody>
          <a:bodyPr/>
          <a:lstStyle>
            <a:lvl1pPr>
              <a:lnSpc>
                <a:spcPct val="80000"/>
              </a:lnSpc>
              <a:defRPr sz="5400" i="0">
                <a:solidFill>
                  <a:schemeClr val="accent1"/>
                </a:solidFill>
                <a:latin typeface="+mj-lt"/>
              </a:defRPr>
            </a:lvl1pPr>
            <a:lvl2pPr>
              <a:defRPr lang="en-GB" dirty="0" smtClean="0">
                <a:solidFill>
                  <a:schemeClr val="tx1"/>
                </a:solidFill>
              </a:defRPr>
            </a:lvl2pPr>
            <a:lvl3pPr>
              <a:defRPr lang="en-GB" dirty="0" smtClean="0">
                <a:solidFill>
                  <a:schemeClr val="tx1"/>
                </a:solidFill>
              </a:defRPr>
            </a:lvl3pPr>
            <a:lvl4pPr>
              <a:defRPr lang="en-GB" dirty="0" smtClean="0">
                <a:solidFill>
                  <a:schemeClr val="tx1"/>
                </a:solidFill>
              </a:defRPr>
            </a:lvl4pPr>
            <a:lvl5pPr>
              <a:defRPr lang="en-US" dirty="0">
                <a:solidFill>
                  <a:schemeClr val="tx1"/>
                </a:solidFill>
              </a:defRPr>
            </a:lvl5pPr>
          </a:lstStyle>
          <a:p>
            <a:pPr lvl="0"/>
            <a:r>
              <a:rPr lang="en-GB"/>
              <a:t>“Quote goes here. Delete speech marks if not required.”</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7">
            <a:extLst>
              <a:ext uri="{FF2B5EF4-FFF2-40B4-BE49-F238E27FC236}">
                <a16:creationId xmlns:a16="http://schemas.microsoft.com/office/drawing/2014/main" id="{262EBE26-5504-780B-C8F1-AFCE93039485}"/>
              </a:ext>
            </a:extLst>
          </p:cNvPr>
          <p:cNvSpPr>
            <a:spLocks noGrp="1"/>
          </p:cNvSpPr>
          <p:nvPr>
            <p:ph type="body" sz="quarter" idx="14" hasCustomPrompt="1"/>
          </p:nvPr>
        </p:nvSpPr>
        <p:spPr>
          <a:xfrm>
            <a:off x="8124825" y="295200"/>
            <a:ext cx="3778250" cy="876375"/>
          </a:xfrm>
        </p:spPr>
        <p:txBody>
          <a:bodyPr/>
          <a:lstStyle>
            <a:lvl1pPr>
              <a:defRPr sz="1400"/>
            </a:lvl1pPr>
            <a:lvl2pPr>
              <a:defRPr sz="1400"/>
            </a:lvl2pPr>
            <a:lvl3pPr>
              <a:defRPr sz="1200"/>
            </a:lvl3pPr>
          </a:lstStyle>
          <a:p>
            <a:pPr lvl="0"/>
            <a:r>
              <a:rPr lang="en-GB"/>
              <a:t>Click to add text. Delete if not required.</a:t>
            </a:r>
          </a:p>
          <a:p>
            <a:pPr lvl="1"/>
            <a:r>
              <a:rPr lang="en-GB"/>
              <a:t>Second level</a:t>
            </a:r>
          </a:p>
          <a:p>
            <a:pPr lvl="2"/>
            <a:r>
              <a:rPr lang="en-GB"/>
              <a:t>Third level</a:t>
            </a:r>
          </a:p>
        </p:txBody>
      </p:sp>
      <p:sp>
        <p:nvSpPr>
          <p:cNvPr id="6" name="Footer Placeholder 4">
            <a:extLst>
              <a:ext uri="{FF2B5EF4-FFF2-40B4-BE49-F238E27FC236}">
                <a16:creationId xmlns:a16="http://schemas.microsoft.com/office/drawing/2014/main" id="{FF5227C2-8D93-ABD3-A0D2-E4BD40BC778D}"/>
              </a:ext>
            </a:extLst>
          </p:cNvPr>
          <p:cNvSpPr>
            <a:spLocks noGrp="1"/>
          </p:cNvSpPr>
          <p:nvPr>
            <p:ph type="ftr" sz="quarter" idx="3"/>
          </p:nvPr>
        </p:nvSpPr>
        <p:spPr>
          <a:xfrm>
            <a:off x="288259" y="5966467"/>
            <a:ext cx="5733084"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35839763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Right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6F6140-34D9-F6B3-6BCD-3A50DD37FE45}"/>
              </a:ext>
            </a:extLst>
          </p:cNvPr>
          <p:cNvSpPr>
            <a:spLocks noGrp="1"/>
          </p:cNvSpPr>
          <p:nvPr>
            <p:ph type="title" hasCustomPrompt="1"/>
          </p:nvPr>
        </p:nvSpPr>
        <p:spPr>
          <a:xfrm>
            <a:off x="288303" y="262267"/>
            <a:ext cx="5733084" cy="468590"/>
          </a:xfrm>
        </p:spPr>
        <p:txBody>
          <a:bodyPr/>
          <a:lstStyle/>
          <a:p>
            <a:r>
              <a:rPr lang="en-GB"/>
              <a:t>Master title style</a:t>
            </a:r>
          </a:p>
        </p:txBody>
      </p:sp>
      <p:sp>
        <p:nvSpPr>
          <p:cNvPr id="7" name="Content Placeholder 6">
            <a:extLst>
              <a:ext uri="{FF2B5EF4-FFF2-40B4-BE49-F238E27FC236}">
                <a16:creationId xmlns:a16="http://schemas.microsoft.com/office/drawing/2014/main" id="{BA7EE611-EA9F-2CB5-2ACF-EF4D756FF28C}"/>
              </a:ext>
            </a:extLst>
          </p:cNvPr>
          <p:cNvSpPr>
            <a:spLocks noGrp="1"/>
          </p:cNvSpPr>
          <p:nvPr>
            <p:ph sz="quarter" idx="14"/>
          </p:nvPr>
        </p:nvSpPr>
        <p:spPr>
          <a:xfrm>
            <a:off x="6166800" y="270000"/>
            <a:ext cx="5737225" cy="5495800"/>
          </a:xfrm>
        </p:spPr>
        <p:txBody>
          <a:bodyPr/>
          <a:lstStyle>
            <a:lvl1pPr>
              <a:defRPr sz="1800"/>
            </a:lvl1pPr>
            <a:lvl2pPr>
              <a:defRPr sz="1800"/>
            </a:lvl2pPr>
            <a:lvl3pPr>
              <a:defRPr sz="16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ext Placeholder 7">
            <a:extLst>
              <a:ext uri="{FF2B5EF4-FFF2-40B4-BE49-F238E27FC236}">
                <a16:creationId xmlns:a16="http://schemas.microsoft.com/office/drawing/2014/main" id="{9781BB63-AF6A-9F70-47D8-BF333C16188A}"/>
              </a:ext>
            </a:extLst>
          </p:cNvPr>
          <p:cNvSpPr>
            <a:spLocks noGrp="1"/>
          </p:cNvSpPr>
          <p:nvPr>
            <p:ph type="body" sz="quarter" idx="15" hasCustomPrompt="1"/>
          </p:nvPr>
        </p:nvSpPr>
        <p:spPr>
          <a:xfrm>
            <a:off x="288925" y="3867150"/>
            <a:ext cx="3778250" cy="1816002"/>
          </a:xfrm>
        </p:spPr>
        <p:txBody>
          <a:bodyPr/>
          <a:lstStyle/>
          <a:p>
            <a:pPr lvl="0"/>
            <a:r>
              <a:rPr lang="en-GB"/>
              <a:t>Click to add text. Delete if not required.</a:t>
            </a:r>
          </a:p>
          <a:p>
            <a:pPr lvl="1"/>
            <a:r>
              <a:rPr lang="en-GB"/>
              <a:t>Second level</a:t>
            </a:r>
          </a:p>
          <a:p>
            <a:pPr lvl="2"/>
            <a:r>
              <a:rPr lang="en-GB"/>
              <a:t>Third level</a:t>
            </a:r>
          </a:p>
        </p:txBody>
      </p:sp>
      <p:sp>
        <p:nvSpPr>
          <p:cNvPr id="6" name="Slide Number Placeholder 5">
            <a:extLst>
              <a:ext uri="{FF2B5EF4-FFF2-40B4-BE49-F238E27FC236}">
                <a16:creationId xmlns:a16="http://schemas.microsoft.com/office/drawing/2014/main" id="{3FB68AB9-3222-3CF5-BF4D-DB291E974D21}"/>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8" name="Subtitle 2">
            <a:extLst>
              <a:ext uri="{FF2B5EF4-FFF2-40B4-BE49-F238E27FC236}">
                <a16:creationId xmlns:a16="http://schemas.microsoft.com/office/drawing/2014/main" id="{7093E36D-AA36-08D5-DD80-6469123BEA1A}"/>
              </a:ext>
            </a:extLst>
          </p:cNvPr>
          <p:cNvSpPr>
            <a:spLocks noGrp="1"/>
          </p:cNvSpPr>
          <p:nvPr>
            <p:ph type="subTitle" idx="1" hasCustomPrompt="1"/>
          </p:nvPr>
        </p:nvSpPr>
        <p:spPr>
          <a:xfrm>
            <a:off x="288302" y="713620"/>
            <a:ext cx="5733083" cy="292965"/>
          </a:xfrm>
        </p:spPr>
        <p:txBody>
          <a:bodyPr wrap="square" anchor="t">
            <a:spAutoFit/>
          </a:bodyPr>
          <a:lstStyle>
            <a:lvl1pPr marL="0" indent="0" algn="l">
              <a:lnSpc>
                <a:spcPct val="110000"/>
              </a:lnSpc>
              <a:spcBef>
                <a:spcPts val="0"/>
              </a:spcBef>
              <a:spcAft>
                <a:spcPts val="0"/>
              </a:spcAft>
              <a:buNone/>
              <a:tabLst/>
              <a:defRPr lang="en-GB" sz="1800" b="1" dirty="0" smtClean="0">
                <a:solidFill>
                  <a:schemeClr val="tx1"/>
                </a:solidFill>
                <a:latin typeface="+mn-lt"/>
              </a:defRPr>
            </a:lvl1pPr>
            <a:lvl2pPr marL="0" indent="0" algn="l">
              <a:lnSpc>
                <a:spcPct val="110000"/>
              </a:lnSpc>
              <a:spcBef>
                <a:spcPts val="0"/>
              </a:spcBef>
              <a:spcAft>
                <a:spcPts val="0"/>
              </a:spcAft>
              <a:buNone/>
              <a:tabLst/>
              <a:defRPr lang="en-GB" sz="1800" dirty="0" smtClean="0">
                <a:solidFill>
                  <a:schemeClr val="tx1"/>
                </a:solidFill>
                <a:latin typeface="+mn-lt"/>
              </a:defRPr>
            </a:lvl2pPr>
            <a:lvl3pPr marL="0" indent="0" algn="l">
              <a:lnSpc>
                <a:spcPct val="110000"/>
              </a:lnSpc>
              <a:spcBef>
                <a:spcPts val="0"/>
              </a:spcBef>
              <a:spcAft>
                <a:spcPts val="0"/>
              </a:spcAft>
              <a:buNone/>
              <a:tabLst/>
              <a:defRPr lang="en-GB" sz="1800" dirty="0" smtClean="0">
                <a:solidFill>
                  <a:schemeClr val="tx1"/>
                </a:solidFill>
                <a:latin typeface="+mn-lt"/>
              </a:defRPr>
            </a:lvl3pPr>
            <a:lvl4pPr marL="0" indent="0" algn="l">
              <a:lnSpc>
                <a:spcPct val="110000"/>
              </a:lnSpc>
              <a:spcBef>
                <a:spcPts val="0"/>
              </a:spcBef>
              <a:spcAft>
                <a:spcPts val="0"/>
              </a:spcAft>
              <a:buNone/>
              <a:tabLst/>
              <a:defRPr lang="en-GB" sz="1800" dirty="0" smtClean="0">
                <a:solidFill>
                  <a:schemeClr val="tx1"/>
                </a:solidFill>
                <a:latin typeface="+mn-lt"/>
              </a:defRPr>
            </a:lvl4pPr>
            <a:lvl5pPr marL="0" indent="0" algn="l">
              <a:lnSpc>
                <a:spcPct val="110000"/>
              </a:lnSpc>
              <a:spcBef>
                <a:spcPts val="0"/>
              </a:spcBef>
              <a:spcAft>
                <a:spcPts val="0"/>
              </a:spcAft>
              <a:buNone/>
              <a:tabLst/>
              <a:defRPr lang="en-GB" sz="1800" dirty="0" smtClean="0">
                <a:solidFill>
                  <a:schemeClr val="tx1"/>
                </a:solidFill>
                <a:latin typeface="+mn-lt"/>
              </a:defRPr>
            </a:lvl5pPr>
            <a:lvl6pPr marL="0" indent="0" algn="l">
              <a:lnSpc>
                <a:spcPct val="110000"/>
              </a:lnSpc>
              <a:spcBef>
                <a:spcPts val="0"/>
              </a:spcBef>
              <a:spcAft>
                <a:spcPts val="0"/>
              </a:spcAft>
              <a:buNone/>
              <a:tabLst/>
              <a:defRPr lang="en-GB" sz="1800" dirty="0" smtClean="0">
                <a:solidFill>
                  <a:schemeClr val="tx1"/>
                </a:solidFill>
                <a:latin typeface="+mn-lt"/>
              </a:defRPr>
            </a:lvl6pPr>
            <a:lvl7pPr marL="0" indent="0" algn="l">
              <a:lnSpc>
                <a:spcPct val="110000"/>
              </a:lnSpc>
              <a:spcBef>
                <a:spcPts val="0"/>
              </a:spcBef>
              <a:spcAft>
                <a:spcPts val="0"/>
              </a:spcAft>
              <a:buNone/>
              <a:tabLst/>
              <a:defRPr lang="en-GB" sz="1800" dirty="0" smtClean="0">
                <a:solidFill>
                  <a:schemeClr val="tx1"/>
                </a:solidFill>
                <a:latin typeface="+mn-lt"/>
              </a:defRPr>
            </a:lvl7pPr>
            <a:lvl8pPr marL="0" indent="0" algn="l">
              <a:lnSpc>
                <a:spcPct val="110000"/>
              </a:lnSpc>
              <a:spcBef>
                <a:spcPts val="0"/>
              </a:spcBef>
              <a:spcAft>
                <a:spcPts val="0"/>
              </a:spcAft>
              <a:buNone/>
              <a:tabLst/>
              <a:defRPr lang="en-GB" sz="1800" dirty="0" smtClean="0">
                <a:solidFill>
                  <a:schemeClr val="tx1"/>
                </a:solidFill>
                <a:latin typeface="+mn-lt"/>
              </a:defRPr>
            </a:lvl8pPr>
            <a:lvl9pPr marL="0" indent="0" algn="l">
              <a:lnSpc>
                <a:spcPct val="110000"/>
              </a:lnSpc>
              <a:spcBef>
                <a:spcPts val="0"/>
              </a:spcBef>
              <a:spcAft>
                <a:spcPts val="0"/>
              </a:spcAft>
              <a:buNone/>
              <a:tabLst/>
              <a:defRPr lang="en-GB" sz="1800" dirty="0">
                <a:solidFill>
                  <a:schemeClr val="tx1"/>
                </a:solidFill>
                <a:latin typeface="+mn-lt"/>
              </a:defRPr>
            </a:lvl9pPr>
          </a:lstStyle>
          <a:p>
            <a:pPr lvl="0"/>
            <a:r>
              <a:rPr lang="en-GB"/>
              <a:t>Subtitle. Delete if not required.</a:t>
            </a:r>
          </a:p>
        </p:txBody>
      </p:sp>
      <p:sp>
        <p:nvSpPr>
          <p:cNvPr id="4" name="Footer Placeholder 4">
            <a:extLst>
              <a:ext uri="{FF2B5EF4-FFF2-40B4-BE49-F238E27FC236}">
                <a16:creationId xmlns:a16="http://schemas.microsoft.com/office/drawing/2014/main" id="{09011399-EA78-1501-D5C3-39F7E534C30C}"/>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18955297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AC08568-CB34-FA3A-354B-5E34EE1B1FD2}"/>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0450DE-2BB5-2901-3769-3BBFA07946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7">
            <a:extLst>
              <a:ext uri="{FF2B5EF4-FFF2-40B4-BE49-F238E27FC236}">
                <a16:creationId xmlns:a16="http://schemas.microsoft.com/office/drawing/2014/main" id="{65B587F7-0E47-48EC-A5BC-5623F62D615C}"/>
              </a:ext>
            </a:extLst>
          </p:cNvPr>
          <p:cNvSpPr>
            <a:spLocks noGrp="1"/>
          </p:cNvSpPr>
          <p:nvPr>
            <p:ph type="body" sz="quarter" idx="14" hasCustomPrompt="1"/>
          </p:nvPr>
        </p:nvSpPr>
        <p:spPr>
          <a:xfrm>
            <a:off x="8124825" y="295200"/>
            <a:ext cx="3778250" cy="876375"/>
          </a:xfrm>
        </p:spPr>
        <p:txBody>
          <a:bodyPr/>
          <a:lstStyle>
            <a:lvl1pPr>
              <a:defRPr sz="1400"/>
            </a:lvl1pPr>
            <a:lvl2pPr>
              <a:defRPr sz="1400"/>
            </a:lvl2pPr>
            <a:lvl3pPr>
              <a:defRPr sz="1200"/>
            </a:lvl3pPr>
          </a:lstStyle>
          <a:p>
            <a:pPr lvl="0"/>
            <a:r>
              <a:rPr lang="en-GB"/>
              <a:t>Click to add text. Delete if not required.</a:t>
            </a:r>
          </a:p>
          <a:p>
            <a:pPr lvl="1"/>
            <a:r>
              <a:rPr lang="en-GB"/>
              <a:t>Second level</a:t>
            </a:r>
          </a:p>
          <a:p>
            <a:pPr lvl="2"/>
            <a:r>
              <a:rPr lang="en-GB"/>
              <a:t>Third level</a:t>
            </a:r>
          </a:p>
        </p:txBody>
      </p:sp>
      <p:sp>
        <p:nvSpPr>
          <p:cNvPr id="6" name="Slide Number Placeholder 5">
            <a:extLst>
              <a:ext uri="{FF2B5EF4-FFF2-40B4-BE49-F238E27FC236}">
                <a16:creationId xmlns:a16="http://schemas.microsoft.com/office/drawing/2014/main" id="{3FB68AB9-3222-3CF5-BF4D-DB291E974D21}"/>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4" name="Subtitle 2">
            <a:extLst>
              <a:ext uri="{FF2B5EF4-FFF2-40B4-BE49-F238E27FC236}">
                <a16:creationId xmlns:a16="http://schemas.microsoft.com/office/drawing/2014/main" id="{443DEE11-107C-6B66-46B9-BE5E88B65B71}"/>
              </a:ext>
            </a:extLst>
          </p:cNvPr>
          <p:cNvSpPr>
            <a:spLocks noGrp="1"/>
          </p:cNvSpPr>
          <p:nvPr>
            <p:ph type="subTitle" idx="15" hasCustomPrompt="1"/>
          </p:nvPr>
        </p:nvSpPr>
        <p:spPr>
          <a:xfrm>
            <a:off x="288302" y="713620"/>
            <a:ext cx="5733083" cy="292965"/>
          </a:xfrm>
        </p:spPr>
        <p:txBody>
          <a:bodyPr wrap="square" anchor="t">
            <a:spAutoFit/>
          </a:bodyPr>
          <a:lstStyle>
            <a:lvl1pPr marL="0" indent="0" algn="l">
              <a:lnSpc>
                <a:spcPct val="110000"/>
              </a:lnSpc>
              <a:spcBef>
                <a:spcPts val="0"/>
              </a:spcBef>
              <a:spcAft>
                <a:spcPts val="0"/>
              </a:spcAft>
              <a:buNone/>
              <a:tabLst/>
              <a:defRPr lang="en-GB" sz="1800" b="1" dirty="0" smtClean="0">
                <a:solidFill>
                  <a:schemeClr val="tx1"/>
                </a:solidFill>
                <a:latin typeface="+mn-lt"/>
              </a:defRPr>
            </a:lvl1pPr>
            <a:lvl2pPr marL="0" indent="0" algn="l">
              <a:lnSpc>
                <a:spcPct val="110000"/>
              </a:lnSpc>
              <a:spcBef>
                <a:spcPts val="0"/>
              </a:spcBef>
              <a:spcAft>
                <a:spcPts val="0"/>
              </a:spcAft>
              <a:buNone/>
              <a:tabLst/>
              <a:defRPr lang="en-GB" sz="1800" dirty="0" smtClean="0">
                <a:solidFill>
                  <a:schemeClr val="tx1"/>
                </a:solidFill>
                <a:latin typeface="+mn-lt"/>
              </a:defRPr>
            </a:lvl2pPr>
            <a:lvl3pPr marL="0" indent="0" algn="l">
              <a:lnSpc>
                <a:spcPct val="110000"/>
              </a:lnSpc>
              <a:spcBef>
                <a:spcPts val="0"/>
              </a:spcBef>
              <a:spcAft>
                <a:spcPts val="0"/>
              </a:spcAft>
              <a:buNone/>
              <a:tabLst/>
              <a:defRPr lang="en-GB" sz="1800" dirty="0" smtClean="0">
                <a:solidFill>
                  <a:schemeClr val="tx1"/>
                </a:solidFill>
                <a:latin typeface="+mn-lt"/>
              </a:defRPr>
            </a:lvl3pPr>
            <a:lvl4pPr marL="0" indent="0" algn="l">
              <a:lnSpc>
                <a:spcPct val="110000"/>
              </a:lnSpc>
              <a:spcBef>
                <a:spcPts val="0"/>
              </a:spcBef>
              <a:spcAft>
                <a:spcPts val="0"/>
              </a:spcAft>
              <a:buNone/>
              <a:tabLst/>
              <a:defRPr lang="en-GB" sz="1800" dirty="0" smtClean="0">
                <a:solidFill>
                  <a:schemeClr val="tx1"/>
                </a:solidFill>
                <a:latin typeface="+mn-lt"/>
              </a:defRPr>
            </a:lvl4pPr>
            <a:lvl5pPr marL="0" indent="0" algn="l">
              <a:lnSpc>
                <a:spcPct val="110000"/>
              </a:lnSpc>
              <a:spcBef>
                <a:spcPts val="0"/>
              </a:spcBef>
              <a:spcAft>
                <a:spcPts val="0"/>
              </a:spcAft>
              <a:buNone/>
              <a:tabLst/>
              <a:defRPr lang="en-GB" sz="1800" dirty="0" smtClean="0">
                <a:solidFill>
                  <a:schemeClr val="tx1"/>
                </a:solidFill>
                <a:latin typeface="+mn-lt"/>
              </a:defRPr>
            </a:lvl5pPr>
            <a:lvl6pPr marL="0" indent="0" algn="l">
              <a:lnSpc>
                <a:spcPct val="110000"/>
              </a:lnSpc>
              <a:spcBef>
                <a:spcPts val="0"/>
              </a:spcBef>
              <a:spcAft>
                <a:spcPts val="0"/>
              </a:spcAft>
              <a:buNone/>
              <a:tabLst/>
              <a:defRPr lang="en-GB" sz="1800" dirty="0" smtClean="0">
                <a:solidFill>
                  <a:schemeClr val="tx1"/>
                </a:solidFill>
                <a:latin typeface="+mn-lt"/>
              </a:defRPr>
            </a:lvl6pPr>
            <a:lvl7pPr marL="0" indent="0" algn="l">
              <a:lnSpc>
                <a:spcPct val="110000"/>
              </a:lnSpc>
              <a:spcBef>
                <a:spcPts val="0"/>
              </a:spcBef>
              <a:spcAft>
                <a:spcPts val="0"/>
              </a:spcAft>
              <a:buNone/>
              <a:tabLst/>
              <a:defRPr lang="en-GB" sz="1800" dirty="0" smtClean="0">
                <a:solidFill>
                  <a:schemeClr val="tx1"/>
                </a:solidFill>
                <a:latin typeface="+mn-lt"/>
              </a:defRPr>
            </a:lvl7pPr>
            <a:lvl8pPr marL="0" indent="0" algn="l">
              <a:lnSpc>
                <a:spcPct val="110000"/>
              </a:lnSpc>
              <a:spcBef>
                <a:spcPts val="0"/>
              </a:spcBef>
              <a:spcAft>
                <a:spcPts val="0"/>
              </a:spcAft>
              <a:buNone/>
              <a:tabLst/>
              <a:defRPr lang="en-GB" sz="1800" dirty="0" smtClean="0">
                <a:solidFill>
                  <a:schemeClr val="tx1"/>
                </a:solidFill>
                <a:latin typeface="+mn-lt"/>
              </a:defRPr>
            </a:lvl8pPr>
            <a:lvl9pPr marL="0" indent="0" algn="l">
              <a:lnSpc>
                <a:spcPct val="110000"/>
              </a:lnSpc>
              <a:spcBef>
                <a:spcPts val="0"/>
              </a:spcBef>
              <a:spcAft>
                <a:spcPts val="0"/>
              </a:spcAft>
              <a:buNone/>
              <a:tabLst/>
              <a:defRPr lang="en-GB" sz="1800" dirty="0">
                <a:solidFill>
                  <a:schemeClr val="tx1"/>
                </a:solidFill>
                <a:latin typeface="+mn-lt"/>
              </a:defRPr>
            </a:lvl9pPr>
          </a:lstStyle>
          <a:p>
            <a:pPr lvl="0"/>
            <a:r>
              <a:rPr lang="en-GB"/>
              <a:t>Subtitle. Delete if not required.</a:t>
            </a:r>
          </a:p>
        </p:txBody>
      </p:sp>
      <p:sp>
        <p:nvSpPr>
          <p:cNvPr id="8" name="Footer Placeholder 4">
            <a:extLst>
              <a:ext uri="{FF2B5EF4-FFF2-40B4-BE49-F238E27FC236}">
                <a16:creationId xmlns:a16="http://schemas.microsoft.com/office/drawing/2014/main" id="{7234E43D-E2A8-6090-A515-BA67D1DC031F}"/>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10119146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4D7FB2-B0CA-4C96-0E9E-CB4BA9057AF8}"/>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8" name="Content Placeholder 2">
            <a:extLst>
              <a:ext uri="{FF2B5EF4-FFF2-40B4-BE49-F238E27FC236}">
                <a16:creationId xmlns:a16="http://schemas.microsoft.com/office/drawing/2014/main" id="{56A9A479-5865-E7E2-91F8-228379565FE9}"/>
              </a:ext>
            </a:extLst>
          </p:cNvPr>
          <p:cNvSpPr>
            <a:spLocks noGrp="1"/>
          </p:cNvSpPr>
          <p:nvPr>
            <p:ph idx="1"/>
          </p:nvPr>
        </p:nvSpPr>
        <p:spPr>
          <a:xfrm>
            <a:off x="289384" y="1822449"/>
            <a:ext cx="5732003" cy="3943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C843A736-3CCC-0374-4B82-29356E6E54DC}"/>
              </a:ext>
            </a:extLst>
          </p:cNvPr>
          <p:cNvSpPr>
            <a:spLocks noGrp="1"/>
          </p:cNvSpPr>
          <p:nvPr>
            <p:ph idx="13"/>
          </p:nvPr>
        </p:nvSpPr>
        <p:spPr>
          <a:xfrm>
            <a:off x="6165851" y="1822450"/>
            <a:ext cx="5734049"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7">
            <a:extLst>
              <a:ext uri="{FF2B5EF4-FFF2-40B4-BE49-F238E27FC236}">
                <a16:creationId xmlns:a16="http://schemas.microsoft.com/office/drawing/2014/main" id="{F80BC13B-177D-A0D3-7A97-8F3C3A8E7391}"/>
              </a:ext>
            </a:extLst>
          </p:cNvPr>
          <p:cNvSpPr>
            <a:spLocks noGrp="1"/>
          </p:cNvSpPr>
          <p:nvPr>
            <p:ph type="body" sz="quarter" idx="14" hasCustomPrompt="1"/>
          </p:nvPr>
        </p:nvSpPr>
        <p:spPr>
          <a:xfrm>
            <a:off x="8124825" y="295200"/>
            <a:ext cx="3778250" cy="876375"/>
          </a:xfrm>
        </p:spPr>
        <p:txBody>
          <a:bodyPr/>
          <a:lstStyle>
            <a:lvl1pPr>
              <a:defRPr sz="1400"/>
            </a:lvl1pPr>
            <a:lvl2pPr>
              <a:defRPr sz="1400"/>
            </a:lvl2pPr>
            <a:lvl3pPr>
              <a:defRPr sz="1200"/>
            </a:lvl3pPr>
          </a:lstStyle>
          <a:p>
            <a:pPr lvl="0"/>
            <a:r>
              <a:rPr lang="en-GB"/>
              <a:t>Click to add text. Delete if not required.</a:t>
            </a:r>
          </a:p>
          <a:p>
            <a:pPr lvl="1"/>
            <a:r>
              <a:rPr lang="en-GB"/>
              <a:t>Second level</a:t>
            </a:r>
          </a:p>
          <a:p>
            <a:pPr lvl="2"/>
            <a:r>
              <a:rPr lang="en-GB"/>
              <a:t>Third level</a:t>
            </a:r>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2" name="Subtitle 2">
            <a:extLst>
              <a:ext uri="{FF2B5EF4-FFF2-40B4-BE49-F238E27FC236}">
                <a16:creationId xmlns:a16="http://schemas.microsoft.com/office/drawing/2014/main" id="{56361D27-85D4-45EB-31D3-6D805D2E106E}"/>
              </a:ext>
            </a:extLst>
          </p:cNvPr>
          <p:cNvSpPr>
            <a:spLocks noGrp="1"/>
          </p:cNvSpPr>
          <p:nvPr>
            <p:ph type="subTitle" idx="15"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a:t>Subtitle. Delete if not required.</a:t>
            </a:r>
          </a:p>
        </p:txBody>
      </p:sp>
      <p:sp>
        <p:nvSpPr>
          <p:cNvPr id="5" name="Footer Placeholder 4">
            <a:extLst>
              <a:ext uri="{FF2B5EF4-FFF2-40B4-BE49-F238E27FC236}">
                <a16:creationId xmlns:a16="http://schemas.microsoft.com/office/drawing/2014/main" id="{22BA91C6-E980-9240-DC55-BBA4867CB9FE}"/>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704183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C8828CA-7D5C-3E61-D35B-06A376A834B0}"/>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8" name="Content Placeholder 2">
            <a:extLst>
              <a:ext uri="{FF2B5EF4-FFF2-40B4-BE49-F238E27FC236}">
                <a16:creationId xmlns:a16="http://schemas.microsoft.com/office/drawing/2014/main" id="{56A9A479-5865-E7E2-91F8-228379565FE9}"/>
              </a:ext>
            </a:extLst>
          </p:cNvPr>
          <p:cNvSpPr>
            <a:spLocks noGrp="1"/>
          </p:cNvSpPr>
          <p:nvPr>
            <p:ph idx="1"/>
          </p:nvPr>
        </p:nvSpPr>
        <p:spPr>
          <a:xfrm>
            <a:off x="289384" y="1822451"/>
            <a:ext cx="3773029" cy="3943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C843A736-3CCC-0374-4B82-29356E6E54DC}"/>
              </a:ext>
            </a:extLst>
          </p:cNvPr>
          <p:cNvSpPr>
            <a:spLocks noGrp="1"/>
          </p:cNvSpPr>
          <p:nvPr>
            <p:ph idx="13"/>
          </p:nvPr>
        </p:nvSpPr>
        <p:spPr>
          <a:xfrm>
            <a:off x="4208923" y="1822451"/>
            <a:ext cx="3773028" cy="3943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2">
            <a:extLst>
              <a:ext uri="{FF2B5EF4-FFF2-40B4-BE49-F238E27FC236}">
                <a16:creationId xmlns:a16="http://schemas.microsoft.com/office/drawing/2014/main" id="{2D07DFA4-9148-416B-352F-29E5676A6A00}"/>
              </a:ext>
            </a:extLst>
          </p:cNvPr>
          <p:cNvSpPr>
            <a:spLocks noGrp="1"/>
          </p:cNvSpPr>
          <p:nvPr>
            <p:ph idx="14"/>
          </p:nvPr>
        </p:nvSpPr>
        <p:spPr>
          <a:xfrm>
            <a:off x="8129587" y="1822451"/>
            <a:ext cx="3773028" cy="3943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7">
            <a:extLst>
              <a:ext uri="{FF2B5EF4-FFF2-40B4-BE49-F238E27FC236}">
                <a16:creationId xmlns:a16="http://schemas.microsoft.com/office/drawing/2014/main" id="{66A26018-CD47-11D0-838D-A1A2D71C4DE9}"/>
              </a:ext>
            </a:extLst>
          </p:cNvPr>
          <p:cNvSpPr>
            <a:spLocks noGrp="1"/>
          </p:cNvSpPr>
          <p:nvPr>
            <p:ph type="body" sz="quarter" idx="15" hasCustomPrompt="1"/>
          </p:nvPr>
        </p:nvSpPr>
        <p:spPr>
          <a:xfrm>
            <a:off x="8125200" y="295200"/>
            <a:ext cx="3773488" cy="876375"/>
          </a:xfrm>
        </p:spPr>
        <p:txBody>
          <a:bodyPr/>
          <a:lstStyle>
            <a:lvl1pPr>
              <a:defRPr sz="1400"/>
            </a:lvl1pPr>
            <a:lvl2pPr>
              <a:defRPr sz="1400"/>
            </a:lvl2pPr>
            <a:lvl3pPr>
              <a:defRPr sz="1200"/>
            </a:lvl3pPr>
          </a:lstStyle>
          <a:p>
            <a:pPr lvl="0"/>
            <a:r>
              <a:rPr lang="en-GB"/>
              <a:t>Click to add text. Delete if not required.</a:t>
            </a:r>
          </a:p>
          <a:p>
            <a:pPr lvl="1"/>
            <a:r>
              <a:rPr lang="en-GB"/>
              <a:t>Second level</a:t>
            </a:r>
          </a:p>
          <a:p>
            <a:pPr lvl="2"/>
            <a:r>
              <a:rPr lang="en-GB"/>
              <a:t>Third level</a:t>
            </a:r>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5" name="Subtitle 2">
            <a:extLst>
              <a:ext uri="{FF2B5EF4-FFF2-40B4-BE49-F238E27FC236}">
                <a16:creationId xmlns:a16="http://schemas.microsoft.com/office/drawing/2014/main" id="{D960C6BF-F9C7-01C8-7601-5B209FAE017D}"/>
              </a:ext>
            </a:extLst>
          </p:cNvPr>
          <p:cNvSpPr>
            <a:spLocks noGrp="1"/>
          </p:cNvSpPr>
          <p:nvPr>
            <p:ph type="subTitle" idx="16"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a:t>Subtitle. Delete if not required.</a:t>
            </a:r>
          </a:p>
        </p:txBody>
      </p:sp>
      <p:sp>
        <p:nvSpPr>
          <p:cNvPr id="2" name="Footer Placeholder 4">
            <a:extLst>
              <a:ext uri="{FF2B5EF4-FFF2-40B4-BE49-F238E27FC236}">
                <a16:creationId xmlns:a16="http://schemas.microsoft.com/office/drawing/2014/main" id="{67699C8C-E675-503A-24B2-BFCC24CE49A7}"/>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35792683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Images and Text">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FD914B4A-06B9-EB7A-743E-14A6560485EF}"/>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4" name="Picture Placeholder 3">
            <a:extLst>
              <a:ext uri="{FF2B5EF4-FFF2-40B4-BE49-F238E27FC236}">
                <a16:creationId xmlns:a16="http://schemas.microsoft.com/office/drawing/2014/main" id="{A2903A13-6903-3CAB-953B-86997724B440}"/>
              </a:ext>
            </a:extLst>
          </p:cNvPr>
          <p:cNvSpPr>
            <a:spLocks noGrp="1"/>
          </p:cNvSpPr>
          <p:nvPr>
            <p:ph type="pic" sz="quarter" idx="15" hasCustomPrompt="1"/>
          </p:nvPr>
        </p:nvSpPr>
        <p:spPr>
          <a:xfrm>
            <a:off x="292099" y="1306514"/>
            <a:ext cx="3770314" cy="1908174"/>
          </a:xfrm>
          <a:solidFill>
            <a:schemeClr val="tx2"/>
          </a:solidFill>
        </p:spPr>
        <p:txBody>
          <a:bodyPr vert="horz" lIns="0" tIns="0" rIns="0" bIns="0" rtlCol="0">
            <a:noAutofit/>
          </a:bodyPr>
          <a:lstStyle>
            <a:lvl1pPr>
              <a:defRPr lang="en-GB" dirty="0">
                <a:solidFill>
                  <a:schemeClr val="tx1"/>
                </a:solidFill>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0" name="Picture Placeholder 3">
            <a:extLst>
              <a:ext uri="{FF2B5EF4-FFF2-40B4-BE49-F238E27FC236}">
                <a16:creationId xmlns:a16="http://schemas.microsoft.com/office/drawing/2014/main" id="{1B5E5492-00A8-B509-4464-956D8959E92C}"/>
              </a:ext>
            </a:extLst>
          </p:cNvPr>
          <p:cNvSpPr>
            <a:spLocks noGrp="1"/>
          </p:cNvSpPr>
          <p:nvPr>
            <p:ph type="pic" sz="quarter" idx="16" hasCustomPrompt="1"/>
          </p:nvPr>
        </p:nvSpPr>
        <p:spPr>
          <a:xfrm>
            <a:off x="4206876" y="1306514"/>
            <a:ext cx="3775076" cy="1908174"/>
          </a:xfrm>
          <a:solidFill>
            <a:schemeClr val="tx2"/>
          </a:solidFill>
        </p:spPr>
        <p:txBody>
          <a:bodyPr vert="horz" lIns="0" tIns="0" rIns="0" bIns="0" rtlCol="0">
            <a:noAutofit/>
          </a:bodyPr>
          <a:lstStyle>
            <a:lvl1pPr>
              <a:defRPr lang="en-GB"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1" name="Picture Placeholder 3">
            <a:extLst>
              <a:ext uri="{FF2B5EF4-FFF2-40B4-BE49-F238E27FC236}">
                <a16:creationId xmlns:a16="http://schemas.microsoft.com/office/drawing/2014/main" id="{5230A832-8B14-0097-7902-DB48A4A889E3}"/>
              </a:ext>
            </a:extLst>
          </p:cNvPr>
          <p:cNvSpPr>
            <a:spLocks noGrp="1"/>
          </p:cNvSpPr>
          <p:nvPr>
            <p:ph type="pic" sz="quarter" idx="17" hasCustomPrompt="1"/>
          </p:nvPr>
        </p:nvSpPr>
        <p:spPr>
          <a:xfrm>
            <a:off x="8124824" y="1306514"/>
            <a:ext cx="3775075" cy="1908174"/>
          </a:xfrm>
          <a:solidFill>
            <a:schemeClr val="tx2"/>
          </a:solidFill>
        </p:spPr>
        <p:txBody>
          <a:bodyPr vert="horz" lIns="0" tIns="0" rIns="0" bIns="0" rtlCol="0">
            <a:noAutofit/>
          </a:bodyPr>
          <a:lstStyle>
            <a:lvl1pPr>
              <a:defRPr lang="en-GB"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3" name="Text Placeholder 7">
            <a:extLst>
              <a:ext uri="{FF2B5EF4-FFF2-40B4-BE49-F238E27FC236}">
                <a16:creationId xmlns:a16="http://schemas.microsoft.com/office/drawing/2014/main" id="{8C00D127-E34B-E7AD-7F27-D3CB55135083}"/>
              </a:ext>
            </a:extLst>
          </p:cNvPr>
          <p:cNvSpPr>
            <a:spLocks noGrp="1"/>
          </p:cNvSpPr>
          <p:nvPr>
            <p:ph type="body" sz="quarter" idx="18" hasCustomPrompt="1"/>
          </p:nvPr>
        </p:nvSpPr>
        <p:spPr>
          <a:xfrm>
            <a:off x="8124205" y="295200"/>
            <a:ext cx="3778870" cy="876375"/>
          </a:xfrm>
        </p:spPr>
        <p:txBody>
          <a:bodyPr/>
          <a:lstStyle>
            <a:lvl1pPr>
              <a:defRPr sz="1400"/>
            </a:lvl1pPr>
            <a:lvl2pPr>
              <a:defRPr sz="1400"/>
            </a:lvl2pPr>
            <a:lvl3pPr>
              <a:defRPr sz="1200"/>
            </a:lvl3pPr>
          </a:lstStyle>
          <a:p>
            <a:pPr lvl="0"/>
            <a:r>
              <a:rPr lang="en-GB"/>
              <a:t>Click to add text. Delete if not required.</a:t>
            </a:r>
          </a:p>
          <a:p>
            <a:pPr lvl="1"/>
            <a:r>
              <a:rPr lang="en-GB"/>
              <a:t>Second level</a:t>
            </a:r>
          </a:p>
          <a:p>
            <a:pPr lvl="2"/>
            <a:r>
              <a:rPr lang="en-GB"/>
              <a:t>Third level</a:t>
            </a:r>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2" name="Subtitle 2">
            <a:extLst>
              <a:ext uri="{FF2B5EF4-FFF2-40B4-BE49-F238E27FC236}">
                <a16:creationId xmlns:a16="http://schemas.microsoft.com/office/drawing/2014/main" id="{A957F58C-3461-45A3-5C7B-FEC0AE9787AA}"/>
              </a:ext>
            </a:extLst>
          </p:cNvPr>
          <p:cNvSpPr>
            <a:spLocks noGrp="1"/>
          </p:cNvSpPr>
          <p:nvPr>
            <p:ph type="subTitle" idx="19"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a:t>Subtitle. Delete if not required.</a:t>
            </a:r>
          </a:p>
        </p:txBody>
      </p:sp>
      <p:sp>
        <p:nvSpPr>
          <p:cNvPr id="12" name="Text Placeholder 11">
            <a:extLst>
              <a:ext uri="{FF2B5EF4-FFF2-40B4-BE49-F238E27FC236}">
                <a16:creationId xmlns:a16="http://schemas.microsoft.com/office/drawing/2014/main" id="{C0E54879-16D3-D32C-7096-C2022A52D2DF}"/>
              </a:ext>
            </a:extLst>
          </p:cNvPr>
          <p:cNvSpPr>
            <a:spLocks noGrp="1"/>
          </p:cNvSpPr>
          <p:nvPr>
            <p:ph type="body" sz="quarter" idx="20"/>
          </p:nvPr>
        </p:nvSpPr>
        <p:spPr>
          <a:xfrm>
            <a:off x="288925" y="3357563"/>
            <a:ext cx="3769200" cy="2408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Text Placeholder 11">
            <a:extLst>
              <a:ext uri="{FF2B5EF4-FFF2-40B4-BE49-F238E27FC236}">
                <a16:creationId xmlns:a16="http://schemas.microsoft.com/office/drawing/2014/main" id="{111B2AEB-EC1B-D6B6-2A0C-C42A73F419DD}"/>
              </a:ext>
            </a:extLst>
          </p:cNvPr>
          <p:cNvSpPr>
            <a:spLocks noGrp="1"/>
          </p:cNvSpPr>
          <p:nvPr>
            <p:ph type="body" sz="quarter" idx="21"/>
          </p:nvPr>
        </p:nvSpPr>
        <p:spPr>
          <a:xfrm>
            <a:off x="4206876" y="3357563"/>
            <a:ext cx="3776400" cy="2408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1">
            <a:extLst>
              <a:ext uri="{FF2B5EF4-FFF2-40B4-BE49-F238E27FC236}">
                <a16:creationId xmlns:a16="http://schemas.microsoft.com/office/drawing/2014/main" id="{604DF7D6-F323-CF70-9E5E-634416CD4FA3}"/>
              </a:ext>
            </a:extLst>
          </p:cNvPr>
          <p:cNvSpPr>
            <a:spLocks noGrp="1"/>
          </p:cNvSpPr>
          <p:nvPr>
            <p:ph type="body" sz="quarter" idx="22"/>
          </p:nvPr>
        </p:nvSpPr>
        <p:spPr>
          <a:xfrm>
            <a:off x="8124824" y="3357563"/>
            <a:ext cx="3776400" cy="2408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Footer Placeholder 4">
            <a:extLst>
              <a:ext uri="{FF2B5EF4-FFF2-40B4-BE49-F238E27FC236}">
                <a16:creationId xmlns:a16="http://schemas.microsoft.com/office/drawing/2014/main" id="{A50A90C1-8224-5C16-1EC9-D3E24C8CF223}"/>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27232907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7510D54-8AF6-FB56-756F-08A956F574D9}"/>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8" name="Content Placeholder 2">
            <a:extLst>
              <a:ext uri="{FF2B5EF4-FFF2-40B4-BE49-F238E27FC236}">
                <a16:creationId xmlns:a16="http://schemas.microsoft.com/office/drawing/2014/main" id="{56A9A479-5865-E7E2-91F8-228379565FE9}"/>
              </a:ext>
            </a:extLst>
          </p:cNvPr>
          <p:cNvSpPr>
            <a:spLocks noGrp="1"/>
          </p:cNvSpPr>
          <p:nvPr>
            <p:ph idx="1"/>
          </p:nvPr>
        </p:nvSpPr>
        <p:spPr>
          <a:xfrm>
            <a:off x="289384" y="1822449"/>
            <a:ext cx="2793541" cy="3943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C843A736-3CCC-0374-4B82-29356E6E54DC}"/>
              </a:ext>
            </a:extLst>
          </p:cNvPr>
          <p:cNvSpPr>
            <a:spLocks noGrp="1"/>
          </p:cNvSpPr>
          <p:nvPr>
            <p:ph idx="13"/>
          </p:nvPr>
        </p:nvSpPr>
        <p:spPr>
          <a:xfrm>
            <a:off x="6165853" y="1822450"/>
            <a:ext cx="2795586"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2">
            <a:extLst>
              <a:ext uri="{FF2B5EF4-FFF2-40B4-BE49-F238E27FC236}">
                <a16:creationId xmlns:a16="http://schemas.microsoft.com/office/drawing/2014/main" id="{73E966BC-48D6-0237-3D83-9F8CB77DC975}"/>
              </a:ext>
            </a:extLst>
          </p:cNvPr>
          <p:cNvSpPr>
            <a:spLocks noGrp="1"/>
          </p:cNvSpPr>
          <p:nvPr>
            <p:ph idx="14"/>
          </p:nvPr>
        </p:nvSpPr>
        <p:spPr>
          <a:xfrm>
            <a:off x="3225801" y="1822450"/>
            <a:ext cx="2793542"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2">
            <a:extLst>
              <a:ext uri="{FF2B5EF4-FFF2-40B4-BE49-F238E27FC236}">
                <a16:creationId xmlns:a16="http://schemas.microsoft.com/office/drawing/2014/main" id="{48B10B95-D320-4FA6-98CE-883417C5DC22}"/>
              </a:ext>
            </a:extLst>
          </p:cNvPr>
          <p:cNvSpPr>
            <a:spLocks noGrp="1"/>
          </p:cNvSpPr>
          <p:nvPr>
            <p:ph idx="15"/>
          </p:nvPr>
        </p:nvSpPr>
        <p:spPr>
          <a:xfrm>
            <a:off x="9104313" y="1822450"/>
            <a:ext cx="2795587"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7">
            <a:extLst>
              <a:ext uri="{FF2B5EF4-FFF2-40B4-BE49-F238E27FC236}">
                <a16:creationId xmlns:a16="http://schemas.microsoft.com/office/drawing/2014/main" id="{E3C7D5F1-8B5D-5312-7A0B-9754F64800D3}"/>
              </a:ext>
            </a:extLst>
          </p:cNvPr>
          <p:cNvSpPr>
            <a:spLocks noGrp="1"/>
          </p:cNvSpPr>
          <p:nvPr>
            <p:ph type="body" sz="quarter" idx="16" hasCustomPrompt="1"/>
          </p:nvPr>
        </p:nvSpPr>
        <p:spPr>
          <a:xfrm>
            <a:off x="8124205" y="295200"/>
            <a:ext cx="3778870" cy="876375"/>
          </a:xfrm>
        </p:spPr>
        <p:txBody>
          <a:bodyPr/>
          <a:lstStyle>
            <a:lvl1pPr>
              <a:defRPr sz="1400"/>
            </a:lvl1pPr>
            <a:lvl2pPr>
              <a:defRPr sz="1400"/>
            </a:lvl2pPr>
            <a:lvl3pPr>
              <a:defRPr sz="1200"/>
            </a:lvl3pPr>
          </a:lstStyle>
          <a:p>
            <a:pPr lvl="0"/>
            <a:r>
              <a:rPr lang="en-GB"/>
              <a:t>Click to add text. Delete if not required.</a:t>
            </a:r>
          </a:p>
          <a:p>
            <a:pPr lvl="1"/>
            <a:r>
              <a:rPr lang="en-GB"/>
              <a:t>Second level</a:t>
            </a:r>
          </a:p>
          <a:p>
            <a:pPr lvl="2"/>
            <a:r>
              <a:rPr lang="en-GB"/>
              <a:t>Third level</a:t>
            </a:r>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2" name="Subtitle 2">
            <a:extLst>
              <a:ext uri="{FF2B5EF4-FFF2-40B4-BE49-F238E27FC236}">
                <a16:creationId xmlns:a16="http://schemas.microsoft.com/office/drawing/2014/main" id="{722B44CB-D9B7-ACB7-EC09-74A55C85B1AA}"/>
              </a:ext>
            </a:extLst>
          </p:cNvPr>
          <p:cNvSpPr>
            <a:spLocks noGrp="1"/>
          </p:cNvSpPr>
          <p:nvPr>
            <p:ph type="subTitle" idx="17"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a:t>Subtitle. Delete if not required.</a:t>
            </a:r>
          </a:p>
        </p:txBody>
      </p:sp>
      <p:sp>
        <p:nvSpPr>
          <p:cNvPr id="10" name="Footer Placeholder 4">
            <a:extLst>
              <a:ext uri="{FF2B5EF4-FFF2-40B4-BE49-F238E27FC236}">
                <a16:creationId xmlns:a16="http://schemas.microsoft.com/office/drawing/2014/main" id="{2FD518FF-79D2-C6D5-01D5-64DFE231209A}"/>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10587201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our Content with Images">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EFD4EAF-3D60-DC5D-9020-CF7FB8FB51D2}"/>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10" name="Picture Placeholder 3">
            <a:extLst>
              <a:ext uri="{FF2B5EF4-FFF2-40B4-BE49-F238E27FC236}">
                <a16:creationId xmlns:a16="http://schemas.microsoft.com/office/drawing/2014/main" id="{4E9C5E07-6992-3F19-1B3D-971FA4CAA6E9}"/>
              </a:ext>
            </a:extLst>
          </p:cNvPr>
          <p:cNvSpPr>
            <a:spLocks noGrp="1"/>
          </p:cNvSpPr>
          <p:nvPr>
            <p:ph type="pic" sz="quarter" idx="16" hasCustomPrompt="1"/>
          </p:nvPr>
        </p:nvSpPr>
        <p:spPr>
          <a:xfrm>
            <a:off x="292100" y="1306514"/>
            <a:ext cx="2790825" cy="1908174"/>
          </a:xfrm>
          <a:solidFill>
            <a:schemeClr val="tx2"/>
          </a:solidFill>
        </p:spPr>
        <p:txBody>
          <a:bodyPr vert="horz" lIns="0" tIns="0" rIns="0" bIns="0" rtlCol="0">
            <a:noAutofit/>
          </a:bodyPr>
          <a:lstStyle>
            <a:lvl1pPr>
              <a:defRPr lang="en-GB">
                <a:solidFill>
                  <a:schemeClr val="tx1"/>
                </a:solidFill>
                <a:latin typeface="+mn-lt"/>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r>
              <a:rPr lang="en-GB"/>
              <a:t> Delete if not required.</a:t>
            </a:r>
            <a:endParaRPr lang="en-US"/>
          </a:p>
        </p:txBody>
      </p:sp>
      <p:sp>
        <p:nvSpPr>
          <p:cNvPr id="11" name="Picture Placeholder 3">
            <a:extLst>
              <a:ext uri="{FF2B5EF4-FFF2-40B4-BE49-F238E27FC236}">
                <a16:creationId xmlns:a16="http://schemas.microsoft.com/office/drawing/2014/main" id="{1DFC9CD2-F9F0-5542-03DE-0F1FE57839DE}"/>
              </a:ext>
            </a:extLst>
          </p:cNvPr>
          <p:cNvSpPr>
            <a:spLocks noGrp="1"/>
          </p:cNvSpPr>
          <p:nvPr>
            <p:ph type="pic" sz="quarter" idx="17" hasCustomPrompt="1"/>
          </p:nvPr>
        </p:nvSpPr>
        <p:spPr>
          <a:xfrm>
            <a:off x="3225800" y="1306515"/>
            <a:ext cx="2795588" cy="1906586"/>
          </a:xfrm>
          <a:solidFill>
            <a:schemeClr val="tx2"/>
          </a:solidFill>
        </p:spPr>
        <p:txBody>
          <a:bodyPr vert="horz" lIns="0" tIns="0" rIns="0" bIns="0" rtlCol="0">
            <a:noAutofit/>
          </a:bodyPr>
          <a:lstStyle>
            <a:lvl1pPr>
              <a:defRPr lang="en-GB" dirty="0">
                <a:solidFill>
                  <a:schemeClr val="tx1"/>
                </a:solidFill>
                <a:latin typeface="+mn-lt"/>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r>
              <a:rPr lang="en-GB"/>
              <a:t> Delete if not required.</a:t>
            </a:r>
            <a:endParaRPr lang="en-US"/>
          </a:p>
        </p:txBody>
      </p:sp>
      <p:sp>
        <p:nvSpPr>
          <p:cNvPr id="12" name="Picture Placeholder 3">
            <a:extLst>
              <a:ext uri="{FF2B5EF4-FFF2-40B4-BE49-F238E27FC236}">
                <a16:creationId xmlns:a16="http://schemas.microsoft.com/office/drawing/2014/main" id="{D5E872F4-C139-6D56-50F9-7D21C3B1C8C0}"/>
              </a:ext>
            </a:extLst>
          </p:cNvPr>
          <p:cNvSpPr>
            <a:spLocks noGrp="1"/>
          </p:cNvSpPr>
          <p:nvPr>
            <p:ph type="pic" sz="quarter" idx="18" hasCustomPrompt="1"/>
          </p:nvPr>
        </p:nvSpPr>
        <p:spPr>
          <a:xfrm>
            <a:off x="6165850" y="1306513"/>
            <a:ext cx="2795588" cy="1908175"/>
          </a:xfrm>
          <a:solidFill>
            <a:schemeClr val="tx2"/>
          </a:solidFill>
        </p:spPr>
        <p:txBody>
          <a:bodyPr vert="horz" lIns="0" tIns="0" rIns="0" bIns="0" rtlCol="0">
            <a:noAutofit/>
          </a:bodyPr>
          <a:lstStyle>
            <a:lvl1pPr>
              <a:defRPr lang="en-GB">
                <a:solidFill>
                  <a:schemeClr val="tx1"/>
                </a:solidFill>
                <a:latin typeface="+mn-lt"/>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r>
              <a:rPr lang="en-GB"/>
              <a:t> Delete if not required.</a:t>
            </a:r>
            <a:endParaRPr lang="en-US"/>
          </a:p>
        </p:txBody>
      </p:sp>
      <p:sp>
        <p:nvSpPr>
          <p:cNvPr id="13" name="Picture Placeholder 3">
            <a:extLst>
              <a:ext uri="{FF2B5EF4-FFF2-40B4-BE49-F238E27FC236}">
                <a16:creationId xmlns:a16="http://schemas.microsoft.com/office/drawing/2014/main" id="{84712E5D-D603-F9AE-3C3A-D37795F75238}"/>
              </a:ext>
            </a:extLst>
          </p:cNvPr>
          <p:cNvSpPr>
            <a:spLocks noGrp="1"/>
          </p:cNvSpPr>
          <p:nvPr>
            <p:ph type="pic" sz="quarter" idx="19" hasCustomPrompt="1"/>
          </p:nvPr>
        </p:nvSpPr>
        <p:spPr>
          <a:xfrm>
            <a:off x="9104313" y="1306513"/>
            <a:ext cx="2799890" cy="1906588"/>
          </a:xfrm>
          <a:solidFill>
            <a:schemeClr val="tx2"/>
          </a:solidFill>
        </p:spPr>
        <p:txBody>
          <a:bodyPr vert="horz" lIns="0" tIns="0" rIns="0" bIns="0" rtlCol="0">
            <a:noAutofit/>
          </a:bodyPr>
          <a:lstStyle>
            <a:lvl1pPr>
              <a:defRPr lang="en-GB" dirty="0">
                <a:solidFill>
                  <a:schemeClr val="tx1"/>
                </a:solidFill>
                <a:latin typeface="+mn-lt"/>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r>
              <a:rPr lang="en-GB"/>
              <a:t> Delete if not required.</a:t>
            </a:r>
            <a:endParaRPr lang="en-US"/>
          </a:p>
        </p:txBody>
      </p:sp>
      <p:sp>
        <p:nvSpPr>
          <p:cNvPr id="5" name="Text Placeholder 7">
            <a:extLst>
              <a:ext uri="{FF2B5EF4-FFF2-40B4-BE49-F238E27FC236}">
                <a16:creationId xmlns:a16="http://schemas.microsoft.com/office/drawing/2014/main" id="{19D9921F-F7C4-B7B7-7BFB-FFFA54F89ACB}"/>
              </a:ext>
            </a:extLst>
          </p:cNvPr>
          <p:cNvSpPr>
            <a:spLocks noGrp="1"/>
          </p:cNvSpPr>
          <p:nvPr>
            <p:ph type="body" sz="quarter" idx="20" hasCustomPrompt="1"/>
          </p:nvPr>
        </p:nvSpPr>
        <p:spPr>
          <a:xfrm>
            <a:off x="8124205" y="295200"/>
            <a:ext cx="3778870" cy="876375"/>
          </a:xfrm>
        </p:spPr>
        <p:txBody>
          <a:bodyPr/>
          <a:lstStyle>
            <a:lvl1pPr>
              <a:defRPr sz="1400"/>
            </a:lvl1pPr>
            <a:lvl2pPr>
              <a:defRPr sz="1400"/>
            </a:lvl2pPr>
            <a:lvl3pPr>
              <a:defRPr sz="1200"/>
            </a:lvl3pPr>
          </a:lstStyle>
          <a:p>
            <a:pPr lvl="0"/>
            <a:r>
              <a:rPr lang="en-GB"/>
              <a:t>Click to add text. Delete if not required.</a:t>
            </a:r>
          </a:p>
          <a:p>
            <a:pPr lvl="1"/>
            <a:r>
              <a:rPr lang="en-GB"/>
              <a:t>Second level</a:t>
            </a:r>
          </a:p>
          <a:p>
            <a:pPr lvl="2"/>
            <a:r>
              <a:rPr lang="en-GB"/>
              <a:t>Third level</a:t>
            </a:r>
          </a:p>
        </p:txBody>
      </p:sp>
      <p:sp>
        <p:nvSpPr>
          <p:cNvPr id="2" name="Subtitle 2">
            <a:extLst>
              <a:ext uri="{FF2B5EF4-FFF2-40B4-BE49-F238E27FC236}">
                <a16:creationId xmlns:a16="http://schemas.microsoft.com/office/drawing/2014/main" id="{A6811233-C261-B7A8-9BF5-E6DBD474B2D8}"/>
              </a:ext>
            </a:extLst>
          </p:cNvPr>
          <p:cNvSpPr>
            <a:spLocks noGrp="1"/>
          </p:cNvSpPr>
          <p:nvPr>
            <p:ph type="subTitle" idx="21"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a:t>Subtitle. Delete if not required.</a:t>
            </a:r>
          </a:p>
        </p:txBody>
      </p:sp>
      <p:sp>
        <p:nvSpPr>
          <p:cNvPr id="14" name="Text Placeholder 11">
            <a:extLst>
              <a:ext uri="{FF2B5EF4-FFF2-40B4-BE49-F238E27FC236}">
                <a16:creationId xmlns:a16="http://schemas.microsoft.com/office/drawing/2014/main" id="{AB473CBC-7605-D3E8-783C-F925B286C464}"/>
              </a:ext>
            </a:extLst>
          </p:cNvPr>
          <p:cNvSpPr>
            <a:spLocks noGrp="1"/>
          </p:cNvSpPr>
          <p:nvPr>
            <p:ph type="body" sz="quarter" idx="22"/>
          </p:nvPr>
        </p:nvSpPr>
        <p:spPr>
          <a:xfrm>
            <a:off x="288925" y="3357563"/>
            <a:ext cx="2790825" cy="2408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1">
            <a:extLst>
              <a:ext uri="{FF2B5EF4-FFF2-40B4-BE49-F238E27FC236}">
                <a16:creationId xmlns:a16="http://schemas.microsoft.com/office/drawing/2014/main" id="{D5F5363E-BC98-62D0-50C8-BB47491FC9D2}"/>
              </a:ext>
            </a:extLst>
          </p:cNvPr>
          <p:cNvSpPr>
            <a:spLocks noGrp="1"/>
          </p:cNvSpPr>
          <p:nvPr>
            <p:ph type="body" sz="quarter" idx="23"/>
          </p:nvPr>
        </p:nvSpPr>
        <p:spPr>
          <a:xfrm>
            <a:off x="3233115" y="3357563"/>
            <a:ext cx="2796156" cy="2408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11">
            <a:extLst>
              <a:ext uri="{FF2B5EF4-FFF2-40B4-BE49-F238E27FC236}">
                <a16:creationId xmlns:a16="http://schemas.microsoft.com/office/drawing/2014/main" id="{2CFDC76E-CB6A-2A48-41EF-35223633C7FE}"/>
              </a:ext>
            </a:extLst>
          </p:cNvPr>
          <p:cNvSpPr>
            <a:spLocks noGrp="1"/>
          </p:cNvSpPr>
          <p:nvPr>
            <p:ph type="body" sz="quarter" idx="24"/>
          </p:nvPr>
        </p:nvSpPr>
        <p:spPr>
          <a:xfrm>
            <a:off x="6175321" y="3357563"/>
            <a:ext cx="2796156" cy="2408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1">
            <a:extLst>
              <a:ext uri="{FF2B5EF4-FFF2-40B4-BE49-F238E27FC236}">
                <a16:creationId xmlns:a16="http://schemas.microsoft.com/office/drawing/2014/main" id="{12E56C66-93E1-5486-DC8D-DDF4C1E184CC}"/>
              </a:ext>
            </a:extLst>
          </p:cNvPr>
          <p:cNvSpPr>
            <a:spLocks noGrp="1"/>
          </p:cNvSpPr>
          <p:nvPr>
            <p:ph type="body" sz="quarter" idx="25"/>
          </p:nvPr>
        </p:nvSpPr>
        <p:spPr>
          <a:xfrm>
            <a:off x="9104313" y="3357563"/>
            <a:ext cx="2800800" cy="2408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Footer Placeholder 4">
            <a:extLst>
              <a:ext uri="{FF2B5EF4-FFF2-40B4-BE49-F238E27FC236}">
                <a16:creationId xmlns:a16="http://schemas.microsoft.com/office/drawing/2014/main" id="{9DCAB8AB-4C0B-7253-B5CE-B910AD2A2752}"/>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20334214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ight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8" name="Content Placeholder 2">
            <a:extLst>
              <a:ext uri="{FF2B5EF4-FFF2-40B4-BE49-F238E27FC236}">
                <a16:creationId xmlns:a16="http://schemas.microsoft.com/office/drawing/2014/main" id="{56A9A479-5865-E7E2-91F8-228379565FE9}"/>
              </a:ext>
            </a:extLst>
          </p:cNvPr>
          <p:cNvSpPr>
            <a:spLocks noGrp="1"/>
          </p:cNvSpPr>
          <p:nvPr>
            <p:ph idx="1"/>
          </p:nvPr>
        </p:nvSpPr>
        <p:spPr>
          <a:xfrm>
            <a:off x="289384" y="1821599"/>
            <a:ext cx="2793541" cy="1902675"/>
          </a:xfrm>
        </p:spPr>
        <p:txBody>
          <a:bodyPr/>
          <a:lstStyle>
            <a:lvl1pPr>
              <a:defRPr lang="en-GB" sz="1400" dirty="0" smtClean="0"/>
            </a:lvl1pPr>
            <a:lvl2pPr>
              <a:defRPr lang="en-GB" sz="1400" dirty="0" smtClean="0"/>
            </a:lvl2pPr>
            <a:lvl3pPr>
              <a:defRPr lang="en-GB" sz="1200" dirty="0" smtClean="0"/>
            </a:lvl3pPr>
            <a:lvl4pPr>
              <a:defRPr lang="en-GB" sz="1200" dirty="0" smtClean="0"/>
            </a:lvl4pPr>
            <a:lvl5pPr>
              <a:defRPr lang="en-GB" sz="8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C843A736-3CCC-0374-4B82-29356E6E54DC}"/>
              </a:ext>
            </a:extLst>
          </p:cNvPr>
          <p:cNvSpPr>
            <a:spLocks noGrp="1"/>
          </p:cNvSpPr>
          <p:nvPr>
            <p:ph idx="13"/>
          </p:nvPr>
        </p:nvSpPr>
        <p:spPr>
          <a:xfrm>
            <a:off x="6165852" y="1821599"/>
            <a:ext cx="2793542" cy="1902675"/>
          </a:xfrm>
        </p:spPr>
        <p:txBody>
          <a:bodyPr/>
          <a:lstStyle>
            <a:lvl1pPr>
              <a:defRPr lang="en-GB" sz="1400" smtClean="0"/>
            </a:lvl1pPr>
            <a:lvl2pPr>
              <a:defRPr lang="en-GB" sz="1400" smtClean="0"/>
            </a:lvl2pPr>
            <a:lvl3pPr>
              <a:defRPr lang="en-GB" sz="1200" smtClean="0"/>
            </a:lvl3pPr>
            <a:lvl4pPr>
              <a:defRPr lang="en-GB" sz="1200" smtClean="0"/>
            </a:lvl4pPr>
            <a:lvl5pPr>
              <a:defRPr lang="en-GB" sz="800" b="0" i="0" kern="1200" dirty="0">
                <a:solidFill>
                  <a:schemeClr val="tx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2">
            <a:extLst>
              <a:ext uri="{FF2B5EF4-FFF2-40B4-BE49-F238E27FC236}">
                <a16:creationId xmlns:a16="http://schemas.microsoft.com/office/drawing/2014/main" id="{73E966BC-48D6-0237-3D83-9F8CB77DC975}"/>
              </a:ext>
            </a:extLst>
          </p:cNvPr>
          <p:cNvSpPr>
            <a:spLocks noGrp="1"/>
          </p:cNvSpPr>
          <p:nvPr>
            <p:ph idx="14"/>
          </p:nvPr>
        </p:nvSpPr>
        <p:spPr>
          <a:xfrm>
            <a:off x="3225800" y="1821599"/>
            <a:ext cx="2803525" cy="1902675"/>
          </a:xfrm>
        </p:spPr>
        <p:txBody>
          <a:bodyPr/>
          <a:lstStyle>
            <a:lvl1pPr>
              <a:defRPr lang="en-GB" sz="1400" smtClean="0"/>
            </a:lvl1pPr>
            <a:lvl2pPr>
              <a:defRPr lang="en-GB" sz="1400" smtClean="0"/>
            </a:lvl2pPr>
            <a:lvl3pPr>
              <a:defRPr lang="en-GB" sz="1200" smtClean="0"/>
            </a:lvl3pPr>
            <a:lvl4pPr>
              <a:defRPr lang="en-GB" sz="1200" smtClean="0"/>
            </a:lvl4pPr>
            <a:lvl5pPr>
              <a:defRPr lang="en-GB" sz="800" b="0" i="0" kern="1200" dirty="0">
                <a:solidFill>
                  <a:schemeClr val="tx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2">
            <a:extLst>
              <a:ext uri="{FF2B5EF4-FFF2-40B4-BE49-F238E27FC236}">
                <a16:creationId xmlns:a16="http://schemas.microsoft.com/office/drawing/2014/main" id="{48B10B95-D320-4FA6-98CE-883417C5DC22}"/>
              </a:ext>
            </a:extLst>
          </p:cNvPr>
          <p:cNvSpPr>
            <a:spLocks noGrp="1"/>
          </p:cNvSpPr>
          <p:nvPr>
            <p:ph idx="15"/>
          </p:nvPr>
        </p:nvSpPr>
        <p:spPr>
          <a:xfrm>
            <a:off x="9105903" y="1821599"/>
            <a:ext cx="2793997" cy="1902675"/>
          </a:xfrm>
        </p:spPr>
        <p:txBody>
          <a:bodyPr/>
          <a:lstStyle>
            <a:lvl1pPr>
              <a:defRPr lang="en-GB" sz="1400" smtClean="0"/>
            </a:lvl1pPr>
            <a:lvl2pPr>
              <a:defRPr lang="en-GB" sz="1400" smtClean="0"/>
            </a:lvl2pPr>
            <a:lvl3pPr>
              <a:defRPr lang="en-GB" sz="1200" smtClean="0"/>
            </a:lvl3pPr>
            <a:lvl4pPr>
              <a:defRPr lang="en-GB" sz="1200" smtClean="0"/>
            </a:lvl4pPr>
            <a:lvl5pPr>
              <a:defRPr lang="en-GB" sz="800" b="0" i="0" kern="1200" dirty="0">
                <a:solidFill>
                  <a:schemeClr val="tx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2">
            <a:extLst>
              <a:ext uri="{FF2B5EF4-FFF2-40B4-BE49-F238E27FC236}">
                <a16:creationId xmlns:a16="http://schemas.microsoft.com/office/drawing/2014/main" id="{F837F62A-0DBC-5C4E-10B1-0A4CD4ADF81F}"/>
              </a:ext>
            </a:extLst>
          </p:cNvPr>
          <p:cNvSpPr>
            <a:spLocks noGrp="1"/>
          </p:cNvSpPr>
          <p:nvPr>
            <p:ph idx="16"/>
          </p:nvPr>
        </p:nvSpPr>
        <p:spPr>
          <a:xfrm>
            <a:off x="289384" y="3871912"/>
            <a:ext cx="2793541" cy="1902673"/>
          </a:xfrm>
        </p:spPr>
        <p:txBody>
          <a:bodyPr/>
          <a:lstStyle>
            <a:lvl1pPr>
              <a:defRPr lang="en-GB" sz="1400" smtClean="0"/>
            </a:lvl1pPr>
            <a:lvl2pPr>
              <a:defRPr lang="en-GB" sz="1400" smtClean="0"/>
            </a:lvl2pPr>
            <a:lvl3pPr>
              <a:defRPr lang="en-GB" sz="1200" smtClean="0"/>
            </a:lvl3pPr>
            <a:lvl4pPr>
              <a:defRPr lang="en-GB" sz="1200" smtClean="0"/>
            </a:lvl4pPr>
            <a:lvl5pPr>
              <a:defRPr lang="en-GB" sz="800" b="0" i="0" kern="1200" dirty="0">
                <a:solidFill>
                  <a:schemeClr val="tx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2">
            <a:extLst>
              <a:ext uri="{FF2B5EF4-FFF2-40B4-BE49-F238E27FC236}">
                <a16:creationId xmlns:a16="http://schemas.microsoft.com/office/drawing/2014/main" id="{D19C36C2-D521-FEE7-A6AC-5710B0CDB350}"/>
              </a:ext>
            </a:extLst>
          </p:cNvPr>
          <p:cNvSpPr>
            <a:spLocks noGrp="1"/>
          </p:cNvSpPr>
          <p:nvPr>
            <p:ph idx="17"/>
          </p:nvPr>
        </p:nvSpPr>
        <p:spPr>
          <a:xfrm>
            <a:off x="6165851" y="3871912"/>
            <a:ext cx="2795588" cy="1902674"/>
          </a:xfrm>
        </p:spPr>
        <p:txBody>
          <a:bodyPr/>
          <a:lstStyle>
            <a:lvl1pPr>
              <a:defRPr lang="en-GB" sz="1400" smtClean="0"/>
            </a:lvl1pPr>
            <a:lvl2pPr>
              <a:defRPr lang="en-GB" sz="1400" smtClean="0"/>
            </a:lvl2pPr>
            <a:lvl3pPr>
              <a:defRPr lang="en-GB" sz="1200" smtClean="0"/>
            </a:lvl3pPr>
            <a:lvl4pPr>
              <a:defRPr lang="en-GB" sz="1200" smtClean="0"/>
            </a:lvl4pPr>
            <a:lvl5pPr>
              <a:defRPr lang="en-GB" sz="800" b="0" i="0" kern="1200" dirty="0">
                <a:solidFill>
                  <a:schemeClr val="tx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2">
            <a:extLst>
              <a:ext uri="{FF2B5EF4-FFF2-40B4-BE49-F238E27FC236}">
                <a16:creationId xmlns:a16="http://schemas.microsoft.com/office/drawing/2014/main" id="{FB6994DE-2295-D9C1-5B16-D2099A816416}"/>
              </a:ext>
            </a:extLst>
          </p:cNvPr>
          <p:cNvSpPr>
            <a:spLocks noGrp="1"/>
          </p:cNvSpPr>
          <p:nvPr>
            <p:ph idx="18"/>
          </p:nvPr>
        </p:nvSpPr>
        <p:spPr>
          <a:xfrm>
            <a:off x="3225801" y="3871912"/>
            <a:ext cx="2795588" cy="1902673"/>
          </a:xfrm>
        </p:spPr>
        <p:txBody>
          <a:bodyPr/>
          <a:lstStyle>
            <a:lvl1pPr>
              <a:defRPr lang="en-GB" sz="1400" smtClean="0"/>
            </a:lvl1pPr>
            <a:lvl2pPr>
              <a:defRPr lang="en-GB" sz="1400" smtClean="0"/>
            </a:lvl2pPr>
            <a:lvl3pPr>
              <a:defRPr lang="en-GB" sz="1200" smtClean="0"/>
            </a:lvl3pPr>
            <a:lvl4pPr>
              <a:defRPr lang="en-GB" sz="1200" smtClean="0"/>
            </a:lvl4pPr>
            <a:lvl5pPr>
              <a:defRPr lang="en-GB" sz="800" b="0" i="0" kern="1200" dirty="0">
                <a:solidFill>
                  <a:schemeClr val="tx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2">
            <a:extLst>
              <a:ext uri="{FF2B5EF4-FFF2-40B4-BE49-F238E27FC236}">
                <a16:creationId xmlns:a16="http://schemas.microsoft.com/office/drawing/2014/main" id="{35D14BC0-5573-6189-1430-BDA9443B2652}"/>
              </a:ext>
            </a:extLst>
          </p:cNvPr>
          <p:cNvSpPr>
            <a:spLocks noGrp="1"/>
          </p:cNvSpPr>
          <p:nvPr>
            <p:ph idx="19"/>
          </p:nvPr>
        </p:nvSpPr>
        <p:spPr>
          <a:xfrm>
            <a:off x="9104313" y="3871912"/>
            <a:ext cx="2795587" cy="1902674"/>
          </a:xfrm>
        </p:spPr>
        <p:txBody>
          <a:bodyPr/>
          <a:lstStyle>
            <a:lvl1pPr>
              <a:defRPr lang="en-GB" sz="1400" smtClean="0"/>
            </a:lvl1pPr>
            <a:lvl2pPr>
              <a:defRPr lang="en-GB" sz="1400" smtClean="0"/>
            </a:lvl2pPr>
            <a:lvl3pPr>
              <a:defRPr lang="en-GB" sz="1200" smtClean="0"/>
            </a:lvl3pPr>
            <a:lvl4pPr>
              <a:defRPr lang="en-GB" sz="1200" smtClean="0"/>
            </a:lvl4pPr>
            <a:lvl5pPr>
              <a:defRPr lang="en-GB" sz="800" b="0" i="0" kern="1200" dirty="0">
                <a:solidFill>
                  <a:schemeClr val="tx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7">
            <a:extLst>
              <a:ext uri="{FF2B5EF4-FFF2-40B4-BE49-F238E27FC236}">
                <a16:creationId xmlns:a16="http://schemas.microsoft.com/office/drawing/2014/main" id="{18166EB3-B625-A7A5-5E35-6D81B2C4EAAA}"/>
              </a:ext>
            </a:extLst>
          </p:cNvPr>
          <p:cNvSpPr>
            <a:spLocks noGrp="1"/>
          </p:cNvSpPr>
          <p:nvPr>
            <p:ph type="body" sz="quarter" idx="20" hasCustomPrompt="1"/>
          </p:nvPr>
        </p:nvSpPr>
        <p:spPr>
          <a:xfrm>
            <a:off x="8124205" y="295200"/>
            <a:ext cx="3778870" cy="876375"/>
          </a:xfrm>
        </p:spPr>
        <p:txBody>
          <a:bodyPr/>
          <a:lstStyle>
            <a:lvl1pPr>
              <a:defRPr sz="1400"/>
            </a:lvl1pPr>
            <a:lvl2pPr>
              <a:defRPr sz="1400"/>
            </a:lvl2pPr>
            <a:lvl3pPr>
              <a:defRPr sz="1200"/>
            </a:lvl3pPr>
          </a:lstStyle>
          <a:p>
            <a:pPr lvl="0"/>
            <a:r>
              <a:rPr lang="en-GB"/>
              <a:t>Click to add text. Delete if not required.</a:t>
            </a:r>
          </a:p>
          <a:p>
            <a:pPr lvl="1"/>
            <a:r>
              <a:rPr lang="en-GB"/>
              <a:t>Second level</a:t>
            </a:r>
          </a:p>
          <a:p>
            <a:pPr lvl="2"/>
            <a:r>
              <a:rPr lang="en-GB"/>
              <a:t>Third level</a:t>
            </a:r>
          </a:p>
        </p:txBody>
      </p:sp>
      <p:sp>
        <p:nvSpPr>
          <p:cNvPr id="15" name="Title 14">
            <a:extLst>
              <a:ext uri="{FF2B5EF4-FFF2-40B4-BE49-F238E27FC236}">
                <a16:creationId xmlns:a16="http://schemas.microsoft.com/office/drawing/2014/main" id="{EC560DE3-3204-EFCC-1AF1-2D91CA826E4F}"/>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2" name="Subtitle 2">
            <a:extLst>
              <a:ext uri="{FF2B5EF4-FFF2-40B4-BE49-F238E27FC236}">
                <a16:creationId xmlns:a16="http://schemas.microsoft.com/office/drawing/2014/main" id="{09115CA6-F35D-BB63-6BE4-D7293F65797E}"/>
              </a:ext>
            </a:extLst>
          </p:cNvPr>
          <p:cNvSpPr>
            <a:spLocks noGrp="1"/>
          </p:cNvSpPr>
          <p:nvPr>
            <p:ph type="subTitle" idx="21"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a:t>Subtitle. Delete if not required.</a:t>
            </a:r>
          </a:p>
        </p:txBody>
      </p:sp>
      <p:sp>
        <p:nvSpPr>
          <p:cNvPr id="14" name="Footer Placeholder 4">
            <a:extLst>
              <a:ext uri="{FF2B5EF4-FFF2-40B4-BE49-F238E27FC236}">
                <a16:creationId xmlns:a16="http://schemas.microsoft.com/office/drawing/2014/main" id="{E13B6904-8EEB-8C52-41B0-27C88B555178}"/>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12736329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Chart">
    <p:bg>
      <p:bgPr>
        <a:solidFill>
          <a:schemeClr val="tx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8" name="Content Placeholder 2">
            <a:extLst>
              <a:ext uri="{FF2B5EF4-FFF2-40B4-BE49-F238E27FC236}">
                <a16:creationId xmlns:a16="http://schemas.microsoft.com/office/drawing/2014/main" id="{56A9A479-5865-E7E2-91F8-228379565FE9}"/>
              </a:ext>
            </a:extLst>
          </p:cNvPr>
          <p:cNvSpPr>
            <a:spLocks noGrp="1"/>
          </p:cNvSpPr>
          <p:nvPr>
            <p:ph idx="1"/>
          </p:nvPr>
        </p:nvSpPr>
        <p:spPr>
          <a:xfrm>
            <a:off x="289384" y="1306513"/>
            <a:ext cx="5732003" cy="4459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hart Placeholder 3">
            <a:extLst>
              <a:ext uri="{FF2B5EF4-FFF2-40B4-BE49-F238E27FC236}">
                <a16:creationId xmlns:a16="http://schemas.microsoft.com/office/drawing/2014/main" id="{538B81BC-7790-A8A7-F32D-C3F126E7C5D3}"/>
              </a:ext>
            </a:extLst>
          </p:cNvPr>
          <p:cNvSpPr>
            <a:spLocks noGrp="1"/>
          </p:cNvSpPr>
          <p:nvPr>
            <p:ph type="chart" sz="quarter" idx="15"/>
          </p:nvPr>
        </p:nvSpPr>
        <p:spPr>
          <a:xfrm>
            <a:off x="6165850" y="1306513"/>
            <a:ext cx="5737225" cy="4964112"/>
          </a:xfrm>
          <a:solidFill>
            <a:schemeClr val="bg1"/>
          </a:solidFill>
        </p:spPr>
        <p:txBody>
          <a:bodyPr/>
          <a:lstStyle/>
          <a:p>
            <a:r>
              <a:rPr lang="en-US"/>
              <a:t>Click icon to add chart</a:t>
            </a:r>
          </a:p>
        </p:txBody>
      </p:sp>
      <p:sp>
        <p:nvSpPr>
          <p:cNvPr id="11" name="Text Placeholder 3">
            <a:extLst>
              <a:ext uri="{FF2B5EF4-FFF2-40B4-BE49-F238E27FC236}">
                <a16:creationId xmlns:a16="http://schemas.microsoft.com/office/drawing/2014/main" id="{58257768-4CDB-6207-FCBD-946306C93DAD}"/>
              </a:ext>
            </a:extLst>
          </p:cNvPr>
          <p:cNvSpPr>
            <a:spLocks noGrp="1"/>
          </p:cNvSpPr>
          <p:nvPr>
            <p:ph type="body" sz="quarter" idx="14" hasCustomPrompt="1"/>
          </p:nvPr>
        </p:nvSpPr>
        <p:spPr>
          <a:xfrm>
            <a:off x="10083801" y="330199"/>
            <a:ext cx="1816100" cy="841376"/>
          </a:xfrm>
        </p:spPr>
        <p:txBody>
          <a:bodyPr/>
          <a:lstStyle>
            <a:lvl1pPr>
              <a:spcBef>
                <a:spcPts val="0"/>
              </a:spcBef>
              <a:spcAft>
                <a:spcPts val="300"/>
              </a:spcAft>
              <a:defRPr sz="800" b="0" i="0">
                <a:latin typeface="+mn-lt"/>
              </a:defRPr>
            </a:lvl1pPr>
            <a:lvl2pPr marL="93663" indent="-93663">
              <a:spcBef>
                <a:spcPts val="0"/>
              </a:spcBef>
              <a:spcAft>
                <a:spcPts val="300"/>
              </a:spcAft>
              <a:tabLst/>
              <a:defRPr sz="800" b="0" i="0">
                <a:latin typeface="+mn-lt"/>
              </a:defRPr>
            </a:lvl2pPr>
            <a:lvl3pPr marL="179388" indent="-85725">
              <a:spcBef>
                <a:spcPts val="0"/>
              </a:spcBef>
              <a:spcAft>
                <a:spcPts val="300"/>
              </a:spcAft>
              <a:tabLst/>
              <a:defRPr sz="800" b="0" i="0">
                <a:latin typeface="+mn-lt"/>
              </a:defRPr>
            </a:lvl3pPr>
            <a:lvl4pPr>
              <a:defRPr sz="1000"/>
            </a:lvl4pPr>
            <a:lvl5pPr>
              <a:defRPr sz="1000"/>
            </a:lvl5pPr>
          </a:lstStyle>
          <a:p>
            <a:pPr lvl="0"/>
            <a:r>
              <a:rPr lang="en-GB"/>
              <a:t>Click to add text. Delete if not required.</a:t>
            </a:r>
          </a:p>
          <a:p>
            <a:pPr lvl="1"/>
            <a:r>
              <a:rPr lang="en-GB"/>
              <a:t>Second level</a:t>
            </a:r>
          </a:p>
          <a:p>
            <a:pPr lvl="2"/>
            <a:r>
              <a:rPr lang="en-GB"/>
              <a:t>Third level</a:t>
            </a:r>
          </a:p>
        </p:txBody>
      </p:sp>
      <p:sp>
        <p:nvSpPr>
          <p:cNvPr id="9" name="Title 8">
            <a:extLst>
              <a:ext uri="{FF2B5EF4-FFF2-40B4-BE49-F238E27FC236}">
                <a16:creationId xmlns:a16="http://schemas.microsoft.com/office/drawing/2014/main" id="{6E77B21E-A040-7CC6-4F9B-B89C94289E89}"/>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3" name="Subtitle 2">
            <a:extLst>
              <a:ext uri="{FF2B5EF4-FFF2-40B4-BE49-F238E27FC236}">
                <a16:creationId xmlns:a16="http://schemas.microsoft.com/office/drawing/2014/main" id="{F725C5CD-1985-D608-1D27-9FBC395FE641}"/>
              </a:ext>
            </a:extLst>
          </p:cNvPr>
          <p:cNvSpPr>
            <a:spLocks noGrp="1"/>
          </p:cNvSpPr>
          <p:nvPr>
            <p:ph type="subTitle" idx="16"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a:t>Subtitle. Delete if not required.</a:t>
            </a:r>
          </a:p>
        </p:txBody>
      </p:sp>
      <p:sp>
        <p:nvSpPr>
          <p:cNvPr id="2" name="Footer Placeholder 4">
            <a:extLst>
              <a:ext uri="{FF2B5EF4-FFF2-40B4-BE49-F238E27FC236}">
                <a16:creationId xmlns:a16="http://schemas.microsoft.com/office/drawing/2014/main" id="{14E01DA7-F0B0-D0D7-0F82-2CEA274588EC}"/>
              </a:ext>
            </a:extLst>
          </p:cNvPr>
          <p:cNvSpPr>
            <a:spLocks noGrp="1"/>
          </p:cNvSpPr>
          <p:nvPr>
            <p:ph type="ftr" sz="quarter" idx="3"/>
          </p:nvPr>
        </p:nvSpPr>
        <p:spPr>
          <a:xfrm>
            <a:off x="288259" y="5966467"/>
            <a:ext cx="5733129"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37257868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hart">
    <p:bg>
      <p:bgPr>
        <a:solidFill>
          <a:schemeClr val="tx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a:xfrm>
            <a:off x="11581942" y="6421670"/>
            <a:ext cx="320674" cy="153463"/>
          </a:xfrm>
        </p:spPr>
        <p:txBody>
          <a:bodyPr/>
          <a:lstStyle/>
          <a:p>
            <a:fld id="{AEC8D767-5246-2244-A4A3-B8AFB218393C}" type="slidenum">
              <a:rPr lang="en-GB" smtClean="0"/>
              <a:t>‹#›</a:t>
            </a:fld>
            <a:endParaRPr lang="en-GB"/>
          </a:p>
        </p:txBody>
      </p:sp>
      <p:sp>
        <p:nvSpPr>
          <p:cNvPr id="4" name="Text Placeholder 7">
            <a:extLst>
              <a:ext uri="{FF2B5EF4-FFF2-40B4-BE49-F238E27FC236}">
                <a16:creationId xmlns:a16="http://schemas.microsoft.com/office/drawing/2014/main" id="{66A26018-CD47-11D0-838D-A1A2D71C4DE9}"/>
              </a:ext>
            </a:extLst>
          </p:cNvPr>
          <p:cNvSpPr>
            <a:spLocks noGrp="1"/>
          </p:cNvSpPr>
          <p:nvPr>
            <p:ph type="body" sz="quarter" idx="15" hasCustomPrompt="1"/>
          </p:nvPr>
        </p:nvSpPr>
        <p:spPr>
          <a:xfrm>
            <a:off x="8124205" y="293525"/>
            <a:ext cx="3778870" cy="878050"/>
          </a:xfrm>
        </p:spPr>
        <p:txBody>
          <a:bodyPr/>
          <a:lstStyle>
            <a:lvl1pPr>
              <a:defRPr sz="1400"/>
            </a:lvl1pPr>
            <a:lvl2pPr>
              <a:defRPr sz="1400"/>
            </a:lvl2pPr>
            <a:lvl3pPr>
              <a:defRPr sz="1200"/>
            </a:lvl3pPr>
          </a:lstStyle>
          <a:p>
            <a:pPr lvl="0"/>
            <a:r>
              <a:rPr lang="en-GB"/>
              <a:t>Click to add text. Delete if not required.</a:t>
            </a:r>
          </a:p>
          <a:p>
            <a:pPr lvl="1"/>
            <a:r>
              <a:rPr lang="en-GB"/>
              <a:t>Second level</a:t>
            </a:r>
          </a:p>
          <a:p>
            <a:pPr lvl="2"/>
            <a:r>
              <a:rPr lang="en-GB"/>
              <a:t>Third level</a:t>
            </a:r>
          </a:p>
        </p:txBody>
      </p:sp>
      <p:sp>
        <p:nvSpPr>
          <p:cNvPr id="11" name="Chart Placeholder 10">
            <a:extLst>
              <a:ext uri="{FF2B5EF4-FFF2-40B4-BE49-F238E27FC236}">
                <a16:creationId xmlns:a16="http://schemas.microsoft.com/office/drawing/2014/main" id="{698C230B-5408-E1A5-CFA9-2F383131120D}"/>
              </a:ext>
            </a:extLst>
          </p:cNvPr>
          <p:cNvSpPr>
            <a:spLocks noGrp="1"/>
          </p:cNvSpPr>
          <p:nvPr>
            <p:ph type="chart" sz="quarter" idx="16"/>
          </p:nvPr>
        </p:nvSpPr>
        <p:spPr>
          <a:xfrm>
            <a:off x="292100" y="1306512"/>
            <a:ext cx="3770313" cy="3440113"/>
          </a:xfrm>
          <a:solidFill>
            <a:schemeClr val="bg1"/>
          </a:solidFill>
        </p:spPr>
        <p:txBody>
          <a:bodyPr/>
          <a:lstStyle/>
          <a:p>
            <a:r>
              <a:rPr lang="en-US"/>
              <a:t>Click icon to add chart</a:t>
            </a:r>
          </a:p>
        </p:txBody>
      </p:sp>
      <p:sp>
        <p:nvSpPr>
          <p:cNvPr id="12" name="Text Placeholder 7">
            <a:extLst>
              <a:ext uri="{FF2B5EF4-FFF2-40B4-BE49-F238E27FC236}">
                <a16:creationId xmlns:a16="http://schemas.microsoft.com/office/drawing/2014/main" id="{6BA18FE4-4638-2816-D5EB-4ABC0612973F}"/>
              </a:ext>
            </a:extLst>
          </p:cNvPr>
          <p:cNvSpPr>
            <a:spLocks noGrp="1"/>
          </p:cNvSpPr>
          <p:nvPr>
            <p:ph type="body" sz="quarter" idx="17" hasCustomPrompt="1"/>
          </p:nvPr>
        </p:nvSpPr>
        <p:spPr>
          <a:xfrm>
            <a:off x="291480" y="4894903"/>
            <a:ext cx="3770934" cy="876300"/>
          </a:xfrm>
        </p:spPr>
        <p:txBody>
          <a:bodyPr/>
          <a:lstStyle>
            <a:lvl1pPr>
              <a:defRPr sz="1200"/>
            </a:lvl1pPr>
            <a:lvl2pPr>
              <a:defRPr sz="1200"/>
            </a:lvl2pPr>
            <a:lvl3pPr>
              <a:defRPr sz="1100"/>
            </a:lvl3pPr>
          </a:lstStyle>
          <a:p>
            <a:pPr lvl="0"/>
            <a:r>
              <a:rPr lang="en-GB"/>
              <a:t>Click to add text. Delete if not required.</a:t>
            </a:r>
          </a:p>
          <a:p>
            <a:pPr lvl="1"/>
            <a:r>
              <a:rPr lang="en-GB"/>
              <a:t>Second level</a:t>
            </a:r>
          </a:p>
          <a:p>
            <a:pPr lvl="2"/>
            <a:r>
              <a:rPr lang="en-GB"/>
              <a:t>Third level</a:t>
            </a:r>
          </a:p>
        </p:txBody>
      </p:sp>
      <p:sp>
        <p:nvSpPr>
          <p:cNvPr id="13" name="Chart Placeholder 10">
            <a:extLst>
              <a:ext uri="{FF2B5EF4-FFF2-40B4-BE49-F238E27FC236}">
                <a16:creationId xmlns:a16="http://schemas.microsoft.com/office/drawing/2014/main" id="{446A3E25-507C-4190-4950-DA0C712EB336}"/>
              </a:ext>
            </a:extLst>
          </p:cNvPr>
          <p:cNvSpPr>
            <a:spLocks noGrp="1"/>
          </p:cNvSpPr>
          <p:nvPr>
            <p:ph type="chart" sz="quarter" idx="18"/>
          </p:nvPr>
        </p:nvSpPr>
        <p:spPr>
          <a:xfrm>
            <a:off x="4206875" y="1306513"/>
            <a:ext cx="3775076" cy="3440112"/>
          </a:xfrm>
          <a:solidFill>
            <a:schemeClr val="bg1"/>
          </a:solidFill>
        </p:spPr>
        <p:txBody>
          <a:bodyPr/>
          <a:lstStyle/>
          <a:p>
            <a:r>
              <a:rPr lang="en-US"/>
              <a:t>Click icon to add chart</a:t>
            </a:r>
          </a:p>
        </p:txBody>
      </p:sp>
      <p:sp>
        <p:nvSpPr>
          <p:cNvPr id="14" name="Text Placeholder 7">
            <a:extLst>
              <a:ext uri="{FF2B5EF4-FFF2-40B4-BE49-F238E27FC236}">
                <a16:creationId xmlns:a16="http://schemas.microsoft.com/office/drawing/2014/main" id="{DDD2F21A-FE62-6E81-6F5B-9A76691ED2EE}"/>
              </a:ext>
            </a:extLst>
          </p:cNvPr>
          <p:cNvSpPr>
            <a:spLocks noGrp="1"/>
          </p:cNvSpPr>
          <p:nvPr>
            <p:ph type="body" sz="quarter" idx="19" hasCustomPrompt="1"/>
          </p:nvPr>
        </p:nvSpPr>
        <p:spPr>
          <a:xfrm>
            <a:off x="4206874" y="4894903"/>
            <a:ext cx="3775076" cy="876300"/>
          </a:xfrm>
        </p:spPr>
        <p:txBody>
          <a:bodyPr/>
          <a:lstStyle>
            <a:lvl1pPr>
              <a:defRPr sz="1200"/>
            </a:lvl1pPr>
            <a:lvl2pPr>
              <a:defRPr sz="1200"/>
            </a:lvl2pPr>
            <a:lvl3pPr>
              <a:defRPr sz="1100"/>
            </a:lvl3pPr>
          </a:lstStyle>
          <a:p>
            <a:pPr lvl="0"/>
            <a:r>
              <a:rPr lang="en-GB"/>
              <a:t>Click to add text. Delete if not required.</a:t>
            </a:r>
          </a:p>
          <a:p>
            <a:pPr lvl="1"/>
            <a:r>
              <a:rPr lang="en-GB"/>
              <a:t>Second level</a:t>
            </a:r>
          </a:p>
          <a:p>
            <a:pPr lvl="2"/>
            <a:r>
              <a:rPr lang="en-GB"/>
              <a:t>Third level</a:t>
            </a:r>
          </a:p>
        </p:txBody>
      </p:sp>
      <p:sp>
        <p:nvSpPr>
          <p:cNvPr id="15" name="Chart Placeholder 10">
            <a:extLst>
              <a:ext uri="{FF2B5EF4-FFF2-40B4-BE49-F238E27FC236}">
                <a16:creationId xmlns:a16="http://schemas.microsoft.com/office/drawing/2014/main" id="{94EF43E1-5534-96EF-52FD-3CD0B7B21E71}"/>
              </a:ext>
            </a:extLst>
          </p:cNvPr>
          <p:cNvSpPr>
            <a:spLocks noGrp="1"/>
          </p:cNvSpPr>
          <p:nvPr>
            <p:ph type="chart" sz="quarter" idx="20"/>
          </p:nvPr>
        </p:nvSpPr>
        <p:spPr>
          <a:xfrm>
            <a:off x="8124825" y="1306512"/>
            <a:ext cx="3770313" cy="3440113"/>
          </a:xfrm>
          <a:solidFill>
            <a:schemeClr val="bg1"/>
          </a:solidFill>
        </p:spPr>
        <p:txBody>
          <a:bodyPr/>
          <a:lstStyle/>
          <a:p>
            <a:r>
              <a:rPr lang="en-US"/>
              <a:t>Click icon to add chart</a:t>
            </a:r>
          </a:p>
        </p:txBody>
      </p:sp>
      <p:sp>
        <p:nvSpPr>
          <p:cNvPr id="16" name="Text Placeholder 7">
            <a:extLst>
              <a:ext uri="{FF2B5EF4-FFF2-40B4-BE49-F238E27FC236}">
                <a16:creationId xmlns:a16="http://schemas.microsoft.com/office/drawing/2014/main" id="{074660EF-5B4C-59FD-5DE9-C6AEEC3EA783}"/>
              </a:ext>
            </a:extLst>
          </p:cNvPr>
          <p:cNvSpPr>
            <a:spLocks noGrp="1"/>
          </p:cNvSpPr>
          <p:nvPr>
            <p:ph type="body" sz="quarter" idx="21" hasCustomPrompt="1"/>
          </p:nvPr>
        </p:nvSpPr>
        <p:spPr>
          <a:xfrm>
            <a:off x="8124205" y="4894903"/>
            <a:ext cx="3770934" cy="876300"/>
          </a:xfrm>
        </p:spPr>
        <p:txBody>
          <a:bodyPr/>
          <a:lstStyle>
            <a:lvl1pPr>
              <a:defRPr sz="1200"/>
            </a:lvl1pPr>
            <a:lvl2pPr>
              <a:defRPr sz="1200"/>
            </a:lvl2pPr>
            <a:lvl3pPr>
              <a:defRPr sz="1100"/>
            </a:lvl3pPr>
          </a:lstStyle>
          <a:p>
            <a:pPr lvl="0"/>
            <a:r>
              <a:rPr lang="en-GB"/>
              <a:t>Click to add text. Delete if not required.</a:t>
            </a:r>
          </a:p>
          <a:p>
            <a:pPr lvl="1"/>
            <a:r>
              <a:rPr lang="en-GB"/>
              <a:t>Second level</a:t>
            </a:r>
          </a:p>
          <a:p>
            <a:pPr lvl="2"/>
            <a:r>
              <a:rPr lang="en-GB"/>
              <a:t>Third level</a:t>
            </a:r>
          </a:p>
        </p:txBody>
      </p:sp>
      <p:sp>
        <p:nvSpPr>
          <p:cNvPr id="9" name="Title 8">
            <a:extLst>
              <a:ext uri="{FF2B5EF4-FFF2-40B4-BE49-F238E27FC236}">
                <a16:creationId xmlns:a16="http://schemas.microsoft.com/office/drawing/2014/main" id="{5FD82D33-FC73-4137-A0A9-8EB43DA1A810}"/>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3" name="Subtitle 2">
            <a:extLst>
              <a:ext uri="{FF2B5EF4-FFF2-40B4-BE49-F238E27FC236}">
                <a16:creationId xmlns:a16="http://schemas.microsoft.com/office/drawing/2014/main" id="{EA959997-A6D7-96D1-8672-5FCDE45DB7B3}"/>
              </a:ext>
            </a:extLst>
          </p:cNvPr>
          <p:cNvSpPr>
            <a:spLocks noGrp="1"/>
          </p:cNvSpPr>
          <p:nvPr>
            <p:ph type="subTitle" idx="22"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a:t>Subtitle. Delete if not required.</a:t>
            </a:r>
          </a:p>
        </p:txBody>
      </p:sp>
      <p:sp>
        <p:nvSpPr>
          <p:cNvPr id="2" name="Footer Placeholder 4">
            <a:extLst>
              <a:ext uri="{FF2B5EF4-FFF2-40B4-BE49-F238E27FC236}">
                <a16:creationId xmlns:a16="http://schemas.microsoft.com/office/drawing/2014/main" id="{FBE4CD19-6DA9-A930-91EE-59CB48D45E41}"/>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33441027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9" name="Slide Number Placeholder 4">
            <a:extLst>
              <a:ext uri="{FF2B5EF4-FFF2-40B4-BE49-F238E27FC236}">
                <a16:creationId xmlns:a16="http://schemas.microsoft.com/office/drawing/2014/main" id="{703E3838-150C-B34D-4F16-CEA95E3C0B04}"/>
              </a:ext>
            </a:extLst>
          </p:cNvPr>
          <p:cNvSpPr>
            <a:spLocks noGrp="1"/>
          </p:cNvSpPr>
          <p:nvPr>
            <p:ph type="sldNum" sz="quarter" idx="12"/>
          </p:nvPr>
        </p:nvSpPr>
        <p:spPr>
          <a:xfrm>
            <a:off x="11064874" y="6413500"/>
            <a:ext cx="837741" cy="153463"/>
          </a:xfrm>
        </p:spPr>
        <p:txBody>
          <a:bodyPr/>
          <a:lstStyle/>
          <a:p>
            <a:fld id="{AEC8D767-5246-2244-A4A3-B8AFB218393C}" type="slidenum">
              <a:rPr lang="en-GB" smtClean="0"/>
              <a:t>‹#›</a:t>
            </a:fld>
            <a:endParaRPr lang="en-GB"/>
          </a:p>
        </p:txBody>
      </p:sp>
      <p:sp>
        <p:nvSpPr>
          <p:cNvPr id="10" name="Table Placeholder 5">
            <a:extLst>
              <a:ext uri="{FF2B5EF4-FFF2-40B4-BE49-F238E27FC236}">
                <a16:creationId xmlns:a16="http://schemas.microsoft.com/office/drawing/2014/main" id="{AA00D851-11FE-02AE-0FE0-9A7CAC67EF7D}"/>
              </a:ext>
            </a:extLst>
          </p:cNvPr>
          <p:cNvSpPr>
            <a:spLocks noGrp="1"/>
          </p:cNvSpPr>
          <p:nvPr>
            <p:ph type="tbl" sz="quarter" idx="13"/>
          </p:nvPr>
        </p:nvSpPr>
        <p:spPr>
          <a:xfrm>
            <a:off x="292100" y="2847975"/>
            <a:ext cx="11610975" cy="2917825"/>
          </a:xfrm>
        </p:spPr>
        <p:txBody>
          <a:bodyPr/>
          <a:lstStyle/>
          <a:p>
            <a:r>
              <a:rPr lang="en-US"/>
              <a:t>Click icon to add table</a:t>
            </a:r>
            <a:endParaRPr lang="en-GB"/>
          </a:p>
        </p:txBody>
      </p:sp>
      <p:sp>
        <p:nvSpPr>
          <p:cNvPr id="3" name="Title 2">
            <a:extLst>
              <a:ext uri="{FF2B5EF4-FFF2-40B4-BE49-F238E27FC236}">
                <a16:creationId xmlns:a16="http://schemas.microsoft.com/office/drawing/2014/main" id="{2CDD0AA4-DA06-999E-8621-24713C5D3AF7}"/>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4" name="Text Placeholder 7">
            <a:extLst>
              <a:ext uri="{FF2B5EF4-FFF2-40B4-BE49-F238E27FC236}">
                <a16:creationId xmlns:a16="http://schemas.microsoft.com/office/drawing/2014/main" id="{AF1CADF7-2181-199A-E8E5-8BFDAFCB655B}"/>
              </a:ext>
            </a:extLst>
          </p:cNvPr>
          <p:cNvSpPr>
            <a:spLocks noGrp="1"/>
          </p:cNvSpPr>
          <p:nvPr>
            <p:ph type="body" sz="quarter" idx="15" hasCustomPrompt="1"/>
          </p:nvPr>
        </p:nvSpPr>
        <p:spPr>
          <a:xfrm>
            <a:off x="8124205" y="293525"/>
            <a:ext cx="3778870" cy="878050"/>
          </a:xfrm>
        </p:spPr>
        <p:txBody>
          <a:bodyPr/>
          <a:lstStyle>
            <a:lvl1pPr>
              <a:defRPr sz="1400"/>
            </a:lvl1pPr>
            <a:lvl2pPr>
              <a:defRPr sz="1400"/>
            </a:lvl2pPr>
            <a:lvl3pPr>
              <a:defRPr sz="1200"/>
            </a:lvl3pPr>
          </a:lstStyle>
          <a:p>
            <a:pPr lvl="0"/>
            <a:r>
              <a:rPr lang="en-GB"/>
              <a:t>Click to add text. Delete if not required.</a:t>
            </a:r>
          </a:p>
          <a:p>
            <a:pPr lvl="1"/>
            <a:r>
              <a:rPr lang="en-GB"/>
              <a:t>Second level</a:t>
            </a:r>
          </a:p>
          <a:p>
            <a:pPr lvl="2"/>
            <a:r>
              <a:rPr lang="en-GB"/>
              <a:t>Third level</a:t>
            </a:r>
          </a:p>
        </p:txBody>
      </p:sp>
      <p:sp>
        <p:nvSpPr>
          <p:cNvPr id="5" name="Subtitle 2">
            <a:extLst>
              <a:ext uri="{FF2B5EF4-FFF2-40B4-BE49-F238E27FC236}">
                <a16:creationId xmlns:a16="http://schemas.microsoft.com/office/drawing/2014/main" id="{4BE7CDC5-71B1-1F0B-9FBF-16B0C3648775}"/>
              </a:ext>
            </a:extLst>
          </p:cNvPr>
          <p:cNvSpPr>
            <a:spLocks noGrp="1"/>
          </p:cNvSpPr>
          <p:nvPr>
            <p:ph type="subTitle" idx="16"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a:t>Subtitle. Delete if not required.</a:t>
            </a:r>
          </a:p>
        </p:txBody>
      </p:sp>
      <p:sp>
        <p:nvSpPr>
          <p:cNvPr id="6" name="Footer Placeholder 4">
            <a:extLst>
              <a:ext uri="{FF2B5EF4-FFF2-40B4-BE49-F238E27FC236}">
                <a16:creationId xmlns:a16="http://schemas.microsoft.com/office/drawing/2014/main" id="{60F27FF6-CF7D-B29E-40F2-BF449AACF4A2}"/>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2693289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a:xfrm>
            <a:off x="11581942" y="6411510"/>
            <a:ext cx="320674" cy="153463"/>
          </a:xfrm>
        </p:spPr>
        <p:txBody>
          <a:bodyPr/>
          <a:lstStyle/>
          <a:p>
            <a:fld id="{AEC8D767-5246-2244-A4A3-B8AFB218393C}" type="slidenum">
              <a:rPr lang="en-GB" smtClean="0"/>
              <a:t>‹#›</a:t>
            </a:fld>
            <a:endParaRPr lang="en-GB"/>
          </a:p>
        </p:txBody>
      </p:sp>
      <p:sp>
        <p:nvSpPr>
          <p:cNvPr id="3" name="Text Placeholder 7">
            <a:extLst>
              <a:ext uri="{FF2B5EF4-FFF2-40B4-BE49-F238E27FC236}">
                <a16:creationId xmlns:a16="http://schemas.microsoft.com/office/drawing/2014/main" id="{17F42810-DCAF-7A30-3A4F-E23EA682FA39}"/>
              </a:ext>
            </a:extLst>
          </p:cNvPr>
          <p:cNvSpPr>
            <a:spLocks noGrp="1"/>
          </p:cNvSpPr>
          <p:nvPr>
            <p:ph type="body" sz="quarter" idx="14" hasCustomPrompt="1"/>
          </p:nvPr>
        </p:nvSpPr>
        <p:spPr>
          <a:xfrm>
            <a:off x="8124825" y="293525"/>
            <a:ext cx="3778250" cy="878050"/>
          </a:xfrm>
        </p:spPr>
        <p:txBody>
          <a:bodyPr/>
          <a:lstStyle>
            <a:lvl1pPr>
              <a:defRPr sz="1400"/>
            </a:lvl1pPr>
            <a:lvl2pPr>
              <a:defRPr sz="1400"/>
            </a:lvl2pPr>
            <a:lvl3pPr>
              <a:defRPr sz="1200"/>
            </a:lvl3pPr>
          </a:lstStyle>
          <a:p>
            <a:pPr lvl="0"/>
            <a:r>
              <a:rPr lang="en-GB"/>
              <a:t>Click to add text. Delete if not required.</a:t>
            </a:r>
          </a:p>
          <a:p>
            <a:pPr lvl="1"/>
            <a:r>
              <a:rPr lang="en-GB"/>
              <a:t>Second level</a:t>
            </a:r>
          </a:p>
          <a:p>
            <a:pPr lvl="2"/>
            <a:r>
              <a:rPr lang="en-GB"/>
              <a:t>Third level</a:t>
            </a:r>
          </a:p>
        </p:txBody>
      </p:sp>
      <p:sp>
        <p:nvSpPr>
          <p:cNvPr id="7" name="Title 6">
            <a:extLst>
              <a:ext uri="{FF2B5EF4-FFF2-40B4-BE49-F238E27FC236}">
                <a16:creationId xmlns:a16="http://schemas.microsoft.com/office/drawing/2014/main" id="{5373482F-4FA8-181D-CA6D-04D8D98AD13B}"/>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6" name="Subtitle 2">
            <a:extLst>
              <a:ext uri="{FF2B5EF4-FFF2-40B4-BE49-F238E27FC236}">
                <a16:creationId xmlns:a16="http://schemas.microsoft.com/office/drawing/2014/main" id="{64BCB963-058E-5C5B-947F-AC1D9DD6C9FB}"/>
              </a:ext>
            </a:extLst>
          </p:cNvPr>
          <p:cNvSpPr>
            <a:spLocks noGrp="1"/>
          </p:cNvSpPr>
          <p:nvPr>
            <p:ph type="subTitle" idx="16"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a:t>Subtitle. Delete if not required.</a:t>
            </a:r>
          </a:p>
        </p:txBody>
      </p:sp>
      <p:sp>
        <p:nvSpPr>
          <p:cNvPr id="2" name="Footer Placeholder 4">
            <a:extLst>
              <a:ext uri="{FF2B5EF4-FFF2-40B4-BE49-F238E27FC236}">
                <a16:creationId xmlns:a16="http://schemas.microsoft.com/office/drawing/2014/main" id="{B4313EC1-0D30-C944-21E6-B89F8290D2D3}"/>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37615832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F06E5F-8043-3DC0-2D79-119BF990830B}"/>
              </a:ext>
            </a:extLst>
          </p:cNvPr>
          <p:cNvSpPr>
            <a:spLocks noGrp="1"/>
          </p:cNvSpPr>
          <p:nvPr>
            <p:ph type="sldNum" sz="quarter" idx="12"/>
          </p:nvPr>
        </p:nvSpPr>
        <p:spPr>
          <a:xfrm>
            <a:off x="11581942" y="6411510"/>
            <a:ext cx="320674" cy="153463"/>
          </a:xfrm>
        </p:spPr>
        <p:txBody>
          <a:bodyPr/>
          <a:lstStyle/>
          <a:p>
            <a:fld id="{AEC8D767-5246-2244-A4A3-B8AFB218393C}" type="slidenum">
              <a:rPr lang="en-GB" smtClean="0"/>
              <a:t>‹#›</a:t>
            </a:fld>
            <a:endParaRPr lang="en-GB"/>
          </a:p>
        </p:txBody>
      </p:sp>
      <p:sp>
        <p:nvSpPr>
          <p:cNvPr id="2" name="Footer Placeholder 4">
            <a:extLst>
              <a:ext uri="{FF2B5EF4-FFF2-40B4-BE49-F238E27FC236}">
                <a16:creationId xmlns:a16="http://schemas.microsoft.com/office/drawing/2014/main" id="{876A8E91-3BCB-12F2-1699-CC1C3768018F}"/>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26990562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0" y="0"/>
            <a:ext cx="12192000" cy="6858000"/>
          </a:xfrm>
          <a:solidFill>
            <a:schemeClr val="tx2"/>
          </a:solidFill>
        </p:spPr>
        <p:txBody>
          <a:bodyPr vert="horz" lIns="0" tIns="0" rIns="0" bIns="0" rtlCol="0" anchor="ctr">
            <a:noAutofit/>
          </a:bodyPr>
          <a:lstStyle>
            <a:lvl1pPr algn="ct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 If using a title or subtitle over the image, ensure the text is legible.</a:t>
            </a: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3" name="Title 2">
            <a:extLst>
              <a:ext uri="{FF2B5EF4-FFF2-40B4-BE49-F238E27FC236}">
                <a16:creationId xmlns:a16="http://schemas.microsoft.com/office/drawing/2014/main" id="{10079C00-CC52-F9ED-ED36-A8FC0573506A}"/>
              </a:ext>
            </a:extLst>
          </p:cNvPr>
          <p:cNvSpPr>
            <a:spLocks noGrp="1"/>
          </p:cNvSpPr>
          <p:nvPr>
            <p:ph type="title" hasCustomPrompt="1"/>
          </p:nvPr>
        </p:nvSpPr>
        <p:spPr>
          <a:xfrm>
            <a:off x="288303" y="262267"/>
            <a:ext cx="10632110" cy="468590"/>
          </a:xfrm>
        </p:spPr>
        <p:txBody>
          <a:bodyPr/>
          <a:lstStyle>
            <a:lvl1pPr>
              <a:defRPr>
                <a:solidFill>
                  <a:schemeClr val="tx1"/>
                </a:solidFill>
              </a:defRPr>
            </a:lvl1pPr>
          </a:lstStyle>
          <a:p>
            <a:r>
              <a:rPr lang="en-GB"/>
              <a:t>Click to add title. Black or white text only.</a:t>
            </a:r>
            <a:endParaRPr lang="en-US"/>
          </a:p>
        </p:txBody>
      </p:sp>
      <p:sp>
        <p:nvSpPr>
          <p:cNvPr id="7" name="Subtitle 2">
            <a:extLst>
              <a:ext uri="{FF2B5EF4-FFF2-40B4-BE49-F238E27FC236}">
                <a16:creationId xmlns:a16="http://schemas.microsoft.com/office/drawing/2014/main" id="{295A4114-449A-5D28-03F8-03221E42A657}"/>
              </a:ext>
            </a:extLst>
          </p:cNvPr>
          <p:cNvSpPr>
            <a:spLocks noGrp="1"/>
          </p:cNvSpPr>
          <p:nvPr>
            <p:ph type="subTitle" idx="16" hasCustomPrompt="1"/>
          </p:nvPr>
        </p:nvSpPr>
        <p:spPr>
          <a:xfrm>
            <a:off x="288301" y="713620"/>
            <a:ext cx="10632109" cy="292965"/>
          </a:xfrm>
        </p:spPr>
        <p:txBody>
          <a:bodyPr vert="horz" wrap="square" lIns="0" tIns="0" rIns="0" bIns="0" rtlCol="0" anchor="t">
            <a:spAutoFit/>
          </a:bodyPr>
          <a:lstStyle>
            <a:lvl1pPr>
              <a:defRPr lang="en-GB" b="1" dirty="0"/>
            </a:lvl1pPr>
          </a:lstStyle>
          <a:p>
            <a:pPr lvl="0"/>
            <a:r>
              <a:rPr lang="en-GB"/>
              <a:t>Subtitle. Delete if not required.</a:t>
            </a:r>
          </a:p>
        </p:txBody>
      </p:sp>
    </p:spTree>
    <p:extLst>
      <p:ext uri="{BB962C8B-B14F-4D97-AF65-F5344CB8AC3E}">
        <p14:creationId xmlns:p14="http://schemas.microsoft.com/office/powerpoint/2010/main" val="18430762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3225800" y="0"/>
            <a:ext cx="8966200" cy="6858000"/>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hasCustomPrompt="1"/>
          </p:nvPr>
        </p:nvSpPr>
        <p:spPr>
          <a:xfrm>
            <a:off x="289384" y="2338387"/>
            <a:ext cx="2793541" cy="3932237"/>
          </a:xfrm>
        </p:spPr>
        <p:txBody>
          <a:bodyPr/>
          <a:lstStyle/>
          <a:p>
            <a:pPr lvl="0"/>
            <a:r>
              <a:rPr lang="en-GB"/>
              <a:t>Click to add text – delete if not required</a:t>
            </a:r>
          </a:p>
          <a:p>
            <a:pPr lvl="1"/>
            <a:r>
              <a:rPr lang="en-GB"/>
              <a:t>Second level</a:t>
            </a:r>
          </a:p>
          <a:p>
            <a:pPr lvl="2"/>
            <a:r>
              <a:rPr lang="en-GB"/>
              <a:t>Third level</a:t>
            </a:r>
          </a:p>
          <a:p>
            <a:pPr lvl="3"/>
            <a:r>
              <a:rPr lang="en-GB"/>
              <a:t>Fourth level</a:t>
            </a:r>
          </a:p>
          <a:p>
            <a:pPr lvl="4"/>
            <a:r>
              <a:rPr lang="en-GB"/>
              <a:t>Fifth level</a:t>
            </a:r>
          </a:p>
        </p:txBody>
      </p:sp>
      <p:sp>
        <p:nvSpPr>
          <p:cNvPr id="2" name="Title 1">
            <a:extLst>
              <a:ext uri="{FF2B5EF4-FFF2-40B4-BE49-F238E27FC236}">
                <a16:creationId xmlns:a16="http://schemas.microsoft.com/office/drawing/2014/main" id="{52A37889-B558-B868-1094-BA62A7B3E70A}"/>
              </a:ext>
            </a:extLst>
          </p:cNvPr>
          <p:cNvSpPr>
            <a:spLocks noGrp="1"/>
          </p:cNvSpPr>
          <p:nvPr>
            <p:ph type="title"/>
          </p:nvPr>
        </p:nvSpPr>
        <p:spPr>
          <a:xfrm>
            <a:off x="288303" y="262800"/>
            <a:ext cx="2793541" cy="1934833"/>
          </a:xfrm>
        </p:spPr>
        <p:txBody>
          <a:bodyPr/>
          <a:lstStyle/>
          <a:p>
            <a:r>
              <a:rPr lang="en-US"/>
              <a:t>Click to edit Master title style</a:t>
            </a:r>
            <a:endParaRPr lang="en-GB"/>
          </a:p>
        </p:txBody>
      </p:sp>
    </p:spTree>
    <p:extLst>
      <p:ext uri="{BB962C8B-B14F-4D97-AF65-F5344CB8AC3E}">
        <p14:creationId xmlns:p14="http://schemas.microsoft.com/office/powerpoint/2010/main" val="2649779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mage and Conten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6170614" y="0"/>
            <a:ext cx="6021385" cy="6858000"/>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hasCustomPrompt="1"/>
          </p:nvPr>
        </p:nvSpPr>
        <p:spPr>
          <a:xfrm>
            <a:off x="289384" y="2338387"/>
            <a:ext cx="5732003" cy="3932237"/>
          </a:xfrm>
        </p:spPr>
        <p:txBody>
          <a:bodyPr/>
          <a:lstStyle/>
          <a:p>
            <a:pPr lvl="0"/>
            <a:r>
              <a:rPr lang="en-GB"/>
              <a:t>Click to add text. Delete if not required.</a:t>
            </a:r>
          </a:p>
          <a:p>
            <a:pPr lvl="1"/>
            <a:r>
              <a:rPr lang="en-GB"/>
              <a:t>Second level</a:t>
            </a:r>
          </a:p>
          <a:p>
            <a:pPr lvl="2"/>
            <a:r>
              <a:rPr lang="en-GB"/>
              <a:t>Third level</a:t>
            </a:r>
          </a:p>
          <a:p>
            <a:pPr lvl="3"/>
            <a:r>
              <a:rPr lang="en-GB"/>
              <a:t>Fourth level</a:t>
            </a:r>
          </a:p>
          <a:p>
            <a:pPr lvl="4"/>
            <a:r>
              <a:rPr lang="en-GB"/>
              <a:t>Fifth level</a:t>
            </a:r>
          </a:p>
        </p:txBody>
      </p:sp>
      <p:sp>
        <p:nvSpPr>
          <p:cNvPr id="7" name="Subtitle 2">
            <a:extLst>
              <a:ext uri="{FF2B5EF4-FFF2-40B4-BE49-F238E27FC236}">
                <a16:creationId xmlns:a16="http://schemas.microsoft.com/office/drawing/2014/main" id="{42BB7518-D6BA-C538-D249-365B42C98C35}"/>
              </a:ext>
            </a:extLst>
          </p:cNvPr>
          <p:cNvSpPr>
            <a:spLocks noGrp="1"/>
          </p:cNvSpPr>
          <p:nvPr>
            <p:ph type="subTitle" idx="16" hasCustomPrompt="1"/>
          </p:nvPr>
        </p:nvSpPr>
        <p:spPr>
          <a:xfrm>
            <a:off x="288302" y="713620"/>
            <a:ext cx="5732003" cy="292965"/>
          </a:xfrm>
        </p:spPr>
        <p:txBody>
          <a:bodyPr vert="horz" wrap="square" lIns="0" tIns="0" rIns="0" bIns="0" rtlCol="0" anchor="t">
            <a:spAutoFit/>
          </a:bodyPr>
          <a:lstStyle>
            <a:lvl1pPr>
              <a:defRPr lang="en-GB" b="1" dirty="0"/>
            </a:lvl1pPr>
          </a:lstStyle>
          <a:p>
            <a:pPr lvl="0"/>
            <a:r>
              <a:rPr lang="en-GB"/>
              <a:t>Subtitle. Delete if not required.</a:t>
            </a:r>
          </a:p>
        </p:txBody>
      </p:sp>
      <p:sp>
        <p:nvSpPr>
          <p:cNvPr id="9" name="Title 8">
            <a:extLst>
              <a:ext uri="{FF2B5EF4-FFF2-40B4-BE49-F238E27FC236}">
                <a16:creationId xmlns:a16="http://schemas.microsoft.com/office/drawing/2014/main" id="{80AE2DF2-849C-72E8-013B-74CCFF6C4882}"/>
              </a:ext>
            </a:extLst>
          </p:cNvPr>
          <p:cNvSpPr>
            <a:spLocks noGrp="1"/>
          </p:cNvSpPr>
          <p:nvPr>
            <p:ph type="title" hasCustomPrompt="1"/>
          </p:nvPr>
        </p:nvSpPr>
        <p:spPr>
          <a:xfrm>
            <a:off x="288303" y="262267"/>
            <a:ext cx="5732002" cy="468590"/>
          </a:xfrm>
        </p:spPr>
        <p:txBody>
          <a:bodyPr/>
          <a:lstStyle/>
          <a:p>
            <a:r>
              <a:rPr lang="en-GB"/>
              <a:t>Master title style</a:t>
            </a:r>
          </a:p>
        </p:txBody>
      </p:sp>
    </p:spTree>
    <p:extLst>
      <p:ext uri="{BB962C8B-B14F-4D97-AF65-F5344CB8AC3E}">
        <p14:creationId xmlns:p14="http://schemas.microsoft.com/office/powerpoint/2010/main" val="1941386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mage and Content Right S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0" y="0"/>
            <a:ext cx="6021385" cy="6858000"/>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hasCustomPrompt="1"/>
          </p:nvPr>
        </p:nvSpPr>
        <p:spPr>
          <a:xfrm>
            <a:off x="6321758" y="4376738"/>
            <a:ext cx="5580856" cy="1893886"/>
          </a:xfrm>
        </p:spPr>
        <p:txBody>
          <a:bodyPr/>
          <a:lstStyle>
            <a:lvl1pPr>
              <a:defRPr lang="en-GB" dirty="0" smtClean="0"/>
            </a:lvl1pPr>
            <a:lvl2pPr>
              <a:defRPr lang="en-GB" dirty="0" smtClean="0"/>
            </a:lvl2pPr>
            <a:lvl3pPr>
              <a:defRPr lang="en-GB" dirty="0" smtClean="0"/>
            </a:lvl3pPr>
            <a:lvl4pPr>
              <a:defRPr lang="en-GB" dirty="0" smtClean="0"/>
            </a:lvl4pPr>
            <a:lvl5pPr>
              <a:defRPr lang="en-GB" dirty="0"/>
            </a:lvl5pPr>
          </a:lstStyle>
          <a:p>
            <a:pPr lvl="0"/>
            <a:r>
              <a:rPr lang="en-GB"/>
              <a:t>Click to add text. Delete if not required.</a:t>
            </a:r>
          </a:p>
          <a:p>
            <a:pPr lvl="1"/>
            <a:r>
              <a:rPr lang="en-GB"/>
              <a:t>Second level</a:t>
            </a:r>
          </a:p>
          <a:p>
            <a:pPr lvl="2"/>
            <a:r>
              <a:rPr lang="en-GB"/>
              <a:t>Third level</a:t>
            </a:r>
          </a:p>
          <a:p>
            <a:pPr lvl="3"/>
            <a:r>
              <a:rPr lang="en-GB"/>
              <a:t>Fourth level</a:t>
            </a:r>
          </a:p>
          <a:p>
            <a:pPr lvl="4"/>
            <a:r>
              <a:rPr lang="en-GB"/>
              <a:t>Fifth level</a:t>
            </a:r>
          </a:p>
        </p:txBody>
      </p:sp>
      <p:sp>
        <p:nvSpPr>
          <p:cNvPr id="7" name="Title 6">
            <a:extLst>
              <a:ext uri="{FF2B5EF4-FFF2-40B4-BE49-F238E27FC236}">
                <a16:creationId xmlns:a16="http://schemas.microsoft.com/office/drawing/2014/main" id="{57139A87-57BC-3EA5-1A50-C7A9DA1DB2C1}"/>
              </a:ext>
            </a:extLst>
          </p:cNvPr>
          <p:cNvSpPr>
            <a:spLocks noGrp="1"/>
          </p:cNvSpPr>
          <p:nvPr>
            <p:ph type="title"/>
          </p:nvPr>
        </p:nvSpPr>
        <p:spPr>
          <a:xfrm>
            <a:off x="6323798" y="279525"/>
            <a:ext cx="5578817" cy="2733056"/>
          </a:xfrm>
        </p:spPr>
        <p:txBody>
          <a:bodyPr/>
          <a:lstStyle>
            <a:lvl1pPr>
              <a:lnSpc>
                <a:spcPct val="80000"/>
              </a:lnSpc>
              <a:defRPr sz="7400"/>
            </a:lvl1pPr>
          </a:lstStyle>
          <a:p>
            <a:r>
              <a:rPr lang="en-US"/>
              <a:t>Click to edit Master title style</a:t>
            </a:r>
          </a:p>
        </p:txBody>
      </p:sp>
    </p:spTree>
    <p:extLst>
      <p:ext uri="{BB962C8B-B14F-4D97-AF65-F5344CB8AC3E}">
        <p14:creationId xmlns:p14="http://schemas.microsoft.com/office/powerpoint/2010/main" val="41617539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Images and Conten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6170614" y="0"/>
            <a:ext cx="6021385" cy="3429000"/>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hasCustomPrompt="1"/>
          </p:nvPr>
        </p:nvSpPr>
        <p:spPr>
          <a:xfrm>
            <a:off x="289384" y="2338387"/>
            <a:ext cx="5732003" cy="3932237"/>
          </a:xfrm>
        </p:spPr>
        <p:txBody>
          <a:bodyPr/>
          <a:lstStyle/>
          <a:p>
            <a:pPr lvl="0"/>
            <a:r>
              <a:rPr lang="en-GB"/>
              <a:t>Click to add text. Delete if not required.</a:t>
            </a:r>
          </a:p>
          <a:p>
            <a:pPr lvl="1"/>
            <a:r>
              <a:rPr lang="en-GB"/>
              <a:t>Second level</a:t>
            </a:r>
          </a:p>
          <a:p>
            <a:pPr lvl="2"/>
            <a:r>
              <a:rPr lang="en-GB"/>
              <a:t>Third level</a:t>
            </a:r>
          </a:p>
          <a:p>
            <a:pPr lvl="3"/>
            <a:r>
              <a:rPr lang="en-GB"/>
              <a:t>Fourth level</a:t>
            </a:r>
          </a:p>
          <a:p>
            <a:pPr lvl="4"/>
            <a:r>
              <a:rPr lang="en-GB"/>
              <a:t>Fifth level</a:t>
            </a:r>
          </a:p>
        </p:txBody>
      </p:sp>
      <p:sp>
        <p:nvSpPr>
          <p:cNvPr id="7" name="Picture Placeholder 5">
            <a:extLst>
              <a:ext uri="{FF2B5EF4-FFF2-40B4-BE49-F238E27FC236}">
                <a16:creationId xmlns:a16="http://schemas.microsoft.com/office/drawing/2014/main" id="{1CA8347E-5487-FBA2-2DD4-3FD601BD3B4C}"/>
              </a:ext>
            </a:extLst>
          </p:cNvPr>
          <p:cNvSpPr>
            <a:spLocks noGrp="1"/>
          </p:cNvSpPr>
          <p:nvPr>
            <p:ph type="pic" sz="quarter" idx="14" hasCustomPrompt="1"/>
          </p:nvPr>
        </p:nvSpPr>
        <p:spPr>
          <a:xfrm>
            <a:off x="6170614" y="3429000"/>
            <a:ext cx="6021385" cy="3429000"/>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9" name="Title 7">
            <a:extLst>
              <a:ext uri="{FF2B5EF4-FFF2-40B4-BE49-F238E27FC236}">
                <a16:creationId xmlns:a16="http://schemas.microsoft.com/office/drawing/2014/main" id="{B6AE2399-BFCA-491C-607D-8EC33F29B034}"/>
              </a:ext>
            </a:extLst>
          </p:cNvPr>
          <p:cNvSpPr>
            <a:spLocks noGrp="1"/>
          </p:cNvSpPr>
          <p:nvPr>
            <p:ph type="title" hasCustomPrompt="1"/>
          </p:nvPr>
        </p:nvSpPr>
        <p:spPr>
          <a:xfrm>
            <a:off x="288303" y="262800"/>
            <a:ext cx="5733085" cy="454529"/>
          </a:xfrm>
        </p:spPr>
        <p:txBody>
          <a:bodyPr/>
          <a:lstStyle/>
          <a:p>
            <a:r>
              <a:rPr lang="en-US"/>
              <a:t>Master title style</a:t>
            </a:r>
            <a:endParaRPr lang="en-GB"/>
          </a:p>
        </p:txBody>
      </p:sp>
      <p:sp>
        <p:nvSpPr>
          <p:cNvPr id="8" name="Subtitle 2">
            <a:extLst>
              <a:ext uri="{FF2B5EF4-FFF2-40B4-BE49-F238E27FC236}">
                <a16:creationId xmlns:a16="http://schemas.microsoft.com/office/drawing/2014/main" id="{42AEA74B-CBA6-2617-8389-0A8FBEB074F7}"/>
              </a:ext>
            </a:extLst>
          </p:cNvPr>
          <p:cNvSpPr>
            <a:spLocks noGrp="1"/>
          </p:cNvSpPr>
          <p:nvPr>
            <p:ph type="subTitle" idx="16" hasCustomPrompt="1"/>
          </p:nvPr>
        </p:nvSpPr>
        <p:spPr>
          <a:xfrm>
            <a:off x="288302" y="713620"/>
            <a:ext cx="5732003" cy="292965"/>
          </a:xfrm>
        </p:spPr>
        <p:txBody>
          <a:bodyPr vert="horz" wrap="square" lIns="0" tIns="0" rIns="0" bIns="0" rtlCol="0" anchor="t">
            <a:spAutoFit/>
          </a:bodyPr>
          <a:lstStyle>
            <a:lvl1pPr>
              <a:defRPr lang="en-GB" b="1" dirty="0"/>
            </a:lvl1pPr>
          </a:lstStyle>
          <a:p>
            <a:pPr lvl="0"/>
            <a:r>
              <a:rPr lang="en-GB"/>
              <a:t>Subtitle. Delete if not required.</a:t>
            </a:r>
          </a:p>
        </p:txBody>
      </p:sp>
    </p:spTree>
    <p:extLst>
      <p:ext uri="{BB962C8B-B14F-4D97-AF65-F5344CB8AC3E}">
        <p14:creationId xmlns:p14="http://schemas.microsoft.com/office/powerpoint/2010/main" val="26482011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Images and Conten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6170614" y="0"/>
            <a:ext cx="3010694" cy="3429000"/>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hasCustomPrompt="1"/>
          </p:nvPr>
        </p:nvSpPr>
        <p:spPr>
          <a:xfrm>
            <a:off x="289384" y="2338387"/>
            <a:ext cx="5732003" cy="3932237"/>
          </a:xfrm>
        </p:spPr>
        <p:txBody>
          <a:bodyPr/>
          <a:lstStyle/>
          <a:p>
            <a:pPr lvl="0"/>
            <a:r>
              <a:rPr lang="en-GB"/>
              <a:t>Click to add text. Delete if not required.</a:t>
            </a:r>
          </a:p>
          <a:p>
            <a:pPr lvl="1"/>
            <a:r>
              <a:rPr lang="en-GB"/>
              <a:t>Second level</a:t>
            </a:r>
          </a:p>
          <a:p>
            <a:pPr lvl="2"/>
            <a:r>
              <a:rPr lang="en-GB"/>
              <a:t>Third level</a:t>
            </a:r>
          </a:p>
          <a:p>
            <a:pPr lvl="3"/>
            <a:r>
              <a:rPr lang="en-GB"/>
              <a:t>Fourth level</a:t>
            </a:r>
          </a:p>
          <a:p>
            <a:pPr lvl="4"/>
            <a:r>
              <a:rPr lang="en-GB"/>
              <a:t>Fifth level</a:t>
            </a:r>
          </a:p>
        </p:txBody>
      </p:sp>
      <p:sp>
        <p:nvSpPr>
          <p:cNvPr id="7" name="Picture Placeholder 5">
            <a:extLst>
              <a:ext uri="{FF2B5EF4-FFF2-40B4-BE49-F238E27FC236}">
                <a16:creationId xmlns:a16="http://schemas.microsoft.com/office/drawing/2014/main" id="{1CA8347E-5487-FBA2-2DD4-3FD601BD3B4C}"/>
              </a:ext>
            </a:extLst>
          </p:cNvPr>
          <p:cNvSpPr>
            <a:spLocks noGrp="1"/>
          </p:cNvSpPr>
          <p:nvPr>
            <p:ph type="pic" sz="quarter" idx="14" hasCustomPrompt="1"/>
          </p:nvPr>
        </p:nvSpPr>
        <p:spPr>
          <a:xfrm>
            <a:off x="6170614" y="3429000"/>
            <a:ext cx="6021385" cy="3429000"/>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8" name="Picture Placeholder 5">
            <a:extLst>
              <a:ext uri="{FF2B5EF4-FFF2-40B4-BE49-F238E27FC236}">
                <a16:creationId xmlns:a16="http://schemas.microsoft.com/office/drawing/2014/main" id="{341FD64A-0587-F581-84E0-EA06B4D33540}"/>
              </a:ext>
            </a:extLst>
          </p:cNvPr>
          <p:cNvSpPr>
            <a:spLocks noGrp="1"/>
          </p:cNvSpPr>
          <p:nvPr>
            <p:ph type="pic" sz="quarter" idx="15" hasCustomPrompt="1"/>
          </p:nvPr>
        </p:nvSpPr>
        <p:spPr>
          <a:xfrm>
            <a:off x="9181307" y="0"/>
            <a:ext cx="3010694" cy="3429000"/>
          </a:xfrm>
          <a:solidFill>
            <a:schemeClr val="tx2"/>
          </a:solidFill>
        </p:spPr>
        <p:txBody>
          <a:bodyPr vert="horz" lIns="0" tIns="0" rIns="0" bIns="0" rtlCol="0">
            <a:noAutofit/>
          </a:bodyPr>
          <a:lstStyle>
            <a:lvl1pPr>
              <a:defRPr lang="en-GB"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0" name="Title 7">
            <a:extLst>
              <a:ext uri="{FF2B5EF4-FFF2-40B4-BE49-F238E27FC236}">
                <a16:creationId xmlns:a16="http://schemas.microsoft.com/office/drawing/2014/main" id="{27A145F5-DB46-62B4-C485-DD186AF7BDC2}"/>
              </a:ext>
            </a:extLst>
          </p:cNvPr>
          <p:cNvSpPr>
            <a:spLocks noGrp="1"/>
          </p:cNvSpPr>
          <p:nvPr>
            <p:ph type="title" hasCustomPrompt="1"/>
          </p:nvPr>
        </p:nvSpPr>
        <p:spPr>
          <a:xfrm>
            <a:off x="288303" y="262800"/>
            <a:ext cx="5733085" cy="454529"/>
          </a:xfrm>
        </p:spPr>
        <p:txBody>
          <a:bodyPr/>
          <a:lstStyle/>
          <a:p>
            <a:r>
              <a:rPr lang="en-US"/>
              <a:t>Master title style</a:t>
            </a:r>
            <a:endParaRPr lang="en-GB"/>
          </a:p>
        </p:txBody>
      </p:sp>
      <p:sp>
        <p:nvSpPr>
          <p:cNvPr id="9" name="Subtitle 2">
            <a:extLst>
              <a:ext uri="{FF2B5EF4-FFF2-40B4-BE49-F238E27FC236}">
                <a16:creationId xmlns:a16="http://schemas.microsoft.com/office/drawing/2014/main" id="{A588C0CC-43FB-4401-B34D-842E1E15D0E5}"/>
              </a:ext>
            </a:extLst>
          </p:cNvPr>
          <p:cNvSpPr>
            <a:spLocks noGrp="1"/>
          </p:cNvSpPr>
          <p:nvPr>
            <p:ph type="subTitle" idx="16" hasCustomPrompt="1"/>
          </p:nvPr>
        </p:nvSpPr>
        <p:spPr>
          <a:xfrm>
            <a:off x="288302" y="713620"/>
            <a:ext cx="5732003" cy="292965"/>
          </a:xfrm>
        </p:spPr>
        <p:txBody>
          <a:bodyPr vert="horz" wrap="square" lIns="0" tIns="0" rIns="0" bIns="0" rtlCol="0" anchor="t">
            <a:spAutoFit/>
          </a:bodyPr>
          <a:lstStyle>
            <a:lvl1pPr>
              <a:defRPr lang="en-GB" b="1" dirty="0"/>
            </a:lvl1pPr>
          </a:lstStyle>
          <a:p>
            <a:pPr lvl="0"/>
            <a:r>
              <a:rPr lang="en-GB"/>
              <a:t>Subtitle. Delete if not required.</a:t>
            </a:r>
          </a:p>
        </p:txBody>
      </p:sp>
    </p:spTree>
    <p:extLst>
      <p:ext uri="{BB962C8B-B14F-4D97-AF65-F5344CB8AC3E}">
        <p14:creationId xmlns:p14="http://schemas.microsoft.com/office/powerpoint/2010/main" val="6474292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Content and Captio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6165850" y="2338388"/>
            <a:ext cx="5734051" cy="3932235"/>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endParaRPr lang="en-GB"/>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hasCustomPrompt="1"/>
          </p:nvPr>
        </p:nvSpPr>
        <p:spPr>
          <a:xfrm>
            <a:off x="289384" y="2338387"/>
            <a:ext cx="5732003" cy="3427413"/>
          </a:xfrm>
        </p:spPr>
        <p:txBody>
          <a:bodyPr/>
          <a:lstStyle/>
          <a:p>
            <a:pPr lvl="0"/>
            <a:r>
              <a:rPr lang="en-GB"/>
              <a:t>Click to add text. Delete if not required.</a:t>
            </a:r>
          </a:p>
          <a:p>
            <a:pPr lvl="1"/>
            <a:r>
              <a:rPr lang="en-GB"/>
              <a:t>Second level</a:t>
            </a:r>
          </a:p>
          <a:p>
            <a:pPr lvl="2"/>
            <a:r>
              <a:rPr lang="en-GB"/>
              <a:t>Third level</a:t>
            </a:r>
          </a:p>
          <a:p>
            <a:pPr lvl="3"/>
            <a:r>
              <a:rPr lang="en-GB"/>
              <a:t>Fourth level</a:t>
            </a:r>
          </a:p>
          <a:p>
            <a:pPr lvl="4"/>
            <a:r>
              <a:rPr lang="en-GB"/>
              <a:t>Fifth level</a:t>
            </a:r>
          </a:p>
        </p:txBody>
      </p:sp>
      <p:sp>
        <p:nvSpPr>
          <p:cNvPr id="8" name="Text Placeholder 3">
            <a:extLst>
              <a:ext uri="{FF2B5EF4-FFF2-40B4-BE49-F238E27FC236}">
                <a16:creationId xmlns:a16="http://schemas.microsoft.com/office/drawing/2014/main" id="{1F2CC53D-B78D-E756-7E3B-FA565E8B9E1D}"/>
              </a:ext>
            </a:extLst>
          </p:cNvPr>
          <p:cNvSpPr>
            <a:spLocks noGrp="1"/>
          </p:cNvSpPr>
          <p:nvPr>
            <p:ph type="body" sz="quarter" idx="14" hasCustomPrompt="1"/>
          </p:nvPr>
        </p:nvSpPr>
        <p:spPr>
          <a:xfrm>
            <a:off x="10083801" y="1306513"/>
            <a:ext cx="1816100" cy="904875"/>
          </a:xfrm>
        </p:spPr>
        <p:txBody>
          <a:bodyPr anchor="b"/>
          <a:lstStyle>
            <a:lvl1pPr>
              <a:spcBef>
                <a:spcPts val="0"/>
              </a:spcBef>
              <a:spcAft>
                <a:spcPts val="300"/>
              </a:spcAft>
              <a:defRPr lang="en-GB" sz="1000" b="0" i="0" kern="1200" dirty="0">
                <a:solidFill>
                  <a:schemeClr val="tx1"/>
                </a:solidFill>
                <a:latin typeface="+mn-lt"/>
                <a:ea typeface="+mn-ea"/>
                <a:cs typeface="+mn-cs"/>
              </a:defRPr>
            </a:lvl1pPr>
            <a:lvl2pPr marL="93663" indent="-93663">
              <a:spcBef>
                <a:spcPts val="0"/>
              </a:spcBef>
              <a:spcAft>
                <a:spcPts val="300"/>
              </a:spcAft>
              <a:tabLst/>
              <a:defRPr lang="en-GB" sz="1000" b="0" i="0" kern="1200" dirty="0">
                <a:solidFill>
                  <a:schemeClr val="tx1"/>
                </a:solidFill>
                <a:latin typeface="+mn-lt"/>
                <a:ea typeface="+mn-ea"/>
                <a:cs typeface="+mn-cs"/>
              </a:defRPr>
            </a:lvl2pPr>
            <a:lvl3pPr marL="179388" indent="-85725">
              <a:spcBef>
                <a:spcPts val="0"/>
              </a:spcBef>
              <a:spcAft>
                <a:spcPts val="300"/>
              </a:spcAft>
              <a:tabLst/>
              <a:defRPr lang="en-GB" sz="1000" b="0" i="0" kern="1200" dirty="0">
                <a:solidFill>
                  <a:schemeClr val="tx1"/>
                </a:solidFill>
                <a:latin typeface="+mn-lt"/>
                <a:ea typeface="+mn-ea"/>
                <a:cs typeface="+mn-cs"/>
              </a:defRPr>
            </a:lvl3pPr>
            <a:lvl4pPr>
              <a:defRPr sz="1000"/>
            </a:lvl4pPr>
            <a:lvl5pPr>
              <a:defRPr sz="1000"/>
            </a:lvl5pPr>
          </a:lstStyle>
          <a:p>
            <a:pPr lvl="0"/>
            <a:r>
              <a:rPr lang="en-GB"/>
              <a:t>Click to add text. Delete if not required.</a:t>
            </a:r>
          </a:p>
          <a:p>
            <a:pPr lvl="1"/>
            <a:r>
              <a:rPr lang="en-GB"/>
              <a:t>Second level</a:t>
            </a:r>
          </a:p>
          <a:p>
            <a:pPr lvl="2"/>
            <a:r>
              <a:rPr lang="en-GB"/>
              <a:t>Third level</a:t>
            </a:r>
          </a:p>
        </p:txBody>
      </p:sp>
      <p:sp>
        <p:nvSpPr>
          <p:cNvPr id="9" name="Title 8">
            <a:extLst>
              <a:ext uri="{FF2B5EF4-FFF2-40B4-BE49-F238E27FC236}">
                <a16:creationId xmlns:a16="http://schemas.microsoft.com/office/drawing/2014/main" id="{86327D50-E20F-7EBC-9440-36E657CCB2B0}"/>
              </a:ext>
            </a:extLst>
          </p:cNvPr>
          <p:cNvSpPr>
            <a:spLocks noGrp="1"/>
          </p:cNvSpPr>
          <p:nvPr>
            <p:ph type="title"/>
          </p:nvPr>
        </p:nvSpPr>
        <p:spPr>
          <a:xfrm>
            <a:off x="288303" y="262267"/>
            <a:ext cx="8672513" cy="457818"/>
          </a:xfrm>
        </p:spPr>
        <p:txBody>
          <a:bodyPr/>
          <a:lstStyle/>
          <a:p>
            <a:r>
              <a:rPr lang="en-US"/>
              <a:t>Click to edit Master title style</a:t>
            </a:r>
            <a:endParaRPr lang="en-GB"/>
          </a:p>
        </p:txBody>
      </p:sp>
      <p:sp>
        <p:nvSpPr>
          <p:cNvPr id="7" name="Subtitle 2">
            <a:extLst>
              <a:ext uri="{FF2B5EF4-FFF2-40B4-BE49-F238E27FC236}">
                <a16:creationId xmlns:a16="http://schemas.microsoft.com/office/drawing/2014/main" id="{28482B98-7AE9-6F29-768C-189744E8C745}"/>
              </a:ext>
            </a:extLst>
          </p:cNvPr>
          <p:cNvSpPr>
            <a:spLocks noGrp="1"/>
          </p:cNvSpPr>
          <p:nvPr>
            <p:ph type="subTitle" idx="16" hasCustomPrompt="1"/>
          </p:nvPr>
        </p:nvSpPr>
        <p:spPr>
          <a:xfrm>
            <a:off x="288301" y="713620"/>
            <a:ext cx="8672513" cy="292965"/>
          </a:xfrm>
        </p:spPr>
        <p:txBody>
          <a:bodyPr vert="horz" wrap="square" lIns="0" tIns="0" rIns="0" bIns="0" rtlCol="0" anchor="t">
            <a:spAutoFit/>
          </a:bodyPr>
          <a:lstStyle>
            <a:lvl1pPr>
              <a:defRPr lang="en-GB" b="1" dirty="0"/>
            </a:lvl1pPr>
          </a:lstStyle>
          <a:p>
            <a:pPr lvl="0"/>
            <a:r>
              <a:rPr lang="en-GB"/>
              <a:t>Subtitle. Delete if not required.</a:t>
            </a:r>
          </a:p>
        </p:txBody>
      </p:sp>
      <p:sp>
        <p:nvSpPr>
          <p:cNvPr id="2" name="Footer Placeholder 4">
            <a:extLst>
              <a:ext uri="{FF2B5EF4-FFF2-40B4-BE49-F238E27FC236}">
                <a16:creationId xmlns:a16="http://schemas.microsoft.com/office/drawing/2014/main" id="{BCA9CB80-774D-68B5-7E25-86D9D123DB00}"/>
              </a:ext>
            </a:extLst>
          </p:cNvPr>
          <p:cNvSpPr>
            <a:spLocks noGrp="1"/>
          </p:cNvSpPr>
          <p:nvPr>
            <p:ph type="ftr" sz="quarter" idx="3"/>
          </p:nvPr>
        </p:nvSpPr>
        <p:spPr>
          <a:xfrm>
            <a:off x="288259" y="5966467"/>
            <a:ext cx="5732003"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2355839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Images, Content and Captions">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9104313" y="2338386"/>
            <a:ext cx="2795588" cy="3932237"/>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r>
              <a:rPr lang="en-GB"/>
              <a:t> Delete if not required.</a:t>
            </a:r>
            <a:endParaRPr lang="en-US"/>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hasCustomPrompt="1"/>
          </p:nvPr>
        </p:nvSpPr>
        <p:spPr>
          <a:xfrm>
            <a:off x="289384" y="2338387"/>
            <a:ext cx="5732003" cy="3427413"/>
          </a:xfrm>
        </p:spPr>
        <p:txBody>
          <a:bodyPr/>
          <a:lstStyle/>
          <a:p>
            <a:pPr lvl="0"/>
            <a:r>
              <a:rPr lang="en-GB"/>
              <a:t>Click to add text. Delete if not required.</a:t>
            </a:r>
          </a:p>
          <a:p>
            <a:pPr lvl="1"/>
            <a:r>
              <a:rPr lang="en-GB"/>
              <a:t>Second level</a:t>
            </a:r>
          </a:p>
          <a:p>
            <a:pPr lvl="2"/>
            <a:r>
              <a:rPr lang="en-GB"/>
              <a:t>Third level</a:t>
            </a:r>
          </a:p>
          <a:p>
            <a:pPr lvl="3"/>
            <a:r>
              <a:rPr lang="en-GB"/>
              <a:t>Fourth level</a:t>
            </a:r>
          </a:p>
          <a:p>
            <a:pPr lvl="4"/>
            <a:r>
              <a:rPr lang="en-GB"/>
              <a:t>Fifth level</a:t>
            </a:r>
          </a:p>
        </p:txBody>
      </p:sp>
      <p:sp>
        <p:nvSpPr>
          <p:cNvPr id="8" name="Text Placeholder 3">
            <a:extLst>
              <a:ext uri="{FF2B5EF4-FFF2-40B4-BE49-F238E27FC236}">
                <a16:creationId xmlns:a16="http://schemas.microsoft.com/office/drawing/2014/main" id="{1F2CC53D-B78D-E756-7E3B-FA565E8B9E1D}"/>
              </a:ext>
            </a:extLst>
          </p:cNvPr>
          <p:cNvSpPr>
            <a:spLocks noGrp="1"/>
          </p:cNvSpPr>
          <p:nvPr>
            <p:ph type="body" sz="quarter" idx="14" hasCustomPrompt="1"/>
          </p:nvPr>
        </p:nvSpPr>
        <p:spPr>
          <a:xfrm>
            <a:off x="9104313" y="1306513"/>
            <a:ext cx="1816100" cy="904875"/>
          </a:xfrm>
        </p:spPr>
        <p:txBody>
          <a:bodyPr anchor="b"/>
          <a:lstStyle>
            <a:lvl1pPr>
              <a:spcBef>
                <a:spcPts val="0"/>
              </a:spcBef>
              <a:spcAft>
                <a:spcPts val="300"/>
              </a:spcAft>
              <a:defRPr lang="en-GB" sz="1000" b="0" i="0" kern="1200" dirty="0">
                <a:solidFill>
                  <a:schemeClr val="tx1"/>
                </a:solidFill>
                <a:latin typeface="+mn-lt"/>
                <a:ea typeface="+mn-ea"/>
                <a:cs typeface="+mn-cs"/>
              </a:defRPr>
            </a:lvl1pPr>
            <a:lvl2pPr marL="93663" indent="-93663">
              <a:spcBef>
                <a:spcPts val="0"/>
              </a:spcBef>
              <a:spcAft>
                <a:spcPts val="300"/>
              </a:spcAft>
              <a:tabLst/>
              <a:defRPr lang="en-GB" sz="1000" b="0" i="0" kern="1200" dirty="0">
                <a:solidFill>
                  <a:schemeClr val="tx1"/>
                </a:solidFill>
                <a:latin typeface="+mn-lt"/>
                <a:ea typeface="+mn-ea"/>
                <a:cs typeface="+mn-cs"/>
              </a:defRPr>
            </a:lvl2pPr>
            <a:lvl3pPr marL="179388" indent="-85725">
              <a:spcBef>
                <a:spcPts val="0"/>
              </a:spcBef>
              <a:spcAft>
                <a:spcPts val="300"/>
              </a:spcAft>
              <a:tabLst/>
              <a:defRPr lang="en-GB" sz="1000" b="0" i="0" kern="1200" dirty="0">
                <a:solidFill>
                  <a:schemeClr val="tx1"/>
                </a:solidFill>
                <a:latin typeface="+mn-lt"/>
                <a:ea typeface="+mn-ea"/>
                <a:cs typeface="+mn-cs"/>
              </a:defRPr>
            </a:lvl3pPr>
            <a:lvl4pPr>
              <a:defRPr sz="1000"/>
            </a:lvl4pPr>
            <a:lvl5pPr>
              <a:defRPr sz="1000"/>
            </a:lvl5pPr>
          </a:lstStyle>
          <a:p>
            <a:pPr lvl="0"/>
            <a:r>
              <a:rPr lang="en-GB"/>
              <a:t>Click to add text. Delete if not required.</a:t>
            </a:r>
          </a:p>
          <a:p>
            <a:pPr lvl="1"/>
            <a:r>
              <a:rPr lang="en-GB"/>
              <a:t>Second level</a:t>
            </a:r>
          </a:p>
          <a:p>
            <a:pPr lvl="2"/>
            <a:r>
              <a:rPr lang="en-GB"/>
              <a:t>Third level</a:t>
            </a:r>
          </a:p>
        </p:txBody>
      </p:sp>
      <p:sp>
        <p:nvSpPr>
          <p:cNvPr id="7" name="Picture Placeholder 5">
            <a:extLst>
              <a:ext uri="{FF2B5EF4-FFF2-40B4-BE49-F238E27FC236}">
                <a16:creationId xmlns:a16="http://schemas.microsoft.com/office/drawing/2014/main" id="{07C8FFB5-0C36-EA56-18AE-AE4E3A5B96B2}"/>
              </a:ext>
            </a:extLst>
          </p:cNvPr>
          <p:cNvSpPr>
            <a:spLocks noGrp="1"/>
          </p:cNvSpPr>
          <p:nvPr>
            <p:ph type="pic" sz="quarter" idx="15" hasCustomPrompt="1"/>
          </p:nvPr>
        </p:nvSpPr>
        <p:spPr>
          <a:xfrm>
            <a:off x="6165850" y="2338386"/>
            <a:ext cx="2800351" cy="3932237"/>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r>
              <a:rPr lang="en-GB"/>
              <a:t> Delete if not required.</a:t>
            </a:r>
            <a:endParaRPr lang="en-US"/>
          </a:p>
        </p:txBody>
      </p:sp>
      <p:sp>
        <p:nvSpPr>
          <p:cNvPr id="9" name="Text Placeholder 3">
            <a:extLst>
              <a:ext uri="{FF2B5EF4-FFF2-40B4-BE49-F238E27FC236}">
                <a16:creationId xmlns:a16="http://schemas.microsoft.com/office/drawing/2014/main" id="{D8A04C51-CF13-9F12-8A02-3FDDCF07D12F}"/>
              </a:ext>
            </a:extLst>
          </p:cNvPr>
          <p:cNvSpPr>
            <a:spLocks noGrp="1"/>
          </p:cNvSpPr>
          <p:nvPr>
            <p:ph type="body" sz="quarter" idx="16" hasCustomPrompt="1"/>
          </p:nvPr>
        </p:nvSpPr>
        <p:spPr>
          <a:xfrm>
            <a:off x="6165850" y="1306513"/>
            <a:ext cx="1816100" cy="904875"/>
          </a:xfrm>
        </p:spPr>
        <p:txBody>
          <a:bodyPr anchor="b"/>
          <a:lstStyle>
            <a:lvl1pPr>
              <a:spcBef>
                <a:spcPts val="0"/>
              </a:spcBef>
              <a:spcAft>
                <a:spcPts val="300"/>
              </a:spcAft>
              <a:defRPr lang="en-GB" sz="1000" b="0" i="0" kern="1200" dirty="0">
                <a:solidFill>
                  <a:schemeClr val="tx1"/>
                </a:solidFill>
                <a:latin typeface="+mn-lt"/>
                <a:ea typeface="+mn-ea"/>
                <a:cs typeface="+mn-cs"/>
              </a:defRPr>
            </a:lvl1pPr>
            <a:lvl2pPr marL="93663" indent="-93663">
              <a:spcBef>
                <a:spcPts val="0"/>
              </a:spcBef>
              <a:spcAft>
                <a:spcPts val="300"/>
              </a:spcAft>
              <a:tabLst/>
              <a:defRPr lang="en-GB" sz="1000" b="0" i="0" kern="1200" dirty="0">
                <a:solidFill>
                  <a:schemeClr val="tx1"/>
                </a:solidFill>
                <a:latin typeface="+mn-lt"/>
                <a:ea typeface="+mn-ea"/>
                <a:cs typeface="+mn-cs"/>
              </a:defRPr>
            </a:lvl2pPr>
            <a:lvl3pPr marL="179388" indent="-85725">
              <a:spcBef>
                <a:spcPts val="0"/>
              </a:spcBef>
              <a:spcAft>
                <a:spcPts val="300"/>
              </a:spcAft>
              <a:tabLst/>
              <a:defRPr lang="en-GB" sz="1000" b="0" i="0" kern="1200" dirty="0">
                <a:solidFill>
                  <a:schemeClr val="tx1"/>
                </a:solidFill>
                <a:latin typeface="+mn-lt"/>
                <a:ea typeface="+mn-ea"/>
                <a:cs typeface="+mn-cs"/>
              </a:defRPr>
            </a:lvl3pPr>
            <a:lvl4pPr>
              <a:defRPr sz="1000"/>
            </a:lvl4pPr>
            <a:lvl5pPr>
              <a:defRPr sz="1000"/>
            </a:lvl5pPr>
          </a:lstStyle>
          <a:p>
            <a:pPr lvl="0"/>
            <a:r>
              <a:rPr lang="en-GB"/>
              <a:t>Click to add text. Delete if not required.</a:t>
            </a:r>
          </a:p>
          <a:p>
            <a:pPr lvl="1"/>
            <a:r>
              <a:rPr lang="en-GB"/>
              <a:t>Second level</a:t>
            </a:r>
          </a:p>
          <a:p>
            <a:pPr lvl="2"/>
            <a:r>
              <a:rPr lang="en-GB"/>
              <a:t>Third level</a:t>
            </a:r>
          </a:p>
        </p:txBody>
      </p:sp>
      <p:sp>
        <p:nvSpPr>
          <p:cNvPr id="11" name="Title 7">
            <a:extLst>
              <a:ext uri="{FF2B5EF4-FFF2-40B4-BE49-F238E27FC236}">
                <a16:creationId xmlns:a16="http://schemas.microsoft.com/office/drawing/2014/main" id="{48C95821-C865-9139-DE3E-F11442D8306C}"/>
              </a:ext>
            </a:extLst>
          </p:cNvPr>
          <p:cNvSpPr>
            <a:spLocks noGrp="1"/>
          </p:cNvSpPr>
          <p:nvPr>
            <p:ph type="title" hasCustomPrompt="1"/>
          </p:nvPr>
        </p:nvSpPr>
        <p:spPr>
          <a:xfrm>
            <a:off x="288303" y="262800"/>
            <a:ext cx="8673135" cy="454529"/>
          </a:xfrm>
        </p:spPr>
        <p:txBody>
          <a:bodyPr/>
          <a:lstStyle/>
          <a:p>
            <a:r>
              <a:rPr lang="en-US"/>
              <a:t>Master title style</a:t>
            </a:r>
            <a:endParaRPr lang="en-GB"/>
          </a:p>
        </p:txBody>
      </p:sp>
      <p:sp>
        <p:nvSpPr>
          <p:cNvPr id="10" name="Subtitle 2">
            <a:extLst>
              <a:ext uri="{FF2B5EF4-FFF2-40B4-BE49-F238E27FC236}">
                <a16:creationId xmlns:a16="http://schemas.microsoft.com/office/drawing/2014/main" id="{949BA43B-6BD5-72DE-5D4D-B0BAD4FEEA2B}"/>
              </a:ext>
            </a:extLst>
          </p:cNvPr>
          <p:cNvSpPr>
            <a:spLocks noGrp="1"/>
          </p:cNvSpPr>
          <p:nvPr>
            <p:ph type="subTitle" idx="17" hasCustomPrompt="1"/>
          </p:nvPr>
        </p:nvSpPr>
        <p:spPr>
          <a:xfrm>
            <a:off x="288302" y="713620"/>
            <a:ext cx="8671498" cy="292965"/>
          </a:xfrm>
        </p:spPr>
        <p:txBody>
          <a:bodyPr vert="horz" wrap="square" lIns="0" tIns="0" rIns="0" bIns="0" rtlCol="0" anchor="t">
            <a:spAutoFit/>
          </a:bodyPr>
          <a:lstStyle>
            <a:lvl1pPr>
              <a:defRPr lang="en-GB" b="1" dirty="0"/>
            </a:lvl1pPr>
          </a:lstStyle>
          <a:p>
            <a:pPr lvl="0"/>
            <a:r>
              <a:rPr lang="en-GB"/>
              <a:t>Subtitle. Delete if not required.</a:t>
            </a:r>
          </a:p>
        </p:txBody>
      </p:sp>
      <p:sp>
        <p:nvSpPr>
          <p:cNvPr id="2" name="Footer Placeholder 4">
            <a:extLst>
              <a:ext uri="{FF2B5EF4-FFF2-40B4-BE49-F238E27FC236}">
                <a16:creationId xmlns:a16="http://schemas.microsoft.com/office/drawing/2014/main" id="{E00874E2-51B6-C9BA-5767-10D0B2852D4F}"/>
              </a:ext>
            </a:extLst>
          </p:cNvPr>
          <p:cNvSpPr>
            <a:spLocks noGrp="1"/>
          </p:cNvSpPr>
          <p:nvPr>
            <p:ph type="ftr" sz="quarter" idx="3"/>
          </p:nvPr>
        </p:nvSpPr>
        <p:spPr>
          <a:xfrm>
            <a:off x="288259" y="5966467"/>
            <a:ext cx="5739479"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18743074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Images, Content and Captions Stacke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8124825" y="291038"/>
            <a:ext cx="3775076" cy="2922062"/>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r>
              <a:rPr lang="en-GB"/>
              <a:t> Delete if not required.</a:t>
            </a:r>
            <a:endParaRPr lang="en-US"/>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hasCustomPrompt="1"/>
          </p:nvPr>
        </p:nvSpPr>
        <p:spPr>
          <a:xfrm>
            <a:off x="289385" y="2338387"/>
            <a:ext cx="4750422" cy="3427413"/>
          </a:xfrm>
        </p:spPr>
        <p:txBody>
          <a:bodyPr/>
          <a:lstStyle/>
          <a:p>
            <a:pPr lvl="0"/>
            <a:r>
              <a:rPr lang="en-GB"/>
              <a:t>Click to add text. Delete if not required.</a:t>
            </a:r>
          </a:p>
          <a:p>
            <a:pPr lvl="1"/>
            <a:r>
              <a:rPr lang="en-GB"/>
              <a:t>Second level</a:t>
            </a:r>
          </a:p>
          <a:p>
            <a:pPr lvl="2"/>
            <a:r>
              <a:rPr lang="en-GB"/>
              <a:t>Third level</a:t>
            </a:r>
          </a:p>
          <a:p>
            <a:pPr lvl="3"/>
            <a:r>
              <a:rPr lang="en-GB"/>
              <a:t>Fourth level</a:t>
            </a:r>
          </a:p>
          <a:p>
            <a:pPr lvl="4"/>
            <a:r>
              <a:rPr lang="en-GB"/>
              <a:t>Fifth level</a:t>
            </a:r>
          </a:p>
        </p:txBody>
      </p:sp>
      <p:sp>
        <p:nvSpPr>
          <p:cNvPr id="9" name="Text Placeholder 3">
            <a:extLst>
              <a:ext uri="{FF2B5EF4-FFF2-40B4-BE49-F238E27FC236}">
                <a16:creationId xmlns:a16="http://schemas.microsoft.com/office/drawing/2014/main" id="{D8A04C51-CF13-9F12-8A02-3FDDCF07D12F}"/>
              </a:ext>
            </a:extLst>
          </p:cNvPr>
          <p:cNvSpPr>
            <a:spLocks noGrp="1"/>
          </p:cNvSpPr>
          <p:nvPr>
            <p:ph type="body" sz="quarter" idx="16" hasCustomPrompt="1"/>
          </p:nvPr>
        </p:nvSpPr>
        <p:spPr>
          <a:xfrm>
            <a:off x="6165850" y="263526"/>
            <a:ext cx="1816099" cy="901700"/>
          </a:xfrm>
        </p:spPr>
        <p:txBody>
          <a:bodyPr/>
          <a:lstStyle>
            <a:lvl1pPr>
              <a:spcBef>
                <a:spcPts val="0"/>
              </a:spcBef>
              <a:spcAft>
                <a:spcPts val="300"/>
              </a:spcAft>
              <a:defRPr lang="en-GB" sz="1000" b="0" i="0" kern="1200" dirty="0">
                <a:solidFill>
                  <a:schemeClr val="tx1"/>
                </a:solidFill>
                <a:latin typeface="+mn-lt"/>
                <a:ea typeface="+mn-ea"/>
                <a:cs typeface="+mn-cs"/>
              </a:defRPr>
            </a:lvl1pPr>
            <a:lvl2pPr marL="93663" indent="-93663">
              <a:spcBef>
                <a:spcPts val="0"/>
              </a:spcBef>
              <a:spcAft>
                <a:spcPts val="300"/>
              </a:spcAft>
              <a:tabLst/>
              <a:defRPr lang="en-GB" sz="1000" b="0" i="0" kern="1200" dirty="0">
                <a:solidFill>
                  <a:schemeClr val="tx1"/>
                </a:solidFill>
                <a:latin typeface="+mn-lt"/>
                <a:ea typeface="+mn-ea"/>
                <a:cs typeface="+mn-cs"/>
              </a:defRPr>
            </a:lvl2pPr>
            <a:lvl3pPr marL="179388" indent="-85725">
              <a:spcBef>
                <a:spcPts val="0"/>
              </a:spcBef>
              <a:spcAft>
                <a:spcPts val="300"/>
              </a:spcAft>
              <a:tabLst/>
              <a:defRPr lang="en-GB" sz="1000" b="0" i="0" kern="1200" dirty="0">
                <a:solidFill>
                  <a:schemeClr val="tx1"/>
                </a:solidFill>
                <a:latin typeface="+mn-lt"/>
                <a:ea typeface="+mn-ea"/>
                <a:cs typeface="+mn-cs"/>
              </a:defRPr>
            </a:lvl3pPr>
            <a:lvl4pPr>
              <a:defRPr sz="1000"/>
            </a:lvl4pPr>
            <a:lvl5pPr>
              <a:defRPr sz="1000"/>
            </a:lvl5pPr>
          </a:lstStyle>
          <a:p>
            <a:pPr lvl="0"/>
            <a:r>
              <a:rPr lang="en-GB"/>
              <a:t>Click to add text. Delete if not required.</a:t>
            </a:r>
          </a:p>
          <a:p>
            <a:pPr lvl="1"/>
            <a:r>
              <a:rPr lang="en-GB"/>
              <a:t>Second level</a:t>
            </a:r>
          </a:p>
          <a:p>
            <a:pPr lvl="2"/>
            <a:r>
              <a:rPr lang="en-GB"/>
              <a:t>Third level</a:t>
            </a:r>
          </a:p>
        </p:txBody>
      </p:sp>
      <p:sp>
        <p:nvSpPr>
          <p:cNvPr id="10" name="Picture Placeholder 5">
            <a:extLst>
              <a:ext uri="{FF2B5EF4-FFF2-40B4-BE49-F238E27FC236}">
                <a16:creationId xmlns:a16="http://schemas.microsoft.com/office/drawing/2014/main" id="{7E2F9960-1383-47B5-D5A0-E3568E633105}"/>
              </a:ext>
            </a:extLst>
          </p:cNvPr>
          <p:cNvSpPr>
            <a:spLocks noGrp="1"/>
          </p:cNvSpPr>
          <p:nvPr>
            <p:ph type="pic" sz="quarter" idx="17" hasCustomPrompt="1"/>
          </p:nvPr>
        </p:nvSpPr>
        <p:spPr>
          <a:xfrm>
            <a:off x="8124825" y="3357564"/>
            <a:ext cx="3775076" cy="2913062"/>
          </a:xfrm>
          <a:solidFill>
            <a:schemeClr val="tx2"/>
          </a:solidFill>
        </p:spPr>
        <p:txBody>
          <a:bodyPr vert="horz" lIns="0" tIns="0" rIns="0" bIns="0" rtlCol="0">
            <a:noAutofit/>
          </a:bodyPr>
          <a:lstStyle>
            <a:lvl1pPr>
              <a:defRPr lang="en-GB"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r>
              <a:rPr lang="en-GB"/>
              <a:t> Delete if not required.</a:t>
            </a:r>
            <a:endParaRPr lang="en-US"/>
          </a:p>
        </p:txBody>
      </p:sp>
      <p:sp>
        <p:nvSpPr>
          <p:cNvPr id="11" name="Text Placeholder 3">
            <a:extLst>
              <a:ext uri="{FF2B5EF4-FFF2-40B4-BE49-F238E27FC236}">
                <a16:creationId xmlns:a16="http://schemas.microsoft.com/office/drawing/2014/main" id="{1157324B-BE85-4E3F-8A71-8D472DC1443F}"/>
              </a:ext>
            </a:extLst>
          </p:cNvPr>
          <p:cNvSpPr>
            <a:spLocks noGrp="1"/>
          </p:cNvSpPr>
          <p:nvPr>
            <p:ph type="body" sz="quarter" idx="18" hasCustomPrompt="1"/>
          </p:nvPr>
        </p:nvSpPr>
        <p:spPr>
          <a:xfrm>
            <a:off x="6170614" y="3334276"/>
            <a:ext cx="1811335" cy="904875"/>
          </a:xfrm>
        </p:spPr>
        <p:txBody>
          <a:bodyPr/>
          <a:lstStyle>
            <a:lvl1pPr>
              <a:spcBef>
                <a:spcPts val="0"/>
              </a:spcBef>
              <a:spcAft>
                <a:spcPts val="300"/>
              </a:spcAft>
              <a:defRPr lang="en-GB" sz="1000" b="0" i="0" kern="1200" dirty="0">
                <a:solidFill>
                  <a:schemeClr val="tx1"/>
                </a:solidFill>
                <a:latin typeface="+mn-lt"/>
                <a:ea typeface="+mn-ea"/>
                <a:cs typeface="+mn-cs"/>
              </a:defRPr>
            </a:lvl1pPr>
            <a:lvl2pPr marL="93663" indent="-93663">
              <a:spcBef>
                <a:spcPts val="0"/>
              </a:spcBef>
              <a:spcAft>
                <a:spcPts val="300"/>
              </a:spcAft>
              <a:tabLst/>
              <a:defRPr lang="en-GB" sz="1000" b="0" i="0" kern="1200" dirty="0">
                <a:solidFill>
                  <a:schemeClr val="tx1"/>
                </a:solidFill>
                <a:latin typeface="+mn-lt"/>
                <a:ea typeface="+mn-ea"/>
                <a:cs typeface="+mn-cs"/>
              </a:defRPr>
            </a:lvl2pPr>
            <a:lvl3pPr marL="179388" indent="-85725">
              <a:spcBef>
                <a:spcPts val="0"/>
              </a:spcBef>
              <a:spcAft>
                <a:spcPts val="300"/>
              </a:spcAft>
              <a:tabLst/>
              <a:defRPr lang="en-GB" sz="1000" b="0" i="0" kern="1200" dirty="0">
                <a:solidFill>
                  <a:schemeClr val="tx1"/>
                </a:solidFill>
                <a:latin typeface="+mn-lt"/>
                <a:ea typeface="+mn-ea"/>
                <a:cs typeface="+mn-cs"/>
              </a:defRPr>
            </a:lvl3pPr>
            <a:lvl4pPr>
              <a:defRPr sz="1000"/>
            </a:lvl4pPr>
            <a:lvl5pPr>
              <a:defRPr sz="1000"/>
            </a:lvl5pPr>
          </a:lstStyle>
          <a:p>
            <a:pPr lvl="0"/>
            <a:r>
              <a:rPr lang="en-GB"/>
              <a:t>Click to add text. Delete if not required.</a:t>
            </a:r>
          </a:p>
          <a:p>
            <a:pPr lvl="1"/>
            <a:r>
              <a:rPr lang="en-GB"/>
              <a:t>Second level</a:t>
            </a:r>
          </a:p>
          <a:p>
            <a:pPr lvl="2"/>
            <a:r>
              <a:rPr lang="en-GB"/>
              <a:t>Third level</a:t>
            </a:r>
          </a:p>
        </p:txBody>
      </p:sp>
      <p:sp>
        <p:nvSpPr>
          <p:cNvPr id="8" name="Title 7">
            <a:extLst>
              <a:ext uri="{FF2B5EF4-FFF2-40B4-BE49-F238E27FC236}">
                <a16:creationId xmlns:a16="http://schemas.microsoft.com/office/drawing/2014/main" id="{A4141273-8612-0373-5CE1-A74C8304F40A}"/>
              </a:ext>
            </a:extLst>
          </p:cNvPr>
          <p:cNvSpPr>
            <a:spLocks noGrp="1"/>
          </p:cNvSpPr>
          <p:nvPr>
            <p:ph type="title" hasCustomPrompt="1"/>
          </p:nvPr>
        </p:nvSpPr>
        <p:spPr>
          <a:xfrm>
            <a:off x="288303" y="262800"/>
            <a:ext cx="4750421" cy="454529"/>
          </a:xfrm>
        </p:spPr>
        <p:txBody>
          <a:bodyPr/>
          <a:lstStyle/>
          <a:p>
            <a:r>
              <a:rPr lang="en-US"/>
              <a:t>Master title style</a:t>
            </a:r>
            <a:endParaRPr lang="en-GB"/>
          </a:p>
        </p:txBody>
      </p:sp>
      <p:sp>
        <p:nvSpPr>
          <p:cNvPr id="7" name="Subtitle 2">
            <a:extLst>
              <a:ext uri="{FF2B5EF4-FFF2-40B4-BE49-F238E27FC236}">
                <a16:creationId xmlns:a16="http://schemas.microsoft.com/office/drawing/2014/main" id="{460EC19D-5C44-4557-54CE-FA6CE565E479}"/>
              </a:ext>
            </a:extLst>
          </p:cNvPr>
          <p:cNvSpPr>
            <a:spLocks noGrp="1"/>
          </p:cNvSpPr>
          <p:nvPr>
            <p:ph type="subTitle" idx="19" hasCustomPrompt="1"/>
          </p:nvPr>
        </p:nvSpPr>
        <p:spPr>
          <a:xfrm>
            <a:off x="288302" y="713620"/>
            <a:ext cx="4750421" cy="292965"/>
          </a:xfrm>
        </p:spPr>
        <p:txBody>
          <a:bodyPr vert="horz" wrap="square" lIns="0" tIns="0" rIns="0" bIns="0" rtlCol="0" anchor="t">
            <a:spAutoFit/>
          </a:bodyPr>
          <a:lstStyle>
            <a:lvl1pPr>
              <a:defRPr lang="en-GB" b="1" dirty="0"/>
            </a:lvl1pPr>
          </a:lstStyle>
          <a:p>
            <a:pPr lvl="0"/>
            <a:r>
              <a:rPr lang="en-GB"/>
              <a:t>Subtitle. Delete if not required.</a:t>
            </a:r>
          </a:p>
        </p:txBody>
      </p:sp>
      <p:sp>
        <p:nvSpPr>
          <p:cNvPr id="2" name="Footer Placeholder 4">
            <a:extLst>
              <a:ext uri="{FF2B5EF4-FFF2-40B4-BE49-F238E27FC236}">
                <a16:creationId xmlns:a16="http://schemas.microsoft.com/office/drawing/2014/main" id="{1F0325E1-B647-A8E5-18BB-BF2ED4C7A4DC}"/>
              </a:ext>
            </a:extLst>
          </p:cNvPr>
          <p:cNvSpPr>
            <a:spLocks noGrp="1"/>
          </p:cNvSpPr>
          <p:nvPr>
            <p:ph type="ftr" sz="quarter" idx="3"/>
          </p:nvPr>
        </p:nvSpPr>
        <p:spPr>
          <a:xfrm>
            <a:off x="288259" y="5966467"/>
            <a:ext cx="7693690"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238237741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Left Side, Two Images and Text ">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55B8D2-C963-E4A2-E467-94496D231D97}"/>
              </a:ext>
            </a:extLst>
          </p:cNvPr>
          <p:cNvSpPr>
            <a:spLocks noGrp="1"/>
          </p:cNvSpPr>
          <p:nvPr>
            <p:ph type="sldNum" sz="quarter" idx="11"/>
          </p:nvPr>
        </p:nvSpPr>
        <p:spPr/>
        <p:txBody>
          <a:bodyPr/>
          <a:lstStyle/>
          <a:p>
            <a:fld id="{AEC8D767-5246-2244-A4A3-B8AFB218393C}" type="slidenum">
              <a:rPr lang="en-GB" smtClean="0"/>
              <a:pPr/>
              <a:t>‹#›</a:t>
            </a:fld>
            <a:endParaRPr lang="en-GB"/>
          </a:p>
        </p:txBody>
      </p:sp>
      <p:sp>
        <p:nvSpPr>
          <p:cNvPr id="10" name="Picture Placeholder 5">
            <a:extLst>
              <a:ext uri="{FF2B5EF4-FFF2-40B4-BE49-F238E27FC236}">
                <a16:creationId xmlns:a16="http://schemas.microsoft.com/office/drawing/2014/main" id="{BEB95803-75F5-094C-03C0-91A8C27F1AAA}"/>
              </a:ext>
            </a:extLst>
          </p:cNvPr>
          <p:cNvSpPr>
            <a:spLocks noGrp="1"/>
          </p:cNvSpPr>
          <p:nvPr>
            <p:ph type="pic" sz="quarter" idx="13" hasCustomPrompt="1"/>
          </p:nvPr>
        </p:nvSpPr>
        <p:spPr>
          <a:xfrm>
            <a:off x="7150100" y="0"/>
            <a:ext cx="5041900" cy="3357563"/>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1" name="Picture Placeholder 5">
            <a:extLst>
              <a:ext uri="{FF2B5EF4-FFF2-40B4-BE49-F238E27FC236}">
                <a16:creationId xmlns:a16="http://schemas.microsoft.com/office/drawing/2014/main" id="{8BFC8B65-1954-09E7-5FF2-7014E6C8F04C}"/>
              </a:ext>
            </a:extLst>
          </p:cNvPr>
          <p:cNvSpPr>
            <a:spLocks noGrp="1"/>
          </p:cNvSpPr>
          <p:nvPr>
            <p:ph type="pic" sz="quarter" idx="14" hasCustomPrompt="1"/>
          </p:nvPr>
        </p:nvSpPr>
        <p:spPr>
          <a:xfrm>
            <a:off x="0" y="3357563"/>
            <a:ext cx="6022552" cy="3499955"/>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6" name="Text Placeholder 5">
            <a:extLst>
              <a:ext uri="{FF2B5EF4-FFF2-40B4-BE49-F238E27FC236}">
                <a16:creationId xmlns:a16="http://schemas.microsoft.com/office/drawing/2014/main" id="{899B3B30-291B-0259-955A-B312868ADB24}"/>
              </a:ext>
            </a:extLst>
          </p:cNvPr>
          <p:cNvSpPr>
            <a:spLocks noGrp="1"/>
          </p:cNvSpPr>
          <p:nvPr>
            <p:ph type="body" sz="quarter" idx="15" hasCustomPrompt="1"/>
          </p:nvPr>
        </p:nvSpPr>
        <p:spPr>
          <a:xfrm>
            <a:off x="7150102" y="4376738"/>
            <a:ext cx="4754562" cy="1893887"/>
          </a:xfrm>
        </p:spPr>
        <p:txBody>
          <a:bodyPr/>
          <a:lstStyle>
            <a:lvl1pPr>
              <a:defRPr lang="en-GB" dirty="0" smtClean="0"/>
            </a:lvl1pPr>
            <a:lvl2pPr>
              <a:defRPr lang="en-GB" dirty="0" smtClean="0"/>
            </a:lvl2pPr>
            <a:lvl3pPr>
              <a:defRPr lang="en-GB" dirty="0" smtClean="0"/>
            </a:lvl3pPr>
            <a:lvl4pPr>
              <a:defRPr lang="en-GB" dirty="0" smtClean="0"/>
            </a:lvl4pPr>
            <a:lvl5pPr>
              <a:defRPr lang="en-GB" dirty="0"/>
            </a:lvl5pPr>
          </a:lstStyle>
          <a:p>
            <a:pPr lvl="0"/>
            <a:r>
              <a:rPr lang="en-GB"/>
              <a:t>Click to add text. Delete if not required.</a:t>
            </a:r>
          </a:p>
          <a:p>
            <a:pPr lvl="1"/>
            <a:r>
              <a:rPr lang="en-GB"/>
              <a:t>Second level</a:t>
            </a:r>
          </a:p>
          <a:p>
            <a:pPr lvl="2"/>
            <a:r>
              <a:rPr lang="en-GB"/>
              <a:t>Third level</a:t>
            </a:r>
          </a:p>
          <a:p>
            <a:pPr lvl="3"/>
            <a:r>
              <a:rPr lang="en-GB"/>
              <a:t>Fourth level</a:t>
            </a:r>
          </a:p>
          <a:p>
            <a:pPr lvl="4"/>
            <a:r>
              <a:rPr lang="en-GB"/>
              <a:t>Fifth level</a:t>
            </a:r>
          </a:p>
        </p:txBody>
      </p:sp>
      <p:sp>
        <p:nvSpPr>
          <p:cNvPr id="7" name="Title 1">
            <a:extLst>
              <a:ext uri="{FF2B5EF4-FFF2-40B4-BE49-F238E27FC236}">
                <a16:creationId xmlns:a16="http://schemas.microsoft.com/office/drawing/2014/main" id="{44087789-03A9-0559-7959-C80A1DC0A306}"/>
              </a:ext>
            </a:extLst>
          </p:cNvPr>
          <p:cNvSpPr>
            <a:spLocks noGrp="1"/>
          </p:cNvSpPr>
          <p:nvPr>
            <p:ph type="title"/>
          </p:nvPr>
        </p:nvSpPr>
        <p:spPr>
          <a:xfrm>
            <a:off x="288000" y="530259"/>
            <a:ext cx="4754563" cy="2437590"/>
          </a:xfrm>
        </p:spPr>
        <p:txBody>
          <a:bodyPr anchor="ctr">
            <a:spAutoFit/>
          </a:bodyPr>
          <a:lstStyle>
            <a:lvl1pPr>
              <a:lnSpc>
                <a:spcPct val="80000"/>
              </a:lnSpc>
              <a:defRPr sz="6500">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422127289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Right Side, Two Images and Text ">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55B8D2-C963-E4A2-E467-94496D231D97}"/>
              </a:ext>
            </a:extLst>
          </p:cNvPr>
          <p:cNvSpPr>
            <a:spLocks noGrp="1"/>
          </p:cNvSpPr>
          <p:nvPr>
            <p:ph type="sldNum" sz="quarter" idx="11"/>
          </p:nvPr>
        </p:nvSpPr>
        <p:spPr/>
        <p:txBody>
          <a:bodyPr/>
          <a:lstStyle/>
          <a:p>
            <a:fld id="{AEC8D767-5246-2244-A4A3-B8AFB218393C}" type="slidenum">
              <a:rPr lang="en-GB" smtClean="0"/>
              <a:pPr/>
              <a:t>‹#›</a:t>
            </a:fld>
            <a:endParaRPr lang="en-GB"/>
          </a:p>
        </p:txBody>
      </p:sp>
      <p:sp>
        <p:nvSpPr>
          <p:cNvPr id="10" name="Picture Placeholder 5">
            <a:extLst>
              <a:ext uri="{FF2B5EF4-FFF2-40B4-BE49-F238E27FC236}">
                <a16:creationId xmlns:a16="http://schemas.microsoft.com/office/drawing/2014/main" id="{BEB95803-75F5-094C-03C0-91A8C27F1AAA}"/>
              </a:ext>
            </a:extLst>
          </p:cNvPr>
          <p:cNvSpPr>
            <a:spLocks noGrp="1"/>
          </p:cNvSpPr>
          <p:nvPr>
            <p:ph type="pic" sz="quarter" idx="13" hasCustomPrompt="1"/>
          </p:nvPr>
        </p:nvSpPr>
        <p:spPr>
          <a:xfrm>
            <a:off x="0" y="-1"/>
            <a:ext cx="5041900" cy="3357563"/>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1" name="Picture Placeholder 5">
            <a:extLst>
              <a:ext uri="{FF2B5EF4-FFF2-40B4-BE49-F238E27FC236}">
                <a16:creationId xmlns:a16="http://schemas.microsoft.com/office/drawing/2014/main" id="{8BFC8B65-1954-09E7-5FF2-7014E6C8F04C}"/>
              </a:ext>
            </a:extLst>
          </p:cNvPr>
          <p:cNvSpPr>
            <a:spLocks noGrp="1"/>
          </p:cNvSpPr>
          <p:nvPr>
            <p:ph type="pic" sz="quarter" idx="14" hasCustomPrompt="1"/>
          </p:nvPr>
        </p:nvSpPr>
        <p:spPr>
          <a:xfrm>
            <a:off x="6165850" y="3357563"/>
            <a:ext cx="6022552" cy="3499955"/>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6" name="Text Placeholder 5">
            <a:extLst>
              <a:ext uri="{FF2B5EF4-FFF2-40B4-BE49-F238E27FC236}">
                <a16:creationId xmlns:a16="http://schemas.microsoft.com/office/drawing/2014/main" id="{899B3B30-291B-0259-955A-B312868ADB24}"/>
              </a:ext>
            </a:extLst>
          </p:cNvPr>
          <p:cNvSpPr>
            <a:spLocks noGrp="1"/>
          </p:cNvSpPr>
          <p:nvPr>
            <p:ph type="body" sz="quarter" idx="15" hasCustomPrompt="1"/>
          </p:nvPr>
        </p:nvSpPr>
        <p:spPr>
          <a:xfrm>
            <a:off x="287338" y="4376738"/>
            <a:ext cx="4754562" cy="1893887"/>
          </a:xfrm>
        </p:spPr>
        <p:txBody>
          <a:bodyPr/>
          <a:lstStyle>
            <a:lvl1pPr>
              <a:defRPr lang="en-GB" dirty="0" smtClean="0"/>
            </a:lvl1pPr>
            <a:lvl2pPr>
              <a:defRPr lang="en-GB" dirty="0" smtClean="0"/>
            </a:lvl2pPr>
            <a:lvl3pPr>
              <a:defRPr lang="en-GB" dirty="0" smtClean="0"/>
            </a:lvl3pPr>
            <a:lvl4pPr>
              <a:defRPr lang="en-GB" dirty="0" smtClean="0"/>
            </a:lvl4pPr>
            <a:lvl5pPr>
              <a:defRPr lang="en-GB" dirty="0"/>
            </a:lvl5pPr>
          </a:lstStyle>
          <a:p>
            <a:pPr lvl="0"/>
            <a:r>
              <a:rPr lang="en-GB"/>
              <a:t>Click to add text. Delete if not required.</a:t>
            </a:r>
          </a:p>
          <a:p>
            <a:pPr lvl="1"/>
            <a:r>
              <a:rPr lang="en-GB"/>
              <a:t>Second level</a:t>
            </a:r>
          </a:p>
          <a:p>
            <a:pPr lvl="2"/>
            <a:r>
              <a:rPr lang="en-GB"/>
              <a:t>Third level</a:t>
            </a:r>
          </a:p>
          <a:p>
            <a:pPr lvl="3"/>
            <a:r>
              <a:rPr lang="en-GB"/>
              <a:t>Fourth level</a:t>
            </a:r>
          </a:p>
          <a:p>
            <a:pPr lvl="4"/>
            <a:r>
              <a:rPr lang="en-GB"/>
              <a:t>Fifth level</a:t>
            </a:r>
          </a:p>
        </p:txBody>
      </p:sp>
      <p:sp>
        <p:nvSpPr>
          <p:cNvPr id="7" name="Title 1">
            <a:extLst>
              <a:ext uri="{FF2B5EF4-FFF2-40B4-BE49-F238E27FC236}">
                <a16:creationId xmlns:a16="http://schemas.microsoft.com/office/drawing/2014/main" id="{44087789-03A9-0559-7959-C80A1DC0A306}"/>
              </a:ext>
            </a:extLst>
          </p:cNvPr>
          <p:cNvSpPr>
            <a:spLocks noGrp="1"/>
          </p:cNvSpPr>
          <p:nvPr>
            <p:ph type="title"/>
          </p:nvPr>
        </p:nvSpPr>
        <p:spPr>
          <a:xfrm>
            <a:off x="6165850" y="530259"/>
            <a:ext cx="4754563" cy="2437590"/>
          </a:xfrm>
        </p:spPr>
        <p:txBody>
          <a:bodyPr anchor="ctr">
            <a:spAutoFit/>
          </a:bodyPr>
          <a:lstStyle>
            <a:lvl1pPr>
              <a:lnSpc>
                <a:spcPct val="80000"/>
              </a:lnSpc>
              <a:defRPr sz="6500">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67601819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Images and Captio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55B8D2-C963-E4A2-E467-94496D231D97}"/>
              </a:ext>
            </a:extLst>
          </p:cNvPr>
          <p:cNvSpPr>
            <a:spLocks noGrp="1"/>
          </p:cNvSpPr>
          <p:nvPr>
            <p:ph type="sldNum" sz="quarter" idx="11"/>
          </p:nvPr>
        </p:nvSpPr>
        <p:spPr/>
        <p:txBody>
          <a:bodyPr/>
          <a:lstStyle/>
          <a:p>
            <a:fld id="{AEC8D767-5246-2244-A4A3-B8AFB218393C}" type="slidenum">
              <a:rPr lang="en-GB" smtClean="0"/>
              <a:pPr/>
              <a:t>‹#›</a:t>
            </a:fld>
            <a:endParaRPr lang="en-GB"/>
          </a:p>
        </p:txBody>
      </p:sp>
      <p:sp>
        <p:nvSpPr>
          <p:cNvPr id="10" name="Picture Placeholder 5">
            <a:extLst>
              <a:ext uri="{FF2B5EF4-FFF2-40B4-BE49-F238E27FC236}">
                <a16:creationId xmlns:a16="http://schemas.microsoft.com/office/drawing/2014/main" id="{BEB95803-75F5-094C-03C0-91A8C27F1AAA}"/>
              </a:ext>
            </a:extLst>
          </p:cNvPr>
          <p:cNvSpPr>
            <a:spLocks noGrp="1"/>
          </p:cNvSpPr>
          <p:nvPr>
            <p:ph type="pic" sz="quarter" idx="13" hasCustomPrompt="1"/>
          </p:nvPr>
        </p:nvSpPr>
        <p:spPr>
          <a:xfrm>
            <a:off x="0" y="3357563"/>
            <a:ext cx="4152900" cy="3500438"/>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1" name="Picture Placeholder 5">
            <a:extLst>
              <a:ext uri="{FF2B5EF4-FFF2-40B4-BE49-F238E27FC236}">
                <a16:creationId xmlns:a16="http://schemas.microsoft.com/office/drawing/2014/main" id="{8BFC8B65-1954-09E7-5FF2-7014E6C8F04C}"/>
              </a:ext>
            </a:extLst>
          </p:cNvPr>
          <p:cNvSpPr>
            <a:spLocks noGrp="1"/>
          </p:cNvSpPr>
          <p:nvPr>
            <p:ph type="pic" sz="quarter" idx="14" hasCustomPrompt="1"/>
          </p:nvPr>
        </p:nvSpPr>
        <p:spPr>
          <a:xfrm>
            <a:off x="4152900" y="1"/>
            <a:ext cx="3912062" cy="6857518"/>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6" name="Text Placeholder 5">
            <a:extLst>
              <a:ext uri="{FF2B5EF4-FFF2-40B4-BE49-F238E27FC236}">
                <a16:creationId xmlns:a16="http://schemas.microsoft.com/office/drawing/2014/main" id="{899B3B30-291B-0259-955A-B312868ADB24}"/>
              </a:ext>
            </a:extLst>
          </p:cNvPr>
          <p:cNvSpPr>
            <a:spLocks noGrp="1"/>
          </p:cNvSpPr>
          <p:nvPr>
            <p:ph type="body" sz="quarter" idx="15" hasCustomPrompt="1"/>
          </p:nvPr>
        </p:nvSpPr>
        <p:spPr>
          <a:xfrm>
            <a:off x="9104313" y="4376738"/>
            <a:ext cx="2795587" cy="1893887"/>
          </a:xfrm>
        </p:spPr>
        <p:txBody>
          <a:bodyPr/>
          <a:lstStyle>
            <a:lvl1pPr>
              <a:defRPr lang="en-GB" dirty="0" smtClean="0"/>
            </a:lvl1pPr>
            <a:lvl2pPr>
              <a:defRPr lang="en-GB" dirty="0" smtClean="0"/>
            </a:lvl2pPr>
            <a:lvl3pPr>
              <a:defRPr lang="en-GB" dirty="0" smtClean="0"/>
            </a:lvl3pPr>
            <a:lvl4pPr>
              <a:defRPr lang="en-GB" dirty="0" smtClean="0"/>
            </a:lvl4pPr>
            <a:lvl5pPr>
              <a:defRPr lang="en-GB" dirty="0"/>
            </a:lvl5pPr>
          </a:lstStyle>
          <a:p>
            <a:pPr lvl="0"/>
            <a:r>
              <a:rPr lang="en-GB"/>
              <a:t>Click to add text. Delete if not required.</a:t>
            </a:r>
          </a:p>
          <a:p>
            <a:pPr lvl="1"/>
            <a:r>
              <a:rPr lang="en-GB"/>
              <a:t>Second level</a:t>
            </a:r>
          </a:p>
          <a:p>
            <a:pPr lvl="2"/>
            <a:r>
              <a:rPr lang="en-GB"/>
              <a:t>Third level</a:t>
            </a:r>
          </a:p>
          <a:p>
            <a:pPr lvl="3"/>
            <a:r>
              <a:rPr lang="en-GB"/>
              <a:t>Fourth level</a:t>
            </a:r>
          </a:p>
          <a:p>
            <a:pPr lvl="4"/>
            <a:r>
              <a:rPr lang="en-GB"/>
              <a:t>Fifth level</a:t>
            </a:r>
          </a:p>
        </p:txBody>
      </p:sp>
      <p:sp>
        <p:nvSpPr>
          <p:cNvPr id="2" name="Picture Placeholder 5">
            <a:extLst>
              <a:ext uri="{FF2B5EF4-FFF2-40B4-BE49-F238E27FC236}">
                <a16:creationId xmlns:a16="http://schemas.microsoft.com/office/drawing/2014/main" id="{274C72C0-D5F1-8526-2BDA-0E6460C330CF}"/>
              </a:ext>
            </a:extLst>
          </p:cNvPr>
          <p:cNvSpPr>
            <a:spLocks noGrp="1"/>
          </p:cNvSpPr>
          <p:nvPr>
            <p:ph type="pic" sz="quarter" idx="16" hasCustomPrompt="1"/>
          </p:nvPr>
        </p:nvSpPr>
        <p:spPr>
          <a:xfrm>
            <a:off x="8064961" y="0"/>
            <a:ext cx="4114339" cy="3357563"/>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5" name="Title 4">
            <a:extLst>
              <a:ext uri="{FF2B5EF4-FFF2-40B4-BE49-F238E27FC236}">
                <a16:creationId xmlns:a16="http://schemas.microsoft.com/office/drawing/2014/main" id="{6D8318B1-25E6-EF2C-0244-43CD92F8BF97}"/>
              </a:ext>
            </a:extLst>
          </p:cNvPr>
          <p:cNvSpPr>
            <a:spLocks noGrp="1"/>
          </p:cNvSpPr>
          <p:nvPr>
            <p:ph type="title"/>
          </p:nvPr>
        </p:nvSpPr>
        <p:spPr>
          <a:xfrm>
            <a:off x="288000" y="696913"/>
            <a:ext cx="3770934" cy="1765868"/>
          </a:xfrm>
        </p:spPr>
        <p:txBody>
          <a:bodyPr/>
          <a:lstStyle>
            <a:lvl1pPr>
              <a:defRPr sz="4500"/>
            </a:lvl1pPr>
          </a:lstStyle>
          <a:p>
            <a:r>
              <a:rPr lang="en-US"/>
              <a:t>Click to edit Master title style</a:t>
            </a:r>
            <a:endParaRPr lang="en-GB"/>
          </a:p>
        </p:txBody>
      </p:sp>
    </p:spTree>
    <p:extLst>
      <p:ext uri="{BB962C8B-B14F-4D97-AF65-F5344CB8AC3E}">
        <p14:creationId xmlns:p14="http://schemas.microsoft.com/office/powerpoint/2010/main" val="33367424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nimated Title and Image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55B8D2-C963-E4A2-E467-94496D231D97}"/>
              </a:ext>
            </a:extLst>
          </p:cNvPr>
          <p:cNvSpPr>
            <a:spLocks noGrp="1"/>
          </p:cNvSpPr>
          <p:nvPr>
            <p:ph type="sldNum" sz="quarter" idx="11"/>
          </p:nvPr>
        </p:nvSpPr>
        <p:spPr/>
        <p:txBody>
          <a:bodyPr/>
          <a:lstStyle/>
          <a:p>
            <a:fld id="{AEC8D767-5246-2244-A4A3-B8AFB218393C}" type="slidenum">
              <a:rPr lang="en-GB" smtClean="0"/>
              <a:pPr/>
              <a:t>‹#›</a:t>
            </a:fld>
            <a:endParaRPr lang="en-GB"/>
          </a:p>
        </p:txBody>
      </p:sp>
      <p:sp>
        <p:nvSpPr>
          <p:cNvPr id="10" name="Picture Placeholder 5">
            <a:extLst>
              <a:ext uri="{FF2B5EF4-FFF2-40B4-BE49-F238E27FC236}">
                <a16:creationId xmlns:a16="http://schemas.microsoft.com/office/drawing/2014/main" id="{BEB95803-75F5-094C-03C0-91A8C27F1AAA}"/>
              </a:ext>
            </a:extLst>
          </p:cNvPr>
          <p:cNvSpPr>
            <a:spLocks noGrp="1"/>
          </p:cNvSpPr>
          <p:nvPr>
            <p:ph type="pic" sz="quarter" idx="13" hasCustomPrompt="1"/>
          </p:nvPr>
        </p:nvSpPr>
        <p:spPr>
          <a:xfrm>
            <a:off x="0" y="-1"/>
            <a:ext cx="5041900" cy="3357563"/>
          </a:xfrm>
          <a:solidFill>
            <a:schemeClr val="tx2"/>
          </a:solidFill>
        </p:spPr>
        <p:txBody>
          <a:bodyPr vert="horz" lIns="0" tIns="0" rIns="0" bIns="0" rtlCol="0">
            <a:noAutofit/>
          </a:bodyPr>
          <a:lstStyle>
            <a:lvl1pPr marL="0" marR="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1" name="Picture Placeholder 5">
            <a:extLst>
              <a:ext uri="{FF2B5EF4-FFF2-40B4-BE49-F238E27FC236}">
                <a16:creationId xmlns:a16="http://schemas.microsoft.com/office/drawing/2014/main" id="{8BFC8B65-1954-09E7-5FF2-7014E6C8F04C}"/>
              </a:ext>
            </a:extLst>
          </p:cNvPr>
          <p:cNvSpPr>
            <a:spLocks noGrp="1"/>
          </p:cNvSpPr>
          <p:nvPr>
            <p:ph type="pic" sz="quarter" idx="14" hasCustomPrompt="1"/>
          </p:nvPr>
        </p:nvSpPr>
        <p:spPr>
          <a:xfrm>
            <a:off x="6165850" y="3357563"/>
            <a:ext cx="6022552" cy="3499955"/>
          </a:xfrm>
          <a:solidFill>
            <a:schemeClr val="tx2"/>
          </a:solidFill>
        </p:spPr>
        <p:txBody>
          <a:bodyPr vert="horz" lIns="0" tIns="0" rIns="0" bIns="0" rtlCol="0">
            <a:noAutofit/>
          </a:bodyPr>
          <a:lstStyle>
            <a:lvl1pPr marL="0" marR="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2" name="Text Placeholder 5">
            <a:extLst>
              <a:ext uri="{FF2B5EF4-FFF2-40B4-BE49-F238E27FC236}">
                <a16:creationId xmlns:a16="http://schemas.microsoft.com/office/drawing/2014/main" id="{769031AD-BE5D-A3B7-1DEC-6584F4E4BF8D}"/>
              </a:ext>
            </a:extLst>
          </p:cNvPr>
          <p:cNvSpPr>
            <a:spLocks noGrp="1"/>
          </p:cNvSpPr>
          <p:nvPr>
            <p:ph type="body" sz="quarter" idx="12" hasCustomPrompt="1"/>
          </p:nvPr>
        </p:nvSpPr>
        <p:spPr>
          <a:xfrm>
            <a:off x="6165850" y="1306512"/>
            <a:ext cx="5736764" cy="911019"/>
          </a:xfrm>
        </p:spPr>
        <p:txBody>
          <a:bodyPr wrap="square" anchor="ctr">
            <a:spAutoFit/>
          </a:bodyPr>
          <a:lstStyle>
            <a:lvl1pPr>
              <a:lnSpc>
                <a:spcPct val="80000"/>
              </a:lnSpc>
              <a:defRPr sz="7400" b="0" i="0">
                <a:solidFill>
                  <a:schemeClr val="accent1"/>
                </a:solidFill>
                <a:latin typeface="+mj-lt"/>
              </a:defRPr>
            </a:lvl1pPr>
            <a:lvl2pPr>
              <a:lnSpc>
                <a:spcPct val="80000"/>
              </a:lnSpc>
              <a:defRPr lang="en-GB" dirty="0" smtClean="0"/>
            </a:lvl2pPr>
            <a:lvl3pPr>
              <a:lnSpc>
                <a:spcPct val="80000"/>
              </a:lnSpc>
              <a:defRPr lang="en-GB" dirty="0" smtClean="0"/>
            </a:lvl3pPr>
            <a:lvl4pPr>
              <a:lnSpc>
                <a:spcPct val="80000"/>
              </a:lnSpc>
              <a:defRPr lang="en-GB" dirty="0" smtClean="0"/>
            </a:lvl4pPr>
            <a:lvl5pPr>
              <a:lnSpc>
                <a:spcPct val="80000"/>
              </a:lnSpc>
              <a:defRPr lang="en-GB" dirty="0"/>
            </a:lvl5pPr>
          </a:lstStyle>
          <a:p>
            <a:pPr lvl="0"/>
            <a:r>
              <a:rPr lang="en-GB"/>
              <a:t>Key text</a:t>
            </a:r>
          </a:p>
        </p:txBody>
      </p:sp>
      <p:sp>
        <p:nvSpPr>
          <p:cNvPr id="13" name="Text Placeholder 5">
            <a:extLst>
              <a:ext uri="{FF2B5EF4-FFF2-40B4-BE49-F238E27FC236}">
                <a16:creationId xmlns:a16="http://schemas.microsoft.com/office/drawing/2014/main" id="{C02A894D-CD72-8370-90B3-68756CDFCBE0}"/>
              </a:ext>
            </a:extLst>
          </p:cNvPr>
          <p:cNvSpPr>
            <a:spLocks noGrp="1"/>
          </p:cNvSpPr>
          <p:nvPr>
            <p:ph type="body" sz="quarter" idx="15" hasCustomPrompt="1"/>
          </p:nvPr>
        </p:nvSpPr>
        <p:spPr>
          <a:xfrm>
            <a:off x="1266825" y="4377028"/>
            <a:ext cx="4754562" cy="911019"/>
          </a:xfrm>
        </p:spPr>
        <p:txBody>
          <a:bodyPr wrap="square" anchor="ctr">
            <a:spAutoFit/>
          </a:bodyPr>
          <a:lstStyle>
            <a:lvl1pPr>
              <a:lnSpc>
                <a:spcPct val="80000"/>
              </a:lnSpc>
              <a:defRPr sz="7400" b="0" i="0">
                <a:solidFill>
                  <a:schemeClr val="accent1"/>
                </a:solidFill>
                <a:latin typeface="+mj-lt"/>
              </a:defRPr>
            </a:lvl1pPr>
            <a:lvl2pPr>
              <a:lnSpc>
                <a:spcPct val="80000"/>
              </a:lnSpc>
              <a:defRPr lang="en-GB" dirty="0" smtClean="0"/>
            </a:lvl2pPr>
            <a:lvl3pPr>
              <a:lnSpc>
                <a:spcPct val="80000"/>
              </a:lnSpc>
              <a:defRPr lang="en-GB" dirty="0" smtClean="0"/>
            </a:lvl3pPr>
            <a:lvl4pPr>
              <a:lnSpc>
                <a:spcPct val="80000"/>
              </a:lnSpc>
              <a:defRPr lang="en-GB" dirty="0" smtClean="0"/>
            </a:lvl4pPr>
            <a:lvl5pPr>
              <a:lnSpc>
                <a:spcPct val="80000"/>
              </a:lnSpc>
              <a:defRPr lang="en-GB" dirty="0"/>
            </a:lvl5pPr>
          </a:lstStyle>
          <a:p>
            <a:pPr lvl="0"/>
            <a:r>
              <a:rPr lang="en-GB"/>
              <a:t>goes here</a:t>
            </a:r>
          </a:p>
        </p:txBody>
      </p:sp>
    </p:spTree>
    <p:extLst>
      <p:ext uri="{BB962C8B-B14F-4D97-AF65-F5344CB8AC3E}">
        <p14:creationId xmlns:p14="http://schemas.microsoft.com/office/powerpoint/2010/main" val="2898945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63" presetClass="path" presetSubtype="0" accel="50000" decel="50000" fill="hold" grpId="1" nodeType="withEffect">
                                  <p:stCondLst>
                                    <p:cond delay="0"/>
                                  </p:stCondLst>
                                  <p:childTnLst>
                                    <p:animMotion origin="layout" path="M 1.45833E-6 -4.07407E-6 L 0.03906 -4.07407E-6 " pathEditMode="relative" rAng="0" ptsTypes="AA">
                                      <p:cBhvr>
                                        <p:cTn id="9" dur="1000" spd="-100000" fill="hold"/>
                                        <p:tgtEl>
                                          <p:spTgt spid="12"/>
                                        </p:tgtEl>
                                        <p:attrNameLst>
                                          <p:attrName>ppt_x</p:attrName>
                                          <p:attrName>ppt_y</p:attrName>
                                        </p:attrNameLst>
                                      </p:cBhvr>
                                      <p:rCtr x="1953" y="0"/>
                                    </p:animMotion>
                                  </p:childTnLst>
                                </p:cTn>
                              </p:par>
                              <p:par>
                                <p:cTn id="10" presetID="10"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63" presetClass="path" presetSubtype="0" accel="50000" decel="50000" fill="hold" grpId="1" nodeType="withEffect">
                                  <p:stCondLst>
                                    <p:cond delay="0"/>
                                  </p:stCondLst>
                                  <p:childTnLst>
                                    <p:animMotion origin="layout" path="M -3.33333E-6 -3.7037E-6 L -0.03437 -3.7037E-6 " pathEditMode="relative" rAng="0" ptsTypes="AA">
                                      <p:cBhvr>
                                        <p:cTn id="18" dur="1000" spd="-100000" fill="hold"/>
                                        <p:tgtEl>
                                          <p:spTgt spid="13"/>
                                        </p:tgtEl>
                                        <p:attrNameLst>
                                          <p:attrName>ppt_x</p:attrName>
                                          <p:attrName>ppt_y</p:attrName>
                                        </p:attrNameLst>
                                      </p:cBhvr>
                                      <p:rCtr x="-1719" y="0"/>
                                    </p:animMotion>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tmplLst>
          <p:tmpl>
            <p:tnLst>
              <p:par>
                <p:cTn presetID="10" presetClass="entr" presetSubtype="0" fill="hold" nodeType="after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P spid="12" grpId="1"/>
      <p:bldP spid="13" grpId="0">
        <p:tmplLst>
          <p:tmpl>
            <p:tnLst>
              <p:par>
                <p:cTn presetID="10" presetClass="entr" presetSubtype="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3" grpId="1"/>
    </p:bld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eam Slide x 1">
    <p:bg>
      <p:bgPr>
        <a:solidFill>
          <a:schemeClr val="accent1"/>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lvl1pPr>
              <a:defRPr>
                <a:solidFill>
                  <a:schemeClr val="bg1"/>
                </a:solidFill>
              </a:defRPr>
            </a:lvl1pPr>
          </a:lstStyle>
          <a:p>
            <a:fld id="{AEC8D767-5246-2244-A4A3-B8AFB218393C}" type="slidenum">
              <a:rPr lang="en-GB" smtClean="0"/>
              <a:pPr/>
              <a:t>‹#›</a:t>
            </a:fld>
            <a:endParaRPr lang="en-GB"/>
          </a:p>
        </p:txBody>
      </p:sp>
      <p:sp>
        <p:nvSpPr>
          <p:cNvPr id="23" name="Picture Placeholder 3">
            <a:extLst>
              <a:ext uri="{FF2B5EF4-FFF2-40B4-BE49-F238E27FC236}">
                <a16:creationId xmlns:a16="http://schemas.microsoft.com/office/drawing/2014/main" id="{9858E5CC-B320-8459-7BD7-5CE14C5E3AC9}"/>
              </a:ext>
            </a:extLst>
          </p:cNvPr>
          <p:cNvSpPr>
            <a:spLocks noGrp="1"/>
          </p:cNvSpPr>
          <p:nvPr>
            <p:ph type="pic" sz="quarter" idx="23" hasCustomPrompt="1"/>
          </p:nvPr>
        </p:nvSpPr>
        <p:spPr>
          <a:xfrm>
            <a:off x="6170614" y="0"/>
            <a:ext cx="6021385" cy="6858000"/>
          </a:xfrm>
          <a:solidFill>
            <a:schemeClr val="tx2"/>
          </a:solidFill>
        </p:spPr>
        <p:txBody>
          <a:bodyPr vert="horz" lIns="0" tIns="0" rIns="0" bIns="0" rtlCol="0">
            <a:noAutofit/>
          </a:bodyPr>
          <a:lstStyle>
            <a:lvl1pPr>
              <a:defRPr lang="en-GB" dirty="0">
                <a:solidFill>
                  <a:schemeClr val="tx1"/>
                </a:solidFill>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4" name="Text Placeholder 10">
            <a:extLst>
              <a:ext uri="{FF2B5EF4-FFF2-40B4-BE49-F238E27FC236}">
                <a16:creationId xmlns:a16="http://schemas.microsoft.com/office/drawing/2014/main" id="{9C68E616-CAC0-EE06-D15E-AFFEF3740EFF}"/>
              </a:ext>
            </a:extLst>
          </p:cNvPr>
          <p:cNvSpPr>
            <a:spLocks noGrp="1"/>
          </p:cNvSpPr>
          <p:nvPr>
            <p:ph type="body" sz="quarter" idx="26" hasCustomPrompt="1"/>
          </p:nvPr>
        </p:nvSpPr>
        <p:spPr>
          <a:xfrm>
            <a:off x="288925" y="5394325"/>
            <a:ext cx="2795587" cy="876300"/>
          </a:xfrm>
        </p:spPr>
        <p:txBody>
          <a:bodyPr anchor="t"/>
          <a:lstStyle>
            <a:lvl1pPr>
              <a:spcBef>
                <a:spcPts val="0"/>
              </a:spcBef>
              <a:spcAft>
                <a:spcPts val="0"/>
              </a:spcAft>
              <a:defRPr lang="en-GB" sz="1400" b="1" i="0" kern="1200" dirty="0">
                <a:solidFill>
                  <a:schemeClr val="bg1"/>
                </a:solidFill>
                <a:latin typeface="Johnson Text" pitchFamily="2" charset="77"/>
                <a:ea typeface="+mn-ea"/>
                <a:cs typeface="+mn-cs"/>
              </a:defRPr>
            </a:lvl1pPr>
            <a:lvl2pPr marL="0" indent="0">
              <a:spcBef>
                <a:spcPts val="0"/>
              </a:spcBef>
              <a:spcAft>
                <a:spcPts val="0"/>
              </a:spcAft>
              <a:buNone/>
              <a:defRPr sz="1400" b="0" i="0">
                <a:solidFill>
                  <a:schemeClr val="bg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5" name="Text Placeholder 7">
            <a:extLst>
              <a:ext uri="{FF2B5EF4-FFF2-40B4-BE49-F238E27FC236}">
                <a16:creationId xmlns:a16="http://schemas.microsoft.com/office/drawing/2014/main" id="{D8DD8F62-9521-0227-75CF-0AE636418711}"/>
              </a:ext>
            </a:extLst>
          </p:cNvPr>
          <p:cNvSpPr>
            <a:spLocks noGrp="1"/>
          </p:cNvSpPr>
          <p:nvPr>
            <p:ph type="body" sz="quarter" idx="15" hasCustomPrompt="1"/>
          </p:nvPr>
        </p:nvSpPr>
        <p:spPr>
          <a:xfrm>
            <a:off x="288925" y="2338388"/>
            <a:ext cx="3778250" cy="1893887"/>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GB"/>
              <a:t>Click to add text. Delete if not required.</a:t>
            </a:r>
          </a:p>
          <a:p>
            <a:pPr lvl="1"/>
            <a:r>
              <a:rPr lang="en-GB"/>
              <a:t>Second level</a:t>
            </a:r>
          </a:p>
          <a:p>
            <a:pPr lvl="2"/>
            <a:r>
              <a:rPr lang="en-GB"/>
              <a:t>Third level</a:t>
            </a:r>
          </a:p>
        </p:txBody>
      </p:sp>
      <p:sp>
        <p:nvSpPr>
          <p:cNvPr id="9" name="Title 7">
            <a:extLst>
              <a:ext uri="{FF2B5EF4-FFF2-40B4-BE49-F238E27FC236}">
                <a16:creationId xmlns:a16="http://schemas.microsoft.com/office/drawing/2014/main" id="{B09A4C51-350E-EA65-5ABE-B10E6D298CF1}"/>
              </a:ext>
            </a:extLst>
          </p:cNvPr>
          <p:cNvSpPr>
            <a:spLocks noGrp="1"/>
          </p:cNvSpPr>
          <p:nvPr>
            <p:ph type="title" hasCustomPrompt="1"/>
          </p:nvPr>
        </p:nvSpPr>
        <p:spPr>
          <a:xfrm>
            <a:off x="288303" y="262800"/>
            <a:ext cx="5733085" cy="468590"/>
          </a:xfrm>
        </p:spPr>
        <p:txBody>
          <a:bodyPr/>
          <a:lstStyle>
            <a:lvl1pPr>
              <a:defRPr>
                <a:solidFill>
                  <a:schemeClr val="bg1"/>
                </a:solidFill>
              </a:defRPr>
            </a:lvl1pPr>
          </a:lstStyle>
          <a:p>
            <a:r>
              <a:rPr lang="en-US"/>
              <a:t>Master title style</a:t>
            </a:r>
            <a:endParaRPr lang="en-GB"/>
          </a:p>
        </p:txBody>
      </p:sp>
      <p:sp>
        <p:nvSpPr>
          <p:cNvPr id="2" name="Subtitle 2">
            <a:extLst>
              <a:ext uri="{FF2B5EF4-FFF2-40B4-BE49-F238E27FC236}">
                <a16:creationId xmlns:a16="http://schemas.microsoft.com/office/drawing/2014/main" id="{5751BFC5-7E94-8966-6D2A-5204BCB942D2}"/>
              </a:ext>
            </a:extLst>
          </p:cNvPr>
          <p:cNvSpPr>
            <a:spLocks noGrp="1"/>
          </p:cNvSpPr>
          <p:nvPr>
            <p:ph type="subTitle" idx="16" hasCustomPrompt="1"/>
          </p:nvPr>
        </p:nvSpPr>
        <p:spPr>
          <a:xfrm>
            <a:off x="288302" y="713620"/>
            <a:ext cx="5733085" cy="292965"/>
          </a:xfrm>
        </p:spPr>
        <p:txBody>
          <a:bodyPr vert="horz" wrap="square" lIns="0" tIns="0" rIns="0" bIns="0" rtlCol="0" anchor="t">
            <a:spAutoFit/>
          </a:bodyPr>
          <a:lstStyle>
            <a:lvl1pPr>
              <a:defRPr lang="en-GB" b="1" dirty="0">
                <a:solidFill>
                  <a:schemeClr val="bg1"/>
                </a:solidFill>
              </a:defRPr>
            </a:lvl1pPr>
          </a:lstStyle>
          <a:p>
            <a:pPr lvl="0"/>
            <a:r>
              <a:rPr lang="en-GB"/>
              <a:t>Subtitle. Delete if not required.</a:t>
            </a:r>
          </a:p>
        </p:txBody>
      </p:sp>
      <p:sp>
        <p:nvSpPr>
          <p:cNvPr id="8" name="Graphic 8">
            <a:extLst>
              <a:ext uri="{FF2B5EF4-FFF2-40B4-BE49-F238E27FC236}">
                <a16:creationId xmlns:a16="http://schemas.microsoft.com/office/drawing/2014/main" id="{72BCA6DA-C512-3F6C-413A-68DFF806988F}"/>
              </a:ext>
            </a:extLst>
          </p:cNvPr>
          <p:cNvSpPr>
            <a:spLocks noChangeAspect="1"/>
          </p:cNvSpPr>
          <p:nvPr userDrawn="1"/>
        </p:nvSpPr>
        <p:spPr>
          <a:xfrm>
            <a:off x="288304" y="6417655"/>
            <a:ext cx="1159200" cy="144618"/>
          </a:xfrm>
          <a:custGeom>
            <a:avLst/>
            <a:gdLst>
              <a:gd name="connsiteX0" fmla="*/ 5490245 w 10740954"/>
              <a:gd name="connsiteY0" fmla="*/ 754143 h 1339999"/>
              <a:gd name="connsiteX1" fmla="*/ 5740115 w 10740954"/>
              <a:gd name="connsiteY1" fmla="*/ 501451 h 1339999"/>
              <a:gd name="connsiteX2" fmla="*/ 5964018 w 10740954"/>
              <a:gd name="connsiteY2" fmla="*/ 754143 h 1339999"/>
              <a:gd name="connsiteX3" fmla="*/ 5490245 w 10740954"/>
              <a:gd name="connsiteY3" fmla="*/ 754143 h 1339999"/>
              <a:gd name="connsiteX4" fmla="*/ 5739850 w 10740954"/>
              <a:gd name="connsiteY4" fmla="*/ 377202 h 1339999"/>
              <a:gd name="connsiteX5" fmla="*/ 5325432 w 10740954"/>
              <a:gd name="connsiteY5" fmla="*/ 860567 h 1339999"/>
              <a:gd name="connsiteX6" fmla="*/ 5739850 w 10740954"/>
              <a:gd name="connsiteY6" fmla="*/ 1329252 h 1339999"/>
              <a:gd name="connsiteX7" fmla="*/ 6117437 w 10740954"/>
              <a:gd name="connsiteY7" fmla="*/ 1030950 h 1339999"/>
              <a:gd name="connsiteX8" fmla="*/ 5976736 w 10740954"/>
              <a:gd name="connsiteY8" fmla="*/ 994252 h 1339999"/>
              <a:gd name="connsiteX9" fmla="*/ 5754689 w 10740954"/>
              <a:gd name="connsiteY9" fmla="*/ 1201071 h 1339999"/>
              <a:gd name="connsiteX10" fmla="*/ 5484416 w 10740954"/>
              <a:gd name="connsiteY10" fmla="*/ 862402 h 1339999"/>
              <a:gd name="connsiteX11" fmla="*/ 6119027 w 10740954"/>
              <a:gd name="connsiteY11" fmla="*/ 862402 h 1339999"/>
              <a:gd name="connsiteX12" fmla="*/ 6119027 w 10740954"/>
              <a:gd name="connsiteY12" fmla="*/ 811025 h 1339999"/>
              <a:gd name="connsiteX13" fmla="*/ 5739850 w 10740954"/>
              <a:gd name="connsiteY13" fmla="*/ 377202 h 1339999"/>
              <a:gd name="connsiteX14" fmla="*/ 8274584 w 10740954"/>
              <a:gd name="connsiteY14" fmla="*/ 754143 h 1339999"/>
              <a:gd name="connsiteX15" fmla="*/ 8524454 w 10740954"/>
              <a:gd name="connsiteY15" fmla="*/ 501451 h 1339999"/>
              <a:gd name="connsiteX16" fmla="*/ 8748356 w 10740954"/>
              <a:gd name="connsiteY16" fmla="*/ 754143 h 1339999"/>
              <a:gd name="connsiteX17" fmla="*/ 8274584 w 10740954"/>
              <a:gd name="connsiteY17" fmla="*/ 754143 h 1339999"/>
              <a:gd name="connsiteX18" fmla="*/ 8524454 w 10740954"/>
              <a:gd name="connsiteY18" fmla="*/ 377202 h 1339999"/>
              <a:gd name="connsiteX19" fmla="*/ 8110035 w 10740954"/>
              <a:gd name="connsiteY19" fmla="*/ 860567 h 1339999"/>
              <a:gd name="connsiteX20" fmla="*/ 8524454 w 10740954"/>
              <a:gd name="connsiteY20" fmla="*/ 1329252 h 1339999"/>
              <a:gd name="connsiteX21" fmla="*/ 8902041 w 10740954"/>
              <a:gd name="connsiteY21" fmla="*/ 1030950 h 1339999"/>
              <a:gd name="connsiteX22" fmla="*/ 8761340 w 10740954"/>
              <a:gd name="connsiteY22" fmla="*/ 994252 h 1339999"/>
              <a:gd name="connsiteX23" fmla="*/ 8539292 w 10740954"/>
              <a:gd name="connsiteY23" fmla="*/ 1201071 h 1339999"/>
              <a:gd name="connsiteX24" fmla="*/ 8269019 w 10740954"/>
              <a:gd name="connsiteY24" fmla="*/ 862402 h 1339999"/>
              <a:gd name="connsiteX25" fmla="*/ 8903630 w 10740954"/>
              <a:gd name="connsiteY25" fmla="*/ 862402 h 1339999"/>
              <a:gd name="connsiteX26" fmla="*/ 8903630 w 10740954"/>
              <a:gd name="connsiteY26" fmla="*/ 811025 h 1339999"/>
              <a:gd name="connsiteX27" fmla="*/ 8524454 w 10740954"/>
              <a:gd name="connsiteY27" fmla="*/ 377202 h 1339999"/>
              <a:gd name="connsiteX28" fmla="*/ 9484716 w 10740954"/>
              <a:gd name="connsiteY28" fmla="*/ 377202 h 1339999"/>
              <a:gd name="connsiteX29" fmla="*/ 9059169 w 10740954"/>
              <a:gd name="connsiteY29" fmla="*/ 862402 h 1339999"/>
              <a:gd name="connsiteX30" fmla="*/ 9477297 w 10740954"/>
              <a:gd name="connsiteY30" fmla="*/ 1329252 h 1339999"/>
              <a:gd name="connsiteX31" fmla="*/ 9856739 w 10740954"/>
              <a:gd name="connsiteY31" fmla="*/ 1003427 h 1339999"/>
              <a:gd name="connsiteX32" fmla="*/ 9710473 w 10740954"/>
              <a:gd name="connsiteY32" fmla="*/ 968564 h 1339999"/>
              <a:gd name="connsiteX33" fmla="*/ 9488426 w 10740954"/>
              <a:gd name="connsiteY33" fmla="*/ 1199236 h 1339999"/>
              <a:gd name="connsiteX34" fmla="*/ 9220008 w 10740954"/>
              <a:gd name="connsiteY34" fmla="*/ 851392 h 1339999"/>
              <a:gd name="connsiteX35" fmla="*/ 9481006 w 10740954"/>
              <a:gd name="connsiteY35" fmla="*/ 507218 h 1339999"/>
              <a:gd name="connsiteX36" fmla="*/ 9710473 w 10740954"/>
              <a:gd name="connsiteY36" fmla="*/ 726881 h 1339999"/>
              <a:gd name="connsiteX37" fmla="*/ 9856739 w 10740954"/>
              <a:gd name="connsiteY37" fmla="*/ 692018 h 1339999"/>
              <a:gd name="connsiteX38" fmla="*/ 9484716 w 10740954"/>
              <a:gd name="connsiteY38" fmla="*/ 377202 h 1339999"/>
              <a:gd name="connsiteX39" fmla="*/ 5112923 w 10740954"/>
              <a:gd name="connsiteY39" fmla="*/ 29358 h 1339999"/>
              <a:gd name="connsiteX40" fmla="*/ 4868618 w 10740954"/>
              <a:gd name="connsiteY40" fmla="*/ 29358 h 1339999"/>
              <a:gd name="connsiteX41" fmla="*/ 4485467 w 10740954"/>
              <a:gd name="connsiteY41" fmla="*/ 1061881 h 1339999"/>
              <a:gd name="connsiteX42" fmla="*/ 4100726 w 10740954"/>
              <a:gd name="connsiteY42" fmla="*/ 29358 h 1339999"/>
              <a:gd name="connsiteX43" fmla="*/ 3845291 w 10740954"/>
              <a:gd name="connsiteY43" fmla="*/ 29358 h 1339999"/>
              <a:gd name="connsiteX44" fmla="*/ 3845291 w 10740954"/>
              <a:gd name="connsiteY44" fmla="*/ 1310641 h 1339999"/>
              <a:gd name="connsiteX45" fmla="*/ 4006130 w 10740954"/>
              <a:gd name="connsiteY45" fmla="*/ 1310641 h 1339999"/>
              <a:gd name="connsiteX46" fmla="*/ 4006130 w 10740954"/>
              <a:gd name="connsiteY46" fmla="*/ 206819 h 1339999"/>
              <a:gd name="connsiteX47" fmla="*/ 4418694 w 10740954"/>
              <a:gd name="connsiteY47" fmla="*/ 1310641 h 1339999"/>
              <a:gd name="connsiteX48" fmla="*/ 4542701 w 10740954"/>
              <a:gd name="connsiteY48" fmla="*/ 1310641 h 1339999"/>
              <a:gd name="connsiteX49" fmla="*/ 4951820 w 10740954"/>
              <a:gd name="connsiteY49" fmla="*/ 204984 h 1339999"/>
              <a:gd name="connsiteX50" fmla="*/ 4951820 w 10740954"/>
              <a:gd name="connsiteY50" fmla="*/ 1310641 h 1339999"/>
              <a:gd name="connsiteX51" fmla="*/ 5112923 w 10740954"/>
              <a:gd name="connsiteY51" fmla="*/ 1310641 h 1339999"/>
              <a:gd name="connsiteX52" fmla="*/ 5112923 w 10740954"/>
              <a:gd name="connsiteY52" fmla="*/ 29358 h 1339999"/>
              <a:gd name="connsiteX53" fmla="*/ 6688984 w 10740954"/>
              <a:gd name="connsiteY53" fmla="*/ 1198974 h 1339999"/>
              <a:gd name="connsiteX54" fmla="*/ 6435405 w 10740954"/>
              <a:gd name="connsiteY54" fmla="*/ 852965 h 1339999"/>
              <a:gd name="connsiteX55" fmla="*/ 6688984 w 10740954"/>
              <a:gd name="connsiteY55" fmla="*/ 506956 h 1339999"/>
              <a:gd name="connsiteX56" fmla="*/ 6942564 w 10740954"/>
              <a:gd name="connsiteY56" fmla="*/ 852965 h 1339999"/>
              <a:gd name="connsiteX57" fmla="*/ 6688984 w 10740954"/>
              <a:gd name="connsiteY57" fmla="*/ 1198974 h 1339999"/>
              <a:gd name="connsiteX58" fmla="*/ 7092538 w 10740954"/>
              <a:gd name="connsiteY58" fmla="*/ 29358 h 1339999"/>
              <a:gd name="connsiteX59" fmla="*/ 6938854 w 10740954"/>
              <a:gd name="connsiteY59" fmla="*/ 29358 h 1339999"/>
              <a:gd name="connsiteX60" fmla="*/ 6938854 w 10740954"/>
              <a:gd name="connsiteY60" fmla="*/ 571177 h 1339999"/>
              <a:gd name="connsiteX61" fmla="*/ 6663017 w 10740954"/>
              <a:gd name="connsiteY61" fmla="*/ 377202 h 1339999"/>
              <a:gd name="connsiteX62" fmla="*/ 6274301 w 10740954"/>
              <a:gd name="connsiteY62" fmla="*/ 858732 h 1339999"/>
              <a:gd name="connsiteX63" fmla="*/ 6650033 w 10740954"/>
              <a:gd name="connsiteY63" fmla="*/ 1329252 h 1339999"/>
              <a:gd name="connsiteX64" fmla="*/ 6938854 w 10740954"/>
              <a:gd name="connsiteY64" fmla="*/ 1126103 h 1339999"/>
              <a:gd name="connsiteX65" fmla="*/ 6938854 w 10740954"/>
              <a:gd name="connsiteY65" fmla="*/ 1195567 h 1339999"/>
              <a:gd name="connsiteX66" fmla="*/ 6948128 w 10740954"/>
              <a:gd name="connsiteY66" fmla="*/ 1310903 h 1339999"/>
              <a:gd name="connsiteX67" fmla="*/ 7103667 w 10740954"/>
              <a:gd name="connsiteY67" fmla="*/ 1310903 h 1339999"/>
              <a:gd name="connsiteX68" fmla="*/ 7092538 w 10740954"/>
              <a:gd name="connsiteY68" fmla="*/ 1120598 h 1339999"/>
              <a:gd name="connsiteX69" fmla="*/ 7092538 w 10740954"/>
              <a:gd name="connsiteY69" fmla="*/ 29358 h 1339999"/>
              <a:gd name="connsiteX70" fmla="*/ 8258155 w 10740954"/>
              <a:gd name="connsiteY70" fmla="*/ 29358 h 1339999"/>
              <a:gd name="connsiteX71" fmla="*/ 7258942 w 10740954"/>
              <a:gd name="connsiteY71" fmla="*/ 29358 h 1339999"/>
              <a:gd name="connsiteX72" fmla="*/ 7258942 w 10740954"/>
              <a:gd name="connsiteY72" fmla="*/ 163044 h 1339999"/>
              <a:gd name="connsiteX73" fmla="*/ 7678924 w 10740954"/>
              <a:gd name="connsiteY73" fmla="*/ 163044 h 1339999"/>
              <a:gd name="connsiteX74" fmla="*/ 7678924 w 10740954"/>
              <a:gd name="connsiteY74" fmla="*/ 1310903 h 1339999"/>
              <a:gd name="connsiteX75" fmla="*/ 7840028 w 10740954"/>
              <a:gd name="connsiteY75" fmla="*/ 1310903 h 1339999"/>
              <a:gd name="connsiteX76" fmla="*/ 7840028 w 10740954"/>
              <a:gd name="connsiteY76" fmla="*/ 163044 h 1339999"/>
              <a:gd name="connsiteX77" fmla="*/ 8258155 w 10740954"/>
              <a:gd name="connsiteY77" fmla="*/ 163044 h 1339999"/>
              <a:gd name="connsiteX78" fmla="*/ 8258155 w 10740954"/>
              <a:gd name="connsiteY78" fmla="*/ 29358 h 1339999"/>
              <a:gd name="connsiteX79" fmla="*/ 10185835 w 10740954"/>
              <a:gd name="connsiteY79" fmla="*/ 29358 h 1339999"/>
              <a:gd name="connsiteX80" fmla="*/ 10032151 w 10740954"/>
              <a:gd name="connsiteY80" fmla="*/ 29358 h 1339999"/>
              <a:gd name="connsiteX81" fmla="*/ 10032151 w 10740954"/>
              <a:gd name="connsiteY81" fmla="*/ 1310641 h 1339999"/>
              <a:gd name="connsiteX82" fmla="*/ 10185835 w 10740954"/>
              <a:gd name="connsiteY82" fmla="*/ 1310641 h 1339999"/>
              <a:gd name="connsiteX83" fmla="*/ 10185835 w 10740954"/>
              <a:gd name="connsiteY83" fmla="*/ 708532 h 1339999"/>
              <a:gd name="connsiteX84" fmla="*/ 10387480 w 10740954"/>
              <a:gd name="connsiteY84" fmla="*/ 494374 h 1339999"/>
              <a:gd name="connsiteX85" fmla="*/ 10587270 w 10740954"/>
              <a:gd name="connsiteY85" fmla="*/ 708532 h 1339999"/>
              <a:gd name="connsiteX86" fmla="*/ 10587270 w 10740954"/>
              <a:gd name="connsiteY86" fmla="*/ 1310903 h 1339999"/>
              <a:gd name="connsiteX87" fmla="*/ 10740955 w 10740954"/>
              <a:gd name="connsiteY87" fmla="*/ 1310903 h 1339999"/>
              <a:gd name="connsiteX88" fmla="*/ 10740955 w 10740954"/>
              <a:gd name="connsiteY88" fmla="*/ 677339 h 1339999"/>
              <a:gd name="connsiteX89" fmla="*/ 10443125 w 10740954"/>
              <a:gd name="connsiteY89" fmla="*/ 377202 h 1339999"/>
              <a:gd name="connsiteX90" fmla="*/ 10185835 w 10740954"/>
              <a:gd name="connsiteY90" fmla="*/ 536576 h 1339999"/>
              <a:gd name="connsiteX91" fmla="*/ 10185835 w 10740954"/>
              <a:gd name="connsiteY91" fmla="*/ 29358 h 1339999"/>
              <a:gd name="connsiteX92" fmla="*/ 2759431 w 10740954"/>
              <a:gd name="connsiteY92" fmla="*/ 1339999 h 1339999"/>
              <a:gd name="connsiteX93" fmla="*/ 3188688 w 10740954"/>
              <a:gd name="connsiteY93" fmla="*/ 917186 h 1339999"/>
              <a:gd name="connsiteX94" fmla="*/ 3188688 w 10740954"/>
              <a:gd name="connsiteY94" fmla="*/ 29358 h 1339999"/>
              <a:gd name="connsiteX95" fmla="*/ 2959221 w 10740954"/>
              <a:gd name="connsiteY95" fmla="*/ 29358 h 1339999"/>
              <a:gd name="connsiteX96" fmla="*/ 2959221 w 10740954"/>
              <a:gd name="connsiteY96" fmla="*/ 975903 h 1339999"/>
              <a:gd name="connsiteX97" fmla="*/ 2759431 w 10740954"/>
              <a:gd name="connsiteY97" fmla="*/ 1221255 h 1339999"/>
              <a:gd name="connsiteX98" fmla="*/ 2559641 w 10740954"/>
              <a:gd name="connsiteY98" fmla="*/ 957554 h 1339999"/>
              <a:gd name="connsiteX99" fmla="*/ 2559641 w 10740954"/>
              <a:gd name="connsiteY99" fmla="*/ 781928 h 1339999"/>
              <a:gd name="connsiteX100" fmla="*/ 2330175 w 10740954"/>
              <a:gd name="connsiteY100" fmla="*/ 838548 h 1339999"/>
              <a:gd name="connsiteX101" fmla="*/ 2330175 w 10740954"/>
              <a:gd name="connsiteY101" fmla="*/ 917186 h 1339999"/>
              <a:gd name="connsiteX102" fmla="*/ 2759431 w 10740954"/>
              <a:gd name="connsiteY102" fmla="*/ 1339999 h 1339999"/>
              <a:gd name="connsiteX103" fmla="*/ 1537905 w 10740954"/>
              <a:gd name="connsiteY103" fmla="*/ 1206314 h 1339999"/>
              <a:gd name="connsiteX104" fmla="*/ 1251204 w 10740954"/>
              <a:gd name="connsiteY104" fmla="*/ 911682 h 1339999"/>
              <a:gd name="connsiteX105" fmla="*/ 1364082 w 10740954"/>
              <a:gd name="connsiteY105" fmla="*/ 679174 h 1339999"/>
              <a:gd name="connsiteX106" fmla="*/ 1782210 w 10740954"/>
              <a:gd name="connsiteY106" fmla="*/ 1131345 h 1339999"/>
              <a:gd name="connsiteX107" fmla="*/ 1537905 w 10740954"/>
              <a:gd name="connsiteY107" fmla="*/ 1206314 h 1339999"/>
              <a:gd name="connsiteX108" fmla="*/ 1761807 w 10740954"/>
              <a:gd name="connsiteY108" fmla="*/ 550993 h 1339999"/>
              <a:gd name="connsiteX109" fmla="*/ 2004258 w 10740954"/>
              <a:gd name="connsiteY109" fmla="*/ 785336 h 1339999"/>
              <a:gd name="connsiteX110" fmla="*/ 1945168 w 10740954"/>
              <a:gd name="connsiteY110" fmla="*/ 981146 h 1339999"/>
              <a:gd name="connsiteX111" fmla="*/ 1582420 w 10740954"/>
              <a:gd name="connsiteY111" fmla="*/ 585856 h 1339999"/>
              <a:gd name="connsiteX112" fmla="*/ 1761807 w 10740954"/>
              <a:gd name="connsiteY112" fmla="*/ 550993 h 1339999"/>
              <a:gd name="connsiteX113" fmla="*/ 1537905 w 10740954"/>
              <a:gd name="connsiteY113" fmla="*/ 96987 h 1339999"/>
              <a:gd name="connsiteX114" fmla="*/ 1711727 w 10740954"/>
              <a:gd name="connsiteY114" fmla="*/ 272613 h 1339999"/>
              <a:gd name="connsiteX115" fmla="*/ 1532340 w 10740954"/>
              <a:gd name="connsiteY115" fmla="*/ 532644 h 1339999"/>
              <a:gd name="connsiteX116" fmla="*/ 1452848 w 10740954"/>
              <a:gd name="connsiteY116" fmla="*/ 444831 h 1339999"/>
              <a:gd name="connsiteX117" fmla="*/ 1362227 w 10740954"/>
              <a:gd name="connsiteY117" fmla="*/ 263701 h 1339999"/>
              <a:gd name="connsiteX118" fmla="*/ 1537905 w 10740954"/>
              <a:gd name="connsiteY118" fmla="*/ 96987 h 1339999"/>
              <a:gd name="connsiteX119" fmla="*/ 2002403 w 10740954"/>
              <a:gd name="connsiteY119" fmla="*/ 1043532 h 1339999"/>
              <a:gd name="connsiteX120" fmla="*/ 2159797 w 10740954"/>
              <a:gd name="connsiteY120" fmla="*/ 686514 h 1339999"/>
              <a:gd name="connsiteX121" fmla="*/ 1917346 w 10740954"/>
              <a:gd name="connsiteY121" fmla="*/ 454006 h 1339999"/>
              <a:gd name="connsiteX122" fmla="*/ 1695299 w 10740954"/>
              <a:gd name="connsiteY122" fmla="*/ 498044 h 1339999"/>
              <a:gd name="connsiteX123" fmla="*/ 1691589 w 10740954"/>
              <a:gd name="connsiteY123" fmla="*/ 490704 h 1339999"/>
              <a:gd name="connsiteX124" fmla="*/ 1891379 w 10740954"/>
              <a:gd name="connsiteY124" fmla="*/ 249022 h 1339999"/>
              <a:gd name="connsiteX125" fmla="*/ 1543469 w 10740954"/>
              <a:gd name="connsiteY125" fmla="*/ 0 h 1339999"/>
              <a:gd name="connsiteX126" fmla="*/ 1162173 w 10740954"/>
              <a:gd name="connsiteY126" fmla="*/ 316651 h 1339999"/>
              <a:gd name="connsiteX127" fmla="*/ 1310293 w 10740954"/>
              <a:gd name="connsiteY127" fmla="*/ 622292 h 1339999"/>
              <a:gd name="connsiteX128" fmla="*/ 1312147 w 10740954"/>
              <a:gd name="connsiteY128" fmla="*/ 625962 h 1339999"/>
              <a:gd name="connsiteX129" fmla="*/ 1047439 w 10740954"/>
              <a:gd name="connsiteY129" fmla="*/ 993990 h 1339999"/>
              <a:gd name="connsiteX130" fmla="*/ 1419462 w 10740954"/>
              <a:gd name="connsiteY130" fmla="*/ 1339999 h 1339999"/>
              <a:gd name="connsiteX131" fmla="*/ 1837589 w 10740954"/>
              <a:gd name="connsiteY131" fmla="*/ 1191635 h 1339999"/>
              <a:gd name="connsiteX132" fmla="*/ 1948613 w 10740954"/>
              <a:gd name="connsiteY132" fmla="*/ 1310641 h 1339999"/>
              <a:gd name="connsiteX133" fmla="*/ 2239024 w 10740954"/>
              <a:gd name="connsiteY133" fmla="*/ 1310641 h 1339999"/>
              <a:gd name="connsiteX134" fmla="*/ 2239024 w 10740954"/>
              <a:gd name="connsiteY134" fmla="*/ 1301466 h 1339999"/>
              <a:gd name="connsiteX135" fmla="*/ 2002403 w 10740954"/>
              <a:gd name="connsiteY135" fmla="*/ 1043532 h 1339999"/>
              <a:gd name="connsiteX136" fmla="*/ 429257 w 10740954"/>
              <a:gd name="connsiteY136" fmla="*/ 1339999 h 1339999"/>
              <a:gd name="connsiteX137" fmla="*/ 858513 w 10740954"/>
              <a:gd name="connsiteY137" fmla="*/ 917186 h 1339999"/>
              <a:gd name="connsiteX138" fmla="*/ 858513 w 10740954"/>
              <a:gd name="connsiteY138" fmla="*/ 29358 h 1339999"/>
              <a:gd name="connsiteX139" fmla="*/ 629046 w 10740954"/>
              <a:gd name="connsiteY139" fmla="*/ 29358 h 1339999"/>
              <a:gd name="connsiteX140" fmla="*/ 629046 w 10740954"/>
              <a:gd name="connsiteY140" fmla="*/ 975903 h 1339999"/>
              <a:gd name="connsiteX141" fmla="*/ 429257 w 10740954"/>
              <a:gd name="connsiteY141" fmla="*/ 1221255 h 1339999"/>
              <a:gd name="connsiteX142" fmla="*/ 229467 w 10740954"/>
              <a:gd name="connsiteY142" fmla="*/ 957554 h 1339999"/>
              <a:gd name="connsiteX143" fmla="*/ 229467 w 10740954"/>
              <a:gd name="connsiteY143" fmla="*/ 781928 h 1339999"/>
              <a:gd name="connsiteX144" fmla="*/ 0 w 10740954"/>
              <a:gd name="connsiteY144" fmla="*/ 838548 h 1339999"/>
              <a:gd name="connsiteX145" fmla="*/ 0 w 10740954"/>
              <a:gd name="connsiteY145" fmla="*/ 917186 h 1339999"/>
              <a:gd name="connsiteX146" fmla="*/ 429257 w 10740954"/>
              <a:gd name="connsiteY146" fmla="*/ 1339999 h 133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0740954" h="1339999">
                <a:moveTo>
                  <a:pt x="5490245" y="754143"/>
                </a:moveTo>
                <a:cubicBezTo>
                  <a:pt x="5510648" y="592934"/>
                  <a:pt x="5593850" y="501451"/>
                  <a:pt x="5740115" y="501451"/>
                </a:cubicBezTo>
                <a:cubicBezTo>
                  <a:pt x="5878961" y="501451"/>
                  <a:pt x="5960308" y="583759"/>
                  <a:pt x="5964018" y="754143"/>
                </a:cubicBezTo>
                <a:lnTo>
                  <a:pt x="5490245" y="754143"/>
                </a:lnTo>
                <a:moveTo>
                  <a:pt x="5739850" y="377202"/>
                </a:moveTo>
                <a:cubicBezTo>
                  <a:pt x="5495545" y="377202"/>
                  <a:pt x="5325432" y="547586"/>
                  <a:pt x="5325432" y="860567"/>
                </a:cubicBezTo>
                <a:cubicBezTo>
                  <a:pt x="5325432" y="1160704"/>
                  <a:pt x="5482826" y="1329252"/>
                  <a:pt x="5739850" y="1329252"/>
                </a:cubicBezTo>
                <a:cubicBezTo>
                  <a:pt x="5950769" y="1329252"/>
                  <a:pt x="6084050" y="1210246"/>
                  <a:pt x="6117437" y="1030950"/>
                </a:cubicBezTo>
                <a:lnTo>
                  <a:pt x="5976736" y="994252"/>
                </a:lnTo>
                <a:cubicBezTo>
                  <a:pt x="5952624" y="1148121"/>
                  <a:pt x="5869422" y="1201071"/>
                  <a:pt x="5754689" y="1201071"/>
                </a:cubicBezTo>
                <a:cubicBezTo>
                  <a:pt x="5571592" y="1201071"/>
                  <a:pt x="5489981" y="1067386"/>
                  <a:pt x="5484416" y="862402"/>
                </a:cubicBezTo>
                <a:lnTo>
                  <a:pt x="6119027" y="862402"/>
                </a:lnTo>
                <a:lnTo>
                  <a:pt x="6119027" y="811025"/>
                </a:lnTo>
                <a:cubicBezTo>
                  <a:pt x="6119292" y="490704"/>
                  <a:pt x="5943615" y="377202"/>
                  <a:pt x="5739850" y="377202"/>
                </a:cubicBezTo>
                <a:moveTo>
                  <a:pt x="8274584" y="754143"/>
                </a:moveTo>
                <a:cubicBezTo>
                  <a:pt x="8294987" y="592934"/>
                  <a:pt x="8378188" y="501451"/>
                  <a:pt x="8524454" y="501451"/>
                </a:cubicBezTo>
                <a:cubicBezTo>
                  <a:pt x="8663299" y="501451"/>
                  <a:pt x="8744646" y="583759"/>
                  <a:pt x="8748356" y="754143"/>
                </a:cubicBezTo>
                <a:lnTo>
                  <a:pt x="8274584" y="754143"/>
                </a:lnTo>
                <a:moveTo>
                  <a:pt x="8524454" y="377202"/>
                </a:moveTo>
                <a:cubicBezTo>
                  <a:pt x="8280149" y="377202"/>
                  <a:pt x="8110035" y="547586"/>
                  <a:pt x="8110035" y="860567"/>
                </a:cubicBezTo>
                <a:cubicBezTo>
                  <a:pt x="8110035" y="1160704"/>
                  <a:pt x="8267430" y="1329252"/>
                  <a:pt x="8524454" y="1329252"/>
                </a:cubicBezTo>
                <a:cubicBezTo>
                  <a:pt x="8735372" y="1329252"/>
                  <a:pt x="8868654" y="1210246"/>
                  <a:pt x="8902041" y="1030950"/>
                </a:cubicBezTo>
                <a:lnTo>
                  <a:pt x="8761340" y="994252"/>
                </a:lnTo>
                <a:cubicBezTo>
                  <a:pt x="8737227" y="1148121"/>
                  <a:pt x="8654025" y="1201071"/>
                  <a:pt x="8539292" y="1201071"/>
                </a:cubicBezTo>
                <a:cubicBezTo>
                  <a:pt x="8356196" y="1201071"/>
                  <a:pt x="8274584" y="1067386"/>
                  <a:pt x="8269019" y="862402"/>
                </a:cubicBezTo>
                <a:lnTo>
                  <a:pt x="8903630" y="862402"/>
                </a:lnTo>
                <a:lnTo>
                  <a:pt x="8903630" y="811025"/>
                </a:lnTo>
                <a:cubicBezTo>
                  <a:pt x="8903895" y="490704"/>
                  <a:pt x="8727953" y="377202"/>
                  <a:pt x="8524454" y="377202"/>
                </a:cubicBezTo>
                <a:moveTo>
                  <a:pt x="9484716" y="377202"/>
                </a:moveTo>
                <a:cubicBezTo>
                  <a:pt x="9231137" y="377202"/>
                  <a:pt x="9059169" y="552828"/>
                  <a:pt x="9059169" y="862402"/>
                </a:cubicBezTo>
                <a:cubicBezTo>
                  <a:pt x="9059169" y="1166208"/>
                  <a:pt x="9227428" y="1329252"/>
                  <a:pt x="9477297" y="1329252"/>
                </a:cubicBezTo>
                <a:cubicBezTo>
                  <a:pt x="9703054" y="1329252"/>
                  <a:pt x="9830771" y="1191897"/>
                  <a:pt x="9856739" y="1003427"/>
                </a:cubicBezTo>
                <a:lnTo>
                  <a:pt x="9710473" y="968564"/>
                </a:lnTo>
                <a:cubicBezTo>
                  <a:pt x="9684506" y="1140520"/>
                  <a:pt x="9610579" y="1199236"/>
                  <a:pt x="9488426" y="1199236"/>
                </a:cubicBezTo>
                <a:cubicBezTo>
                  <a:pt x="9310894" y="1199236"/>
                  <a:pt x="9220008" y="1071056"/>
                  <a:pt x="9220008" y="851392"/>
                </a:cubicBezTo>
                <a:cubicBezTo>
                  <a:pt x="9220008" y="622554"/>
                  <a:pt x="9316193" y="507218"/>
                  <a:pt x="9481006" y="507218"/>
                </a:cubicBezTo>
                <a:cubicBezTo>
                  <a:pt x="9597595" y="507218"/>
                  <a:pt x="9682651" y="564100"/>
                  <a:pt x="9710473" y="726881"/>
                </a:cubicBezTo>
                <a:lnTo>
                  <a:pt x="9856739" y="692018"/>
                </a:lnTo>
                <a:cubicBezTo>
                  <a:pt x="9830771" y="505383"/>
                  <a:pt x="9703054" y="377202"/>
                  <a:pt x="9484716" y="377202"/>
                </a:cubicBezTo>
                <a:moveTo>
                  <a:pt x="5112923" y="29358"/>
                </a:moveTo>
                <a:lnTo>
                  <a:pt x="4868618" y="29358"/>
                </a:lnTo>
                <a:lnTo>
                  <a:pt x="4485467" y="1061881"/>
                </a:lnTo>
                <a:lnTo>
                  <a:pt x="4100726" y="29358"/>
                </a:lnTo>
                <a:lnTo>
                  <a:pt x="3845291" y="29358"/>
                </a:lnTo>
                <a:lnTo>
                  <a:pt x="3845291" y="1310641"/>
                </a:lnTo>
                <a:lnTo>
                  <a:pt x="4006130" y="1310641"/>
                </a:lnTo>
                <a:lnTo>
                  <a:pt x="4006130" y="206819"/>
                </a:lnTo>
                <a:lnTo>
                  <a:pt x="4418694" y="1310641"/>
                </a:lnTo>
                <a:lnTo>
                  <a:pt x="4542701" y="1310641"/>
                </a:lnTo>
                <a:lnTo>
                  <a:pt x="4951820" y="204984"/>
                </a:lnTo>
                <a:lnTo>
                  <a:pt x="4951820" y="1310641"/>
                </a:lnTo>
                <a:lnTo>
                  <a:pt x="5112923" y="1310641"/>
                </a:lnTo>
                <a:lnTo>
                  <a:pt x="5112923" y="29358"/>
                </a:lnTo>
                <a:moveTo>
                  <a:pt x="6688984" y="1198974"/>
                </a:moveTo>
                <a:cubicBezTo>
                  <a:pt x="6537154" y="1198974"/>
                  <a:pt x="6435405" y="1090977"/>
                  <a:pt x="6435405" y="852965"/>
                </a:cubicBezTo>
                <a:cubicBezTo>
                  <a:pt x="6435405" y="613118"/>
                  <a:pt x="6537154" y="506956"/>
                  <a:pt x="6688984" y="506956"/>
                </a:cubicBezTo>
                <a:cubicBezTo>
                  <a:pt x="6840814" y="506956"/>
                  <a:pt x="6942564" y="613118"/>
                  <a:pt x="6942564" y="852965"/>
                </a:cubicBezTo>
                <a:cubicBezTo>
                  <a:pt x="6942564" y="1090977"/>
                  <a:pt x="6840814" y="1198974"/>
                  <a:pt x="6688984" y="1198974"/>
                </a:cubicBezTo>
                <a:moveTo>
                  <a:pt x="7092538" y="29358"/>
                </a:moveTo>
                <a:lnTo>
                  <a:pt x="6938854" y="29358"/>
                </a:lnTo>
                <a:lnTo>
                  <a:pt x="6938854" y="571177"/>
                </a:lnTo>
                <a:cubicBezTo>
                  <a:pt x="6905467" y="470520"/>
                  <a:pt x="6824120" y="377202"/>
                  <a:pt x="6663017" y="377202"/>
                </a:cubicBezTo>
                <a:cubicBezTo>
                  <a:pt x="6455808" y="377202"/>
                  <a:pt x="6274301" y="538411"/>
                  <a:pt x="6274301" y="858732"/>
                </a:cubicBezTo>
                <a:cubicBezTo>
                  <a:pt x="6274301" y="1182722"/>
                  <a:pt x="6455543" y="1329252"/>
                  <a:pt x="6650033" y="1329252"/>
                </a:cubicBezTo>
                <a:cubicBezTo>
                  <a:pt x="6796299" y="1329252"/>
                  <a:pt x="6903612" y="1245109"/>
                  <a:pt x="6938854" y="1126103"/>
                </a:cubicBezTo>
                <a:lnTo>
                  <a:pt x="6938854" y="1195567"/>
                </a:lnTo>
                <a:cubicBezTo>
                  <a:pt x="6938854" y="1237769"/>
                  <a:pt x="6942564" y="1283380"/>
                  <a:pt x="6948128" y="1310903"/>
                </a:cubicBezTo>
                <a:lnTo>
                  <a:pt x="7103667" y="1310903"/>
                </a:lnTo>
                <a:cubicBezTo>
                  <a:pt x="7096248" y="1266865"/>
                  <a:pt x="7092538" y="1202906"/>
                  <a:pt x="7092538" y="1120598"/>
                </a:cubicBezTo>
                <a:lnTo>
                  <a:pt x="7092538" y="29358"/>
                </a:lnTo>
                <a:moveTo>
                  <a:pt x="8258155" y="29358"/>
                </a:moveTo>
                <a:lnTo>
                  <a:pt x="7258942" y="29358"/>
                </a:lnTo>
                <a:lnTo>
                  <a:pt x="7258942" y="163044"/>
                </a:lnTo>
                <a:lnTo>
                  <a:pt x="7678924" y="163044"/>
                </a:lnTo>
                <a:lnTo>
                  <a:pt x="7678924" y="1310903"/>
                </a:lnTo>
                <a:lnTo>
                  <a:pt x="7840028" y="1310903"/>
                </a:lnTo>
                <a:lnTo>
                  <a:pt x="7840028" y="163044"/>
                </a:lnTo>
                <a:lnTo>
                  <a:pt x="8258155" y="163044"/>
                </a:lnTo>
                <a:lnTo>
                  <a:pt x="8258155" y="29358"/>
                </a:lnTo>
                <a:moveTo>
                  <a:pt x="10185835" y="29358"/>
                </a:moveTo>
                <a:lnTo>
                  <a:pt x="10032151" y="29358"/>
                </a:lnTo>
                <a:lnTo>
                  <a:pt x="10032151" y="1310641"/>
                </a:lnTo>
                <a:lnTo>
                  <a:pt x="10185835" y="1310641"/>
                </a:lnTo>
                <a:lnTo>
                  <a:pt x="10185835" y="708532"/>
                </a:lnTo>
                <a:cubicBezTo>
                  <a:pt x="10185835" y="580352"/>
                  <a:pt x="10250489" y="494374"/>
                  <a:pt x="10387480" y="494374"/>
                </a:cubicBezTo>
                <a:cubicBezTo>
                  <a:pt x="10522617" y="494374"/>
                  <a:pt x="10587270" y="580352"/>
                  <a:pt x="10587270" y="708532"/>
                </a:cubicBezTo>
                <a:lnTo>
                  <a:pt x="10587270" y="1310903"/>
                </a:lnTo>
                <a:lnTo>
                  <a:pt x="10740955" y="1310903"/>
                </a:lnTo>
                <a:lnTo>
                  <a:pt x="10740955" y="677339"/>
                </a:lnTo>
                <a:cubicBezTo>
                  <a:pt x="10740955" y="505383"/>
                  <a:pt x="10633640" y="377202"/>
                  <a:pt x="10443125" y="377202"/>
                </a:cubicBezTo>
                <a:cubicBezTo>
                  <a:pt x="10315408" y="377202"/>
                  <a:pt x="10221077" y="434084"/>
                  <a:pt x="10185835" y="536576"/>
                </a:cubicBezTo>
                <a:lnTo>
                  <a:pt x="10185835" y="29358"/>
                </a:lnTo>
                <a:moveTo>
                  <a:pt x="2759431" y="1339999"/>
                </a:moveTo>
                <a:cubicBezTo>
                  <a:pt x="3068390" y="1339999"/>
                  <a:pt x="3188688" y="1157034"/>
                  <a:pt x="3188688" y="917186"/>
                </a:cubicBezTo>
                <a:lnTo>
                  <a:pt x="3188688" y="29358"/>
                </a:lnTo>
                <a:lnTo>
                  <a:pt x="2959221" y="29358"/>
                </a:lnTo>
                <a:lnTo>
                  <a:pt x="2959221" y="975903"/>
                </a:lnTo>
                <a:cubicBezTo>
                  <a:pt x="2959221" y="1129772"/>
                  <a:pt x="2900132" y="1221255"/>
                  <a:pt x="2759431" y="1221255"/>
                </a:cubicBezTo>
                <a:cubicBezTo>
                  <a:pt x="2620585" y="1221255"/>
                  <a:pt x="2559641" y="1124268"/>
                  <a:pt x="2559641" y="957554"/>
                </a:cubicBezTo>
                <a:lnTo>
                  <a:pt x="2559641" y="781928"/>
                </a:lnTo>
                <a:lnTo>
                  <a:pt x="2330175" y="838548"/>
                </a:lnTo>
                <a:lnTo>
                  <a:pt x="2330175" y="917186"/>
                </a:lnTo>
                <a:cubicBezTo>
                  <a:pt x="2329910" y="1157034"/>
                  <a:pt x="2450207" y="1339999"/>
                  <a:pt x="2759431" y="1339999"/>
                </a:cubicBezTo>
                <a:moveTo>
                  <a:pt x="1537905" y="1206314"/>
                </a:moveTo>
                <a:cubicBezTo>
                  <a:pt x="1360373" y="1206314"/>
                  <a:pt x="1251204" y="1063454"/>
                  <a:pt x="1251204" y="911682"/>
                </a:cubicBezTo>
                <a:cubicBezTo>
                  <a:pt x="1251204" y="816529"/>
                  <a:pt x="1293864" y="728716"/>
                  <a:pt x="1364082" y="679174"/>
                </a:cubicBezTo>
                <a:lnTo>
                  <a:pt x="1782210" y="1131345"/>
                </a:lnTo>
                <a:cubicBezTo>
                  <a:pt x="1704573" y="1176955"/>
                  <a:pt x="1617662" y="1206314"/>
                  <a:pt x="1537905" y="1206314"/>
                </a:cubicBezTo>
                <a:moveTo>
                  <a:pt x="1761807" y="550993"/>
                </a:moveTo>
                <a:cubicBezTo>
                  <a:pt x="1911782" y="550993"/>
                  <a:pt x="2004258" y="636971"/>
                  <a:pt x="2004258" y="785336"/>
                </a:cubicBezTo>
                <a:cubicBezTo>
                  <a:pt x="2004258" y="851130"/>
                  <a:pt x="1985709" y="919021"/>
                  <a:pt x="1945168" y="981146"/>
                </a:cubicBezTo>
                <a:lnTo>
                  <a:pt x="1582420" y="585856"/>
                </a:lnTo>
                <a:cubicBezTo>
                  <a:pt x="1647074" y="560168"/>
                  <a:pt x="1710137" y="550993"/>
                  <a:pt x="1761807" y="550993"/>
                </a:cubicBezTo>
                <a:moveTo>
                  <a:pt x="1537905" y="96987"/>
                </a:moveTo>
                <a:cubicBezTo>
                  <a:pt x="1647074" y="96987"/>
                  <a:pt x="1711727" y="159112"/>
                  <a:pt x="1711727" y="272613"/>
                </a:cubicBezTo>
                <a:cubicBezTo>
                  <a:pt x="1711727" y="376940"/>
                  <a:pt x="1659792" y="475763"/>
                  <a:pt x="1532340" y="532644"/>
                </a:cubicBezTo>
                <a:lnTo>
                  <a:pt x="1452848" y="444831"/>
                </a:lnTo>
                <a:cubicBezTo>
                  <a:pt x="1382630" y="368028"/>
                  <a:pt x="1362227" y="320321"/>
                  <a:pt x="1362227" y="263701"/>
                </a:cubicBezTo>
                <a:cubicBezTo>
                  <a:pt x="1362227" y="157539"/>
                  <a:pt x="1430590" y="96987"/>
                  <a:pt x="1537905" y="96987"/>
                </a:cubicBezTo>
                <a:moveTo>
                  <a:pt x="2002403" y="1043532"/>
                </a:moveTo>
                <a:cubicBezTo>
                  <a:pt x="2102298" y="926361"/>
                  <a:pt x="2159797" y="798180"/>
                  <a:pt x="2159797" y="686514"/>
                </a:cubicBezTo>
                <a:cubicBezTo>
                  <a:pt x="2159797" y="547324"/>
                  <a:pt x="2065466" y="454006"/>
                  <a:pt x="1917346" y="454006"/>
                </a:cubicBezTo>
                <a:cubicBezTo>
                  <a:pt x="1839709" y="454006"/>
                  <a:pt x="1752533" y="476025"/>
                  <a:pt x="1695299" y="498044"/>
                </a:cubicBezTo>
                <a:lnTo>
                  <a:pt x="1691589" y="490704"/>
                </a:lnTo>
                <a:cubicBezTo>
                  <a:pt x="1832290" y="415735"/>
                  <a:pt x="1891379" y="346009"/>
                  <a:pt x="1891379" y="249022"/>
                </a:cubicBezTo>
                <a:cubicBezTo>
                  <a:pt x="1891379" y="109832"/>
                  <a:pt x="1765517" y="0"/>
                  <a:pt x="1543469" y="0"/>
                </a:cubicBezTo>
                <a:cubicBezTo>
                  <a:pt x="1288035" y="0"/>
                  <a:pt x="1162173" y="141025"/>
                  <a:pt x="1162173" y="316651"/>
                </a:cubicBezTo>
                <a:cubicBezTo>
                  <a:pt x="1162173" y="411803"/>
                  <a:pt x="1202978" y="506956"/>
                  <a:pt x="1310293" y="622292"/>
                </a:cubicBezTo>
                <a:lnTo>
                  <a:pt x="1312147" y="625962"/>
                </a:lnTo>
                <a:cubicBezTo>
                  <a:pt x="1130906" y="711940"/>
                  <a:pt x="1047439" y="851130"/>
                  <a:pt x="1047439" y="993990"/>
                </a:cubicBezTo>
                <a:cubicBezTo>
                  <a:pt x="1047439" y="1182460"/>
                  <a:pt x="1193704" y="1339999"/>
                  <a:pt x="1419462" y="1339999"/>
                </a:cubicBezTo>
                <a:cubicBezTo>
                  <a:pt x="1549033" y="1339999"/>
                  <a:pt x="1700863" y="1286787"/>
                  <a:pt x="1837589" y="1191635"/>
                </a:cubicBezTo>
                <a:lnTo>
                  <a:pt x="1948613" y="1310641"/>
                </a:lnTo>
                <a:lnTo>
                  <a:pt x="2239024" y="1310641"/>
                </a:lnTo>
                <a:lnTo>
                  <a:pt x="2239024" y="1301466"/>
                </a:lnTo>
                <a:lnTo>
                  <a:pt x="2002403" y="1043532"/>
                </a:lnTo>
                <a:close/>
                <a:moveTo>
                  <a:pt x="429257" y="1339999"/>
                </a:moveTo>
                <a:cubicBezTo>
                  <a:pt x="738215" y="1339999"/>
                  <a:pt x="858513" y="1157034"/>
                  <a:pt x="858513" y="917186"/>
                </a:cubicBezTo>
                <a:lnTo>
                  <a:pt x="858513" y="29358"/>
                </a:lnTo>
                <a:lnTo>
                  <a:pt x="629046" y="29358"/>
                </a:lnTo>
                <a:lnTo>
                  <a:pt x="629046" y="975903"/>
                </a:lnTo>
                <a:cubicBezTo>
                  <a:pt x="629046" y="1129772"/>
                  <a:pt x="569957" y="1221255"/>
                  <a:pt x="429257" y="1221255"/>
                </a:cubicBezTo>
                <a:cubicBezTo>
                  <a:pt x="290411" y="1221255"/>
                  <a:pt x="229467" y="1124268"/>
                  <a:pt x="229467" y="957554"/>
                </a:cubicBezTo>
                <a:lnTo>
                  <a:pt x="229467" y="781928"/>
                </a:lnTo>
                <a:lnTo>
                  <a:pt x="0" y="838548"/>
                </a:lnTo>
                <a:lnTo>
                  <a:pt x="0" y="917186"/>
                </a:lnTo>
                <a:cubicBezTo>
                  <a:pt x="0" y="1157034"/>
                  <a:pt x="120298" y="1339999"/>
                  <a:pt x="429257" y="1339999"/>
                </a:cubicBezTo>
              </a:path>
            </a:pathLst>
          </a:custGeom>
          <a:solidFill>
            <a:schemeClr val="bg1"/>
          </a:solidFill>
          <a:ln w="26484" cap="flat">
            <a:noFill/>
            <a:prstDash val="solid"/>
            <a:miter/>
          </a:ln>
        </p:spPr>
        <p:txBody>
          <a:bodyPr rtlCol="0" anchor="ctr"/>
          <a:lstStyle/>
          <a:p>
            <a:endParaRPr lang="en-GB"/>
          </a:p>
        </p:txBody>
      </p:sp>
      <p:grpSp>
        <p:nvGrpSpPr>
          <p:cNvPr id="10" name="Group 9">
            <a:extLst>
              <a:ext uri="{FF2B5EF4-FFF2-40B4-BE49-F238E27FC236}">
                <a16:creationId xmlns:a16="http://schemas.microsoft.com/office/drawing/2014/main" id="{D0514631-ABCA-FC07-A75A-228787D18F8B}"/>
              </a:ext>
            </a:extLst>
          </p:cNvPr>
          <p:cNvGrpSpPr/>
          <p:nvPr userDrawn="1"/>
        </p:nvGrpSpPr>
        <p:grpSpPr>
          <a:xfrm>
            <a:off x="4927790" y="6418009"/>
            <a:ext cx="1069848" cy="150269"/>
            <a:chOff x="10830507" y="6418009"/>
            <a:chExt cx="1069848" cy="150269"/>
          </a:xfrm>
        </p:grpSpPr>
        <p:sp>
          <p:nvSpPr>
            <p:cNvPr id="11" name="TextBox 10">
              <a:extLst>
                <a:ext uri="{FF2B5EF4-FFF2-40B4-BE49-F238E27FC236}">
                  <a16:creationId xmlns:a16="http://schemas.microsoft.com/office/drawing/2014/main" id="{6423A29E-16B7-A8BB-A09D-F684C7AF5EBA}"/>
                </a:ext>
              </a:extLst>
            </p:cNvPr>
            <p:cNvSpPr txBox="1"/>
            <p:nvPr userDrawn="1"/>
          </p:nvSpPr>
          <p:spPr>
            <a:xfrm>
              <a:off x="10940235" y="6430164"/>
              <a:ext cx="960120" cy="138114"/>
            </a:xfrm>
            <a:prstGeom prst="rect">
              <a:avLst/>
            </a:prstGeom>
            <a:noFill/>
          </p:spPr>
          <p:txBody>
            <a:bodyPr wrap="square" lIns="0" tIns="0" rIns="0" bIns="0" rtlCol="0" anchor="ctr" anchorCtr="0">
              <a:noAutofit/>
            </a:bodyPr>
            <a:lstStyle/>
            <a:p>
              <a:pPr algn="l"/>
              <a:r>
                <a:rPr lang="en-US" sz="1100" kern="1200">
                  <a:solidFill>
                    <a:schemeClr val="bg1"/>
                  </a:solidFill>
                  <a:latin typeface="+mn-lt"/>
                  <a:ea typeface="+mn-ea"/>
                  <a:cs typeface="+mn-cs"/>
                </a:rPr>
                <a:t>Orthopaedics</a:t>
              </a:r>
            </a:p>
          </p:txBody>
        </p:sp>
        <p:sp>
          <p:nvSpPr>
            <p:cNvPr id="13" name="Rectangle 12">
              <a:extLst>
                <a:ext uri="{FF2B5EF4-FFF2-40B4-BE49-F238E27FC236}">
                  <a16:creationId xmlns:a16="http://schemas.microsoft.com/office/drawing/2014/main" id="{398B8D98-0366-8BE3-907C-24B999853DBE}"/>
                </a:ext>
              </a:extLst>
            </p:cNvPr>
            <p:cNvSpPr/>
            <p:nvPr userDrawn="1"/>
          </p:nvSpPr>
          <p:spPr>
            <a:xfrm>
              <a:off x="10830507" y="6418009"/>
              <a:ext cx="18288" cy="146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grpSp>
    </p:spTree>
    <p:extLst>
      <p:ext uri="{BB962C8B-B14F-4D97-AF65-F5344CB8AC3E}">
        <p14:creationId xmlns:p14="http://schemas.microsoft.com/office/powerpoint/2010/main" val="25976494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eam Slide x 1-2">
    <p:bg>
      <p:bgPr>
        <a:solidFill>
          <a:schemeClr val="accent1"/>
        </a:solidFill>
        <a:effectLst/>
      </p:bgPr>
    </p:bg>
    <p:spTree>
      <p:nvGrpSpPr>
        <p:cNvPr id="1" name=""/>
        <p:cNvGrpSpPr/>
        <p:nvPr/>
      </p:nvGrpSpPr>
      <p:grpSpPr>
        <a:xfrm>
          <a:off x="0" y="0"/>
          <a:ext cx="0" cy="0"/>
          <a:chOff x="0" y="0"/>
          <a:chExt cx="0" cy="0"/>
        </a:xfrm>
      </p:grpSpPr>
      <p:sp>
        <p:nvSpPr>
          <p:cNvPr id="23" name="Picture Placeholder 3">
            <a:extLst>
              <a:ext uri="{FF2B5EF4-FFF2-40B4-BE49-F238E27FC236}">
                <a16:creationId xmlns:a16="http://schemas.microsoft.com/office/drawing/2014/main" id="{9858E5CC-B320-8459-7BD7-5CE14C5E3AC9}"/>
              </a:ext>
            </a:extLst>
          </p:cNvPr>
          <p:cNvSpPr>
            <a:spLocks noGrp="1"/>
          </p:cNvSpPr>
          <p:nvPr>
            <p:ph type="pic" sz="quarter" idx="23" hasCustomPrompt="1"/>
          </p:nvPr>
        </p:nvSpPr>
        <p:spPr>
          <a:xfrm>
            <a:off x="8124825" y="285158"/>
            <a:ext cx="3775075" cy="3947118"/>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24" name="Text Placeholder 10">
            <a:extLst>
              <a:ext uri="{FF2B5EF4-FFF2-40B4-BE49-F238E27FC236}">
                <a16:creationId xmlns:a16="http://schemas.microsoft.com/office/drawing/2014/main" id="{BA241006-FA7F-3ABD-E9C0-8E177A254F71}"/>
              </a:ext>
            </a:extLst>
          </p:cNvPr>
          <p:cNvSpPr>
            <a:spLocks noGrp="1"/>
          </p:cNvSpPr>
          <p:nvPr>
            <p:ph type="body" sz="quarter" idx="24" hasCustomPrompt="1"/>
          </p:nvPr>
        </p:nvSpPr>
        <p:spPr>
          <a:xfrm>
            <a:off x="8124825" y="4376739"/>
            <a:ext cx="3775075" cy="1389062"/>
          </a:xfrm>
        </p:spPr>
        <p:txBody>
          <a:bodyPr/>
          <a:lstStyle>
            <a:lvl1pPr>
              <a:spcBef>
                <a:spcPts val="0"/>
              </a:spcBef>
              <a:spcAft>
                <a:spcPts val="0"/>
              </a:spcAft>
              <a:defRPr lang="en-GB" sz="1400" b="1" i="0" kern="1200" dirty="0">
                <a:solidFill>
                  <a:schemeClr val="bg1"/>
                </a:solidFill>
                <a:latin typeface="Johnson Text" pitchFamily="2" charset="77"/>
                <a:ea typeface="+mn-ea"/>
                <a:cs typeface="+mn-cs"/>
              </a:defRPr>
            </a:lvl1pPr>
            <a:lvl2pPr marL="0" indent="0">
              <a:spcBef>
                <a:spcPts val="0"/>
              </a:spcBef>
              <a:spcAft>
                <a:spcPts val="0"/>
              </a:spcAft>
              <a:buNone/>
              <a:defRPr sz="1400" b="0" i="0">
                <a:solidFill>
                  <a:schemeClr val="bg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3" name="Text Placeholder 7">
            <a:extLst>
              <a:ext uri="{FF2B5EF4-FFF2-40B4-BE49-F238E27FC236}">
                <a16:creationId xmlns:a16="http://schemas.microsoft.com/office/drawing/2014/main" id="{AE887C0B-D804-38AD-7676-333BDBFC1AF7}"/>
              </a:ext>
            </a:extLst>
          </p:cNvPr>
          <p:cNvSpPr>
            <a:spLocks noGrp="1"/>
          </p:cNvSpPr>
          <p:nvPr>
            <p:ph type="body" sz="quarter" idx="15" hasCustomPrompt="1"/>
          </p:nvPr>
        </p:nvSpPr>
        <p:spPr>
          <a:xfrm>
            <a:off x="288925" y="4376739"/>
            <a:ext cx="3778250" cy="1389062"/>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GB"/>
              <a:t>Click to add text. Delete if not required.</a:t>
            </a:r>
          </a:p>
          <a:p>
            <a:pPr lvl="1"/>
            <a:r>
              <a:rPr lang="en-GB"/>
              <a:t>Second level</a:t>
            </a:r>
          </a:p>
          <a:p>
            <a:pPr lvl="2"/>
            <a:r>
              <a:rPr lang="en-GB"/>
              <a:t>Third level</a:t>
            </a:r>
          </a:p>
        </p:txBody>
      </p:sp>
      <p:sp>
        <p:nvSpPr>
          <p:cNvPr id="2" name="Picture Placeholder 3">
            <a:extLst>
              <a:ext uri="{FF2B5EF4-FFF2-40B4-BE49-F238E27FC236}">
                <a16:creationId xmlns:a16="http://schemas.microsoft.com/office/drawing/2014/main" id="{AE4666F2-0E72-5C8A-DFF8-2DD7C6E4BAAE}"/>
              </a:ext>
            </a:extLst>
          </p:cNvPr>
          <p:cNvSpPr>
            <a:spLocks noGrp="1"/>
          </p:cNvSpPr>
          <p:nvPr>
            <p:ph type="pic" sz="quarter" idx="25" hasCustomPrompt="1"/>
          </p:nvPr>
        </p:nvSpPr>
        <p:spPr>
          <a:xfrm>
            <a:off x="4207732" y="285158"/>
            <a:ext cx="3775075" cy="3947118"/>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4" name="Text Placeholder 10">
            <a:extLst>
              <a:ext uri="{FF2B5EF4-FFF2-40B4-BE49-F238E27FC236}">
                <a16:creationId xmlns:a16="http://schemas.microsoft.com/office/drawing/2014/main" id="{9C68E616-CAC0-EE06-D15E-AFFEF3740EFF}"/>
              </a:ext>
            </a:extLst>
          </p:cNvPr>
          <p:cNvSpPr>
            <a:spLocks noGrp="1"/>
          </p:cNvSpPr>
          <p:nvPr>
            <p:ph type="body" sz="quarter" idx="26" hasCustomPrompt="1"/>
          </p:nvPr>
        </p:nvSpPr>
        <p:spPr>
          <a:xfrm>
            <a:off x="4207732" y="4376739"/>
            <a:ext cx="3775075" cy="1389062"/>
          </a:xfrm>
        </p:spPr>
        <p:txBody>
          <a:bodyPr/>
          <a:lstStyle>
            <a:lvl1pPr>
              <a:spcBef>
                <a:spcPts val="0"/>
              </a:spcBef>
              <a:spcAft>
                <a:spcPts val="0"/>
              </a:spcAft>
              <a:defRPr lang="en-GB" sz="1400" b="1" i="0" kern="1200" dirty="0">
                <a:solidFill>
                  <a:schemeClr val="bg1"/>
                </a:solidFill>
                <a:latin typeface="Johnson Text" pitchFamily="2" charset="77"/>
                <a:ea typeface="+mn-ea"/>
                <a:cs typeface="+mn-cs"/>
              </a:defRPr>
            </a:lvl1pPr>
            <a:lvl2pPr marL="0" indent="0">
              <a:spcBef>
                <a:spcPts val="0"/>
              </a:spcBef>
              <a:spcAft>
                <a:spcPts val="0"/>
              </a:spcAft>
              <a:buNone/>
              <a:defRPr sz="1400" b="0" i="0">
                <a:solidFill>
                  <a:schemeClr val="bg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10" name="Title 7">
            <a:extLst>
              <a:ext uri="{FF2B5EF4-FFF2-40B4-BE49-F238E27FC236}">
                <a16:creationId xmlns:a16="http://schemas.microsoft.com/office/drawing/2014/main" id="{E80529FD-0171-E552-588C-C152AED56261}"/>
              </a:ext>
            </a:extLst>
          </p:cNvPr>
          <p:cNvSpPr>
            <a:spLocks noGrp="1"/>
          </p:cNvSpPr>
          <p:nvPr>
            <p:ph type="title" hasCustomPrompt="1"/>
          </p:nvPr>
        </p:nvSpPr>
        <p:spPr>
          <a:xfrm>
            <a:off x="288303" y="262800"/>
            <a:ext cx="3775073" cy="454529"/>
          </a:xfrm>
        </p:spPr>
        <p:txBody>
          <a:bodyPr/>
          <a:lstStyle>
            <a:lvl1pPr>
              <a:defRPr>
                <a:solidFill>
                  <a:schemeClr val="bg1"/>
                </a:solidFill>
              </a:defRPr>
            </a:lvl1pPr>
          </a:lstStyle>
          <a:p>
            <a:r>
              <a:rPr lang="en-US"/>
              <a:t>Master title style</a:t>
            </a:r>
            <a:endParaRPr lang="en-GB"/>
          </a:p>
        </p:txBody>
      </p:sp>
      <p:sp>
        <p:nvSpPr>
          <p:cNvPr id="5" name="Subtitle 2">
            <a:extLst>
              <a:ext uri="{FF2B5EF4-FFF2-40B4-BE49-F238E27FC236}">
                <a16:creationId xmlns:a16="http://schemas.microsoft.com/office/drawing/2014/main" id="{EA79EF84-4162-265E-6156-177364480E50}"/>
              </a:ext>
            </a:extLst>
          </p:cNvPr>
          <p:cNvSpPr>
            <a:spLocks noGrp="1"/>
          </p:cNvSpPr>
          <p:nvPr>
            <p:ph type="subTitle" idx="16" hasCustomPrompt="1"/>
          </p:nvPr>
        </p:nvSpPr>
        <p:spPr>
          <a:xfrm>
            <a:off x="288302" y="713620"/>
            <a:ext cx="3775075" cy="292965"/>
          </a:xfrm>
        </p:spPr>
        <p:txBody>
          <a:bodyPr vert="horz" wrap="square" lIns="0" tIns="0" rIns="0" bIns="0" rtlCol="0" anchor="t">
            <a:spAutoFit/>
          </a:bodyPr>
          <a:lstStyle>
            <a:lvl1pPr>
              <a:defRPr lang="en-GB" b="1" dirty="0">
                <a:solidFill>
                  <a:schemeClr val="bg1"/>
                </a:solidFill>
              </a:defRPr>
            </a:lvl1pPr>
          </a:lstStyle>
          <a:p>
            <a:pPr lvl="0"/>
            <a:r>
              <a:rPr lang="en-GB"/>
              <a:t>Subtitle. Delete if not required.</a:t>
            </a:r>
          </a:p>
        </p:txBody>
      </p:sp>
      <p:sp>
        <p:nvSpPr>
          <p:cNvPr id="9" name="Slide Number Placeholder 5">
            <a:extLst>
              <a:ext uri="{FF2B5EF4-FFF2-40B4-BE49-F238E27FC236}">
                <a16:creationId xmlns:a16="http://schemas.microsoft.com/office/drawing/2014/main" id="{DA28D06C-D19C-C911-7BB1-1400C977AC3A}"/>
              </a:ext>
            </a:extLst>
          </p:cNvPr>
          <p:cNvSpPr>
            <a:spLocks noGrp="1"/>
          </p:cNvSpPr>
          <p:nvPr>
            <p:ph type="sldNum" sz="quarter" idx="4"/>
          </p:nvPr>
        </p:nvSpPr>
        <p:spPr>
          <a:xfrm>
            <a:off x="11581942" y="6422967"/>
            <a:ext cx="320674" cy="153463"/>
          </a:xfrm>
          <a:prstGeom prst="rect">
            <a:avLst/>
          </a:prstGeom>
        </p:spPr>
        <p:txBody>
          <a:bodyPr vert="horz" lIns="0" tIns="0" rIns="0" bIns="0" rtlCol="0" anchor="ctr"/>
          <a:lstStyle>
            <a:lvl1pPr algn="r">
              <a:lnSpc>
                <a:spcPct val="110000"/>
              </a:lnSpc>
              <a:spcBef>
                <a:spcPts val="600"/>
              </a:spcBef>
              <a:spcAft>
                <a:spcPts val="600"/>
              </a:spcAft>
              <a:defRPr sz="900" b="0" i="0">
                <a:solidFill>
                  <a:schemeClr val="bg1"/>
                </a:solidFill>
                <a:latin typeface="+mn-lt"/>
              </a:defRPr>
            </a:lvl1pPr>
          </a:lstStyle>
          <a:p>
            <a:fld id="{AEC8D767-5246-2244-A4A3-B8AFB218393C}" type="slidenum">
              <a:rPr lang="en-GB" smtClean="0"/>
              <a:pPr/>
              <a:t>‹#›</a:t>
            </a:fld>
            <a:endParaRPr lang="en-GB"/>
          </a:p>
        </p:txBody>
      </p:sp>
      <p:sp>
        <p:nvSpPr>
          <p:cNvPr id="13" name="Footer Placeholder 4">
            <a:extLst>
              <a:ext uri="{FF2B5EF4-FFF2-40B4-BE49-F238E27FC236}">
                <a16:creationId xmlns:a16="http://schemas.microsoft.com/office/drawing/2014/main" id="{99B23211-718F-C72D-C415-24096BDEEB7A}"/>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bg1"/>
                </a:solidFill>
                <a:latin typeface="+mn-lt"/>
              </a:defRPr>
            </a:lvl1pPr>
          </a:lstStyle>
          <a:p>
            <a:pPr>
              <a:spcBef>
                <a:spcPts val="0"/>
              </a:spcBef>
              <a:spcAft>
                <a:spcPts val="300"/>
              </a:spcAft>
            </a:pPr>
            <a:endParaRPr lang="en-US"/>
          </a:p>
        </p:txBody>
      </p:sp>
      <p:sp>
        <p:nvSpPr>
          <p:cNvPr id="7" name="Graphic 8">
            <a:extLst>
              <a:ext uri="{FF2B5EF4-FFF2-40B4-BE49-F238E27FC236}">
                <a16:creationId xmlns:a16="http://schemas.microsoft.com/office/drawing/2014/main" id="{07902DB2-378F-88C5-5BAA-70E1937EE1C9}"/>
              </a:ext>
            </a:extLst>
          </p:cNvPr>
          <p:cNvSpPr>
            <a:spLocks noChangeAspect="1"/>
          </p:cNvSpPr>
          <p:nvPr userDrawn="1"/>
        </p:nvSpPr>
        <p:spPr>
          <a:xfrm>
            <a:off x="288304" y="6417655"/>
            <a:ext cx="1159200" cy="144618"/>
          </a:xfrm>
          <a:custGeom>
            <a:avLst/>
            <a:gdLst>
              <a:gd name="connsiteX0" fmla="*/ 5490245 w 10740954"/>
              <a:gd name="connsiteY0" fmla="*/ 754143 h 1339999"/>
              <a:gd name="connsiteX1" fmla="*/ 5740115 w 10740954"/>
              <a:gd name="connsiteY1" fmla="*/ 501451 h 1339999"/>
              <a:gd name="connsiteX2" fmla="*/ 5964018 w 10740954"/>
              <a:gd name="connsiteY2" fmla="*/ 754143 h 1339999"/>
              <a:gd name="connsiteX3" fmla="*/ 5490245 w 10740954"/>
              <a:gd name="connsiteY3" fmla="*/ 754143 h 1339999"/>
              <a:gd name="connsiteX4" fmla="*/ 5739850 w 10740954"/>
              <a:gd name="connsiteY4" fmla="*/ 377202 h 1339999"/>
              <a:gd name="connsiteX5" fmla="*/ 5325432 w 10740954"/>
              <a:gd name="connsiteY5" fmla="*/ 860567 h 1339999"/>
              <a:gd name="connsiteX6" fmla="*/ 5739850 w 10740954"/>
              <a:gd name="connsiteY6" fmla="*/ 1329252 h 1339999"/>
              <a:gd name="connsiteX7" fmla="*/ 6117437 w 10740954"/>
              <a:gd name="connsiteY7" fmla="*/ 1030950 h 1339999"/>
              <a:gd name="connsiteX8" fmla="*/ 5976736 w 10740954"/>
              <a:gd name="connsiteY8" fmla="*/ 994252 h 1339999"/>
              <a:gd name="connsiteX9" fmla="*/ 5754689 w 10740954"/>
              <a:gd name="connsiteY9" fmla="*/ 1201071 h 1339999"/>
              <a:gd name="connsiteX10" fmla="*/ 5484416 w 10740954"/>
              <a:gd name="connsiteY10" fmla="*/ 862402 h 1339999"/>
              <a:gd name="connsiteX11" fmla="*/ 6119027 w 10740954"/>
              <a:gd name="connsiteY11" fmla="*/ 862402 h 1339999"/>
              <a:gd name="connsiteX12" fmla="*/ 6119027 w 10740954"/>
              <a:gd name="connsiteY12" fmla="*/ 811025 h 1339999"/>
              <a:gd name="connsiteX13" fmla="*/ 5739850 w 10740954"/>
              <a:gd name="connsiteY13" fmla="*/ 377202 h 1339999"/>
              <a:gd name="connsiteX14" fmla="*/ 8274584 w 10740954"/>
              <a:gd name="connsiteY14" fmla="*/ 754143 h 1339999"/>
              <a:gd name="connsiteX15" fmla="*/ 8524454 w 10740954"/>
              <a:gd name="connsiteY15" fmla="*/ 501451 h 1339999"/>
              <a:gd name="connsiteX16" fmla="*/ 8748356 w 10740954"/>
              <a:gd name="connsiteY16" fmla="*/ 754143 h 1339999"/>
              <a:gd name="connsiteX17" fmla="*/ 8274584 w 10740954"/>
              <a:gd name="connsiteY17" fmla="*/ 754143 h 1339999"/>
              <a:gd name="connsiteX18" fmla="*/ 8524454 w 10740954"/>
              <a:gd name="connsiteY18" fmla="*/ 377202 h 1339999"/>
              <a:gd name="connsiteX19" fmla="*/ 8110035 w 10740954"/>
              <a:gd name="connsiteY19" fmla="*/ 860567 h 1339999"/>
              <a:gd name="connsiteX20" fmla="*/ 8524454 w 10740954"/>
              <a:gd name="connsiteY20" fmla="*/ 1329252 h 1339999"/>
              <a:gd name="connsiteX21" fmla="*/ 8902041 w 10740954"/>
              <a:gd name="connsiteY21" fmla="*/ 1030950 h 1339999"/>
              <a:gd name="connsiteX22" fmla="*/ 8761340 w 10740954"/>
              <a:gd name="connsiteY22" fmla="*/ 994252 h 1339999"/>
              <a:gd name="connsiteX23" fmla="*/ 8539292 w 10740954"/>
              <a:gd name="connsiteY23" fmla="*/ 1201071 h 1339999"/>
              <a:gd name="connsiteX24" fmla="*/ 8269019 w 10740954"/>
              <a:gd name="connsiteY24" fmla="*/ 862402 h 1339999"/>
              <a:gd name="connsiteX25" fmla="*/ 8903630 w 10740954"/>
              <a:gd name="connsiteY25" fmla="*/ 862402 h 1339999"/>
              <a:gd name="connsiteX26" fmla="*/ 8903630 w 10740954"/>
              <a:gd name="connsiteY26" fmla="*/ 811025 h 1339999"/>
              <a:gd name="connsiteX27" fmla="*/ 8524454 w 10740954"/>
              <a:gd name="connsiteY27" fmla="*/ 377202 h 1339999"/>
              <a:gd name="connsiteX28" fmla="*/ 9484716 w 10740954"/>
              <a:gd name="connsiteY28" fmla="*/ 377202 h 1339999"/>
              <a:gd name="connsiteX29" fmla="*/ 9059169 w 10740954"/>
              <a:gd name="connsiteY29" fmla="*/ 862402 h 1339999"/>
              <a:gd name="connsiteX30" fmla="*/ 9477297 w 10740954"/>
              <a:gd name="connsiteY30" fmla="*/ 1329252 h 1339999"/>
              <a:gd name="connsiteX31" fmla="*/ 9856739 w 10740954"/>
              <a:gd name="connsiteY31" fmla="*/ 1003427 h 1339999"/>
              <a:gd name="connsiteX32" fmla="*/ 9710473 w 10740954"/>
              <a:gd name="connsiteY32" fmla="*/ 968564 h 1339999"/>
              <a:gd name="connsiteX33" fmla="*/ 9488426 w 10740954"/>
              <a:gd name="connsiteY33" fmla="*/ 1199236 h 1339999"/>
              <a:gd name="connsiteX34" fmla="*/ 9220008 w 10740954"/>
              <a:gd name="connsiteY34" fmla="*/ 851392 h 1339999"/>
              <a:gd name="connsiteX35" fmla="*/ 9481006 w 10740954"/>
              <a:gd name="connsiteY35" fmla="*/ 507218 h 1339999"/>
              <a:gd name="connsiteX36" fmla="*/ 9710473 w 10740954"/>
              <a:gd name="connsiteY36" fmla="*/ 726881 h 1339999"/>
              <a:gd name="connsiteX37" fmla="*/ 9856739 w 10740954"/>
              <a:gd name="connsiteY37" fmla="*/ 692018 h 1339999"/>
              <a:gd name="connsiteX38" fmla="*/ 9484716 w 10740954"/>
              <a:gd name="connsiteY38" fmla="*/ 377202 h 1339999"/>
              <a:gd name="connsiteX39" fmla="*/ 5112923 w 10740954"/>
              <a:gd name="connsiteY39" fmla="*/ 29358 h 1339999"/>
              <a:gd name="connsiteX40" fmla="*/ 4868618 w 10740954"/>
              <a:gd name="connsiteY40" fmla="*/ 29358 h 1339999"/>
              <a:gd name="connsiteX41" fmla="*/ 4485467 w 10740954"/>
              <a:gd name="connsiteY41" fmla="*/ 1061881 h 1339999"/>
              <a:gd name="connsiteX42" fmla="*/ 4100726 w 10740954"/>
              <a:gd name="connsiteY42" fmla="*/ 29358 h 1339999"/>
              <a:gd name="connsiteX43" fmla="*/ 3845291 w 10740954"/>
              <a:gd name="connsiteY43" fmla="*/ 29358 h 1339999"/>
              <a:gd name="connsiteX44" fmla="*/ 3845291 w 10740954"/>
              <a:gd name="connsiteY44" fmla="*/ 1310641 h 1339999"/>
              <a:gd name="connsiteX45" fmla="*/ 4006130 w 10740954"/>
              <a:gd name="connsiteY45" fmla="*/ 1310641 h 1339999"/>
              <a:gd name="connsiteX46" fmla="*/ 4006130 w 10740954"/>
              <a:gd name="connsiteY46" fmla="*/ 206819 h 1339999"/>
              <a:gd name="connsiteX47" fmla="*/ 4418694 w 10740954"/>
              <a:gd name="connsiteY47" fmla="*/ 1310641 h 1339999"/>
              <a:gd name="connsiteX48" fmla="*/ 4542701 w 10740954"/>
              <a:gd name="connsiteY48" fmla="*/ 1310641 h 1339999"/>
              <a:gd name="connsiteX49" fmla="*/ 4951820 w 10740954"/>
              <a:gd name="connsiteY49" fmla="*/ 204984 h 1339999"/>
              <a:gd name="connsiteX50" fmla="*/ 4951820 w 10740954"/>
              <a:gd name="connsiteY50" fmla="*/ 1310641 h 1339999"/>
              <a:gd name="connsiteX51" fmla="*/ 5112923 w 10740954"/>
              <a:gd name="connsiteY51" fmla="*/ 1310641 h 1339999"/>
              <a:gd name="connsiteX52" fmla="*/ 5112923 w 10740954"/>
              <a:gd name="connsiteY52" fmla="*/ 29358 h 1339999"/>
              <a:gd name="connsiteX53" fmla="*/ 6688984 w 10740954"/>
              <a:gd name="connsiteY53" fmla="*/ 1198974 h 1339999"/>
              <a:gd name="connsiteX54" fmla="*/ 6435405 w 10740954"/>
              <a:gd name="connsiteY54" fmla="*/ 852965 h 1339999"/>
              <a:gd name="connsiteX55" fmla="*/ 6688984 w 10740954"/>
              <a:gd name="connsiteY55" fmla="*/ 506956 h 1339999"/>
              <a:gd name="connsiteX56" fmla="*/ 6942564 w 10740954"/>
              <a:gd name="connsiteY56" fmla="*/ 852965 h 1339999"/>
              <a:gd name="connsiteX57" fmla="*/ 6688984 w 10740954"/>
              <a:gd name="connsiteY57" fmla="*/ 1198974 h 1339999"/>
              <a:gd name="connsiteX58" fmla="*/ 7092538 w 10740954"/>
              <a:gd name="connsiteY58" fmla="*/ 29358 h 1339999"/>
              <a:gd name="connsiteX59" fmla="*/ 6938854 w 10740954"/>
              <a:gd name="connsiteY59" fmla="*/ 29358 h 1339999"/>
              <a:gd name="connsiteX60" fmla="*/ 6938854 w 10740954"/>
              <a:gd name="connsiteY60" fmla="*/ 571177 h 1339999"/>
              <a:gd name="connsiteX61" fmla="*/ 6663017 w 10740954"/>
              <a:gd name="connsiteY61" fmla="*/ 377202 h 1339999"/>
              <a:gd name="connsiteX62" fmla="*/ 6274301 w 10740954"/>
              <a:gd name="connsiteY62" fmla="*/ 858732 h 1339999"/>
              <a:gd name="connsiteX63" fmla="*/ 6650033 w 10740954"/>
              <a:gd name="connsiteY63" fmla="*/ 1329252 h 1339999"/>
              <a:gd name="connsiteX64" fmla="*/ 6938854 w 10740954"/>
              <a:gd name="connsiteY64" fmla="*/ 1126103 h 1339999"/>
              <a:gd name="connsiteX65" fmla="*/ 6938854 w 10740954"/>
              <a:gd name="connsiteY65" fmla="*/ 1195567 h 1339999"/>
              <a:gd name="connsiteX66" fmla="*/ 6948128 w 10740954"/>
              <a:gd name="connsiteY66" fmla="*/ 1310903 h 1339999"/>
              <a:gd name="connsiteX67" fmla="*/ 7103667 w 10740954"/>
              <a:gd name="connsiteY67" fmla="*/ 1310903 h 1339999"/>
              <a:gd name="connsiteX68" fmla="*/ 7092538 w 10740954"/>
              <a:gd name="connsiteY68" fmla="*/ 1120598 h 1339999"/>
              <a:gd name="connsiteX69" fmla="*/ 7092538 w 10740954"/>
              <a:gd name="connsiteY69" fmla="*/ 29358 h 1339999"/>
              <a:gd name="connsiteX70" fmla="*/ 8258155 w 10740954"/>
              <a:gd name="connsiteY70" fmla="*/ 29358 h 1339999"/>
              <a:gd name="connsiteX71" fmla="*/ 7258942 w 10740954"/>
              <a:gd name="connsiteY71" fmla="*/ 29358 h 1339999"/>
              <a:gd name="connsiteX72" fmla="*/ 7258942 w 10740954"/>
              <a:gd name="connsiteY72" fmla="*/ 163044 h 1339999"/>
              <a:gd name="connsiteX73" fmla="*/ 7678924 w 10740954"/>
              <a:gd name="connsiteY73" fmla="*/ 163044 h 1339999"/>
              <a:gd name="connsiteX74" fmla="*/ 7678924 w 10740954"/>
              <a:gd name="connsiteY74" fmla="*/ 1310903 h 1339999"/>
              <a:gd name="connsiteX75" fmla="*/ 7840028 w 10740954"/>
              <a:gd name="connsiteY75" fmla="*/ 1310903 h 1339999"/>
              <a:gd name="connsiteX76" fmla="*/ 7840028 w 10740954"/>
              <a:gd name="connsiteY76" fmla="*/ 163044 h 1339999"/>
              <a:gd name="connsiteX77" fmla="*/ 8258155 w 10740954"/>
              <a:gd name="connsiteY77" fmla="*/ 163044 h 1339999"/>
              <a:gd name="connsiteX78" fmla="*/ 8258155 w 10740954"/>
              <a:gd name="connsiteY78" fmla="*/ 29358 h 1339999"/>
              <a:gd name="connsiteX79" fmla="*/ 10185835 w 10740954"/>
              <a:gd name="connsiteY79" fmla="*/ 29358 h 1339999"/>
              <a:gd name="connsiteX80" fmla="*/ 10032151 w 10740954"/>
              <a:gd name="connsiteY80" fmla="*/ 29358 h 1339999"/>
              <a:gd name="connsiteX81" fmla="*/ 10032151 w 10740954"/>
              <a:gd name="connsiteY81" fmla="*/ 1310641 h 1339999"/>
              <a:gd name="connsiteX82" fmla="*/ 10185835 w 10740954"/>
              <a:gd name="connsiteY82" fmla="*/ 1310641 h 1339999"/>
              <a:gd name="connsiteX83" fmla="*/ 10185835 w 10740954"/>
              <a:gd name="connsiteY83" fmla="*/ 708532 h 1339999"/>
              <a:gd name="connsiteX84" fmla="*/ 10387480 w 10740954"/>
              <a:gd name="connsiteY84" fmla="*/ 494374 h 1339999"/>
              <a:gd name="connsiteX85" fmla="*/ 10587270 w 10740954"/>
              <a:gd name="connsiteY85" fmla="*/ 708532 h 1339999"/>
              <a:gd name="connsiteX86" fmla="*/ 10587270 w 10740954"/>
              <a:gd name="connsiteY86" fmla="*/ 1310903 h 1339999"/>
              <a:gd name="connsiteX87" fmla="*/ 10740955 w 10740954"/>
              <a:gd name="connsiteY87" fmla="*/ 1310903 h 1339999"/>
              <a:gd name="connsiteX88" fmla="*/ 10740955 w 10740954"/>
              <a:gd name="connsiteY88" fmla="*/ 677339 h 1339999"/>
              <a:gd name="connsiteX89" fmla="*/ 10443125 w 10740954"/>
              <a:gd name="connsiteY89" fmla="*/ 377202 h 1339999"/>
              <a:gd name="connsiteX90" fmla="*/ 10185835 w 10740954"/>
              <a:gd name="connsiteY90" fmla="*/ 536576 h 1339999"/>
              <a:gd name="connsiteX91" fmla="*/ 10185835 w 10740954"/>
              <a:gd name="connsiteY91" fmla="*/ 29358 h 1339999"/>
              <a:gd name="connsiteX92" fmla="*/ 2759431 w 10740954"/>
              <a:gd name="connsiteY92" fmla="*/ 1339999 h 1339999"/>
              <a:gd name="connsiteX93" fmla="*/ 3188688 w 10740954"/>
              <a:gd name="connsiteY93" fmla="*/ 917186 h 1339999"/>
              <a:gd name="connsiteX94" fmla="*/ 3188688 w 10740954"/>
              <a:gd name="connsiteY94" fmla="*/ 29358 h 1339999"/>
              <a:gd name="connsiteX95" fmla="*/ 2959221 w 10740954"/>
              <a:gd name="connsiteY95" fmla="*/ 29358 h 1339999"/>
              <a:gd name="connsiteX96" fmla="*/ 2959221 w 10740954"/>
              <a:gd name="connsiteY96" fmla="*/ 975903 h 1339999"/>
              <a:gd name="connsiteX97" fmla="*/ 2759431 w 10740954"/>
              <a:gd name="connsiteY97" fmla="*/ 1221255 h 1339999"/>
              <a:gd name="connsiteX98" fmla="*/ 2559641 w 10740954"/>
              <a:gd name="connsiteY98" fmla="*/ 957554 h 1339999"/>
              <a:gd name="connsiteX99" fmla="*/ 2559641 w 10740954"/>
              <a:gd name="connsiteY99" fmla="*/ 781928 h 1339999"/>
              <a:gd name="connsiteX100" fmla="*/ 2330175 w 10740954"/>
              <a:gd name="connsiteY100" fmla="*/ 838548 h 1339999"/>
              <a:gd name="connsiteX101" fmla="*/ 2330175 w 10740954"/>
              <a:gd name="connsiteY101" fmla="*/ 917186 h 1339999"/>
              <a:gd name="connsiteX102" fmla="*/ 2759431 w 10740954"/>
              <a:gd name="connsiteY102" fmla="*/ 1339999 h 1339999"/>
              <a:gd name="connsiteX103" fmla="*/ 1537905 w 10740954"/>
              <a:gd name="connsiteY103" fmla="*/ 1206314 h 1339999"/>
              <a:gd name="connsiteX104" fmla="*/ 1251204 w 10740954"/>
              <a:gd name="connsiteY104" fmla="*/ 911682 h 1339999"/>
              <a:gd name="connsiteX105" fmla="*/ 1364082 w 10740954"/>
              <a:gd name="connsiteY105" fmla="*/ 679174 h 1339999"/>
              <a:gd name="connsiteX106" fmla="*/ 1782210 w 10740954"/>
              <a:gd name="connsiteY106" fmla="*/ 1131345 h 1339999"/>
              <a:gd name="connsiteX107" fmla="*/ 1537905 w 10740954"/>
              <a:gd name="connsiteY107" fmla="*/ 1206314 h 1339999"/>
              <a:gd name="connsiteX108" fmla="*/ 1761807 w 10740954"/>
              <a:gd name="connsiteY108" fmla="*/ 550993 h 1339999"/>
              <a:gd name="connsiteX109" fmla="*/ 2004258 w 10740954"/>
              <a:gd name="connsiteY109" fmla="*/ 785336 h 1339999"/>
              <a:gd name="connsiteX110" fmla="*/ 1945168 w 10740954"/>
              <a:gd name="connsiteY110" fmla="*/ 981146 h 1339999"/>
              <a:gd name="connsiteX111" fmla="*/ 1582420 w 10740954"/>
              <a:gd name="connsiteY111" fmla="*/ 585856 h 1339999"/>
              <a:gd name="connsiteX112" fmla="*/ 1761807 w 10740954"/>
              <a:gd name="connsiteY112" fmla="*/ 550993 h 1339999"/>
              <a:gd name="connsiteX113" fmla="*/ 1537905 w 10740954"/>
              <a:gd name="connsiteY113" fmla="*/ 96987 h 1339999"/>
              <a:gd name="connsiteX114" fmla="*/ 1711727 w 10740954"/>
              <a:gd name="connsiteY114" fmla="*/ 272613 h 1339999"/>
              <a:gd name="connsiteX115" fmla="*/ 1532340 w 10740954"/>
              <a:gd name="connsiteY115" fmla="*/ 532644 h 1339999"/>
              <a:gd name="connsiteX116" fmla="*/ 1452848 w 10740954"/>
              <a:gd name="connsiteY116" fmla="*/ 444831 h 1339999"/>
              <a:gd name="connsiteX117" fmla="*/ 1362227 w 10740954"/>
              <a:gd name="connsiteY117" fmla="*/ 263701 h 1339999"/>
              <a:gd name="connsiteX118" fmla="*/ 1537905 w 10740954"/>
              <a:gd name="connsiteY118" fmla="*/ 96987 h 1339999"/>
              <a:gd name="connsiteX119" fmla="*/ 2002403 w 10740954"/>
              <a:gd name="connsiteY119" fmla="*/ 1043532 h 1339999"/>
              <a:gd name="connsiteX120" fmla="*/ 2159797 w 10740954"/>
              <a:gd name="connsiteY120" fmla="*/ 686514 h 1339999"/>
              <a:gd name="connsiteX121" fmla="*/ 1917346 w 10740954"/>
              <a:gd name="connsiteY121" fmla="*/ 454006 h 1339999"/>
              <a:gd name="connsiteX122" fmla="*/ 1695299 w 10740954"/>
              <a:gd name="connsiteY122" fmla="*/ 498044 h 1339999"/>
              <a:gd name="connsiteX123" fmla="*/ 1691589 w 10740954"/>
              <a:gd name="connsiteY123" fmla="*/ 490704 h 1339999"/>
              <a:gd name="connsiteX124" fmla="*/ 1891379 w 10740954"/>
              <a:gd name="connsiteY124" fmla="*/ 249022 h 1339999"/>
              <a:gd name="connsiteX125" fmla="*/ 1543469 w 10740954"/>
              <a:gd name="connsiteY125" fmla="*/ 0 h 1339999"/>
              <a:gd name="connsiteX126" fmla="*/ 1162173 w 10740954"/>
              <a:gd name="connsiteY126" fmla="*/ 316651 h 1339999"/>
              <a:gd name="connsiteX127" fmla="*/ 1310293 w 10740954"/>
              <a:gd name="connsiteY127" fmla="*/ 622292 h 1339999"/>
              <a:gd name="connsiteX128" fmla="*/ 1312147 w 10740954"/>
              <a:gd name="connsiteY128" fmla="*/ 625962 h 1339999"/>
              <a:gd name="connsiteX129" fmla="*/ 1047439 w 10740954"/>
              <a:gd name="connsiteY129" fmla="*/ 993990 h 1339999"/>
              <a:gd name="connsiteX130" fmla="*/ 1419462 w 10740954"/>
              <a:gd name="connsiteY130" fmla="*/ 1339999 h 1339999"/>
              <a:gd name="connsiteX131" fmla="*/ 1837589 w 10740954"/>
              <a:gd name="connsiteY131" fmla="*/ 1191635 h 1339999"/>
              <a:gd name="connsiteX132" fmla="*/ 1948613 w 10740954"/>
              <a:gd name="connsiteY132" fmla="*/ 1310641 h 1339999"/>
              <a:gd name="connsiteX133" fmla="*/ 2239024 w 10740954"/>
              <a:gd name="connsiteY133" fmla="*/ 1310641 h 1339999"/>
              <a:gd name="connsiteX134" fmla="*/ 2239024 w 10740954"/>
              <a:gd name="connsiteY134" fmla="*/ 1301466 h 1339999"/>
              <a:gd name="connsiteX135" fmla="*/ 2002403 w 10740954"/>
              <a:gd name="connsiteY135" fmla="*/ 1043532 h 1339999"/>
              <a:gd name="connsiteX136" fmla="*/ 429257 w 10740954"/>
              <a:gd name="connsiteY136" fmla="*/ 1339999 h 1339999"/>
              <a:gd name="connsiteX137" fmla="*/ 858513 w 10740954"/>
              <a:gd name="connsiteY137" fmla="*/ 917186 h 1339999"/>
              <a:gd name="connsiteX138" fmla="*/ 858513 w 10740954"/>
              <a:gd name="connsiteY138" fmla="*/ 29358 h 1339999"/>
              <a:gd name="connsiteX139" fmla="*/ 629046 w 10740954"/>
              <a:gd name="connsiteY139" fmla="*/ 29358 h 1339999"/>
              <a:gd name="connsiteX140" fmla="*/ 629046 w 10740954"/>
              <a:gd name="connsiteY140" fmla="*/ 975903 h 1339999"/>
              <a:gd name="connsiteX141" fmla="*/ 429257 w 10740954"/>
              <a:gd name="connsiteY141" fmla="*/ 1221255 h 1339999"/>
              <a:gd name="connsiteX142" fmla="*/ 229467 w 10740954"/>
              <a:gd name="connsiteY142" fmla="*/ 957554 h 1339999"/>
              <a:gd name="connsiteX143" fmla="*/ 229467 w 10740954"/>
              <a:gd name="connsiteY143" fmla="*/ 781928 h 1339999"/>
              <a:gd name="connsiteX144" fmla="*/ 0 w 10740954"/>
              <a:gd name="connsiteY144" fmla="*/ 838548 h 1339999"/>
              <a:gd name="connsiteX145" fmla="*/ 0 w 10740954"/>
              <a:gd name="connsiteY145" fmla="*/ 917186 h 1339999"/>
              <a:gd name="connsiteX146" fmla="*/ 429257 w 10740954"/>
              <a:gd name="connsiteY146" fmla="*/ 1339999 h 133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0740954" h="1339999">
                <a:moveTo>
                  <a:pt x="5490245" y="754143"/>
                </a:moveTo>
                <a:cubicBezTo>
                  <a:pt x="5510648" y="592934"/>
                  <a:pt x="5593850" y="501451"/>
                  <a:pt x="5740115" y="501451"/>
                </a:cubicBezTo>
                <a:cubicBezTo>
                  <a:pt x="5878961" y="501451"/>
                  <a:pt x="5960308" y="583759"/>
                  <a:pt x="5964018" y="754143"/>
                </a:cubicBezTo>
                <a:lnTo>
                  <a:pt x="5490245" y="754143"/>
                </a:lnTo>
                <a:moveTo>
                  <a:pt x="5739850" y="377202"/>
                </a:moveTo>
                <a:cubicBezTo>
                  <a:pt x="5495545" y="377202"/>
                  <a:pt x="5325432" y="547586"/>
                  <a:pt x="5325432" y="860567"/>
                </a:cubicBezTo>
                <a:cubicBezTo>
                  <a:pt x="5325432" y="1160704"/>
                  <a:pt x="5482826" y="1329252"/>
                  <a:pt x="5739850" y="1329252"/>
                </a:cubicBezTo>
                <a:cubicBezTo>
                  <a:pt x="5950769" y="1329252"/>
                  <a:pt x="6084050" y="1210246"/>
                  <a:pt x="6117437" y="1030950"/>
                </a:cubicBezTo>
                <a:lnTo>
                  <a:pt x="5976736" y="994252"/>
                </a:lnTo>
                <a:cubicBezTo>
                  <a:pt x="5952624" y="1148121"/>
                  <a:pt x="5869422" y="1201071"/>
                  <a:pt x="5754689" y="1201071"/>
                </a:cubicBezTo>
                <a:cubicBezTo>
                  <a:pt x="5571592" y="1201071"/>
                  <a:pt x="5489981" y="1067386"/>
                  <a:pt x="5484416" y="862402"/>
                </a:cubicBezTo>
                <a:lnTo>
                  <a:pt x="6119027" y="862402"/>
                </a:lnTo>
                <a:lnTo>
                  <a:pt x="6119027" y="811025"/>
                </a:lnTo>
                <a:cubicBezTo>
                  <a:pt x="6119292" y="490704"/>
                  <a:pt x="5943615" y="377202"/>
                  <a:pt x="5739850" y="377202"/>
                </a:cubicBezTo>
                <a:moveTo>
                  <a:pt x="8274584" y="754143"/>
                </a:moveTo>
                <a:cubicBezTo>
                  <a:pt x="8294987" y="592934"/>
                  <a:pt x="8378188" y="501451"/>
                  <a:pt x="8524454" y="501451"/>
                </a:cubicBezTo>
                <a:cubicBezTo>
                  <a:pt x="8663299" y="501451"/>
                  <a:pt x="8744646" y="583759"/>
                  <a:pt x="8748356" y="754143"/>
                </a:cubicBezTo>
                <a:lnTo>
                  <a:pt x="8274584" y="754143"/>
                </a:lnTo>
                <a:moveTo>
                  <a:pt x="8524454" y="377202"/>
                </a:moveTo>
                <a:cubicBezTo>
                  <a:pt x="8280149" y="377202"/>
                  <a:pt x="8110035" y="547586"/>
                  <a:pt x="8110035" y="860567"/>
                </a:cubicBezTo>
                <a:cubicBezTo>
                  <a:pt x="8110035" y="1160704"/>
                  <a:pt x="8267430" y="1329252"/>
                  <a:pt x="8524454" y="1329252"/>
                </a:cubicBezTo>
                <a:cubicBezTo>
                  <a:pt x="8735372" y="1329252"/>
                  <a:pt x="8868654" y="1210246"/>
                  <a:pt x="8902041" y="1030950"/>
                </a:cubicBezTo>
                <a:lnTo>
                  <a:pt x="8761340" y="994252"/>
                </a:lnTo>
                <a:cubicBezTo>
                  <a:pt x="8737227" y="1148121"/>
                  <a:pt x="8654025" y="1201071"/>
                  <a:pt x="8539292" y="1201071"/>
                </a:cubicBezTo>
                <a:cubicBezTo>
                  <a:pt x="8356196" y="1201071"/>
                  <a:pt x="8274584" y="1067386"/>
                  <a:pt x="8269019" y="862402"/>
                </a:cubicBezTo>
                <a:lnTo>
                  <a:pt x="8903630" y="862402"/>
                </a:lnTo>
                <a:lnTo>
                  <a:pt x="8903630" y="811025"/>
                </a:lnTo>
                <a:cubicBezTo>
                  <a:pt x="8903895" y="490704"/>
                  <a:pt x="8727953" y="377202"/>
                  <a:pt x="8524454" y="377202"/>
                </a:cubicBezTo>
                <a:moveTo>
                  <a:pt x="9484716" y="377202"/>
                </a:moveTo>
                <a:cubicBezTo>
                  <a:pt x="9231137" y="377202"/>
                  <a:pt x="9059169" y="552828"/>
                  <a:pt x="9059169" y="862402"/>
                </a:cubicBezTo>
                <a:cubicBezTo>
                  <a:pt x="9059169" y="1166208"/>
                  <a:pt x="9227428" y="1329252"/>
                  <a:pt x="9477297" y="1329252"/>
                </a:cubicBezTo>
                <a:cubicBezTo>
                  <a:pt x="9703054" y="1329252"/>
                  <a:pt x="9830771" y="1191897"/>
                  <a:pt x="9856739" y="1003427"/>
                </a:cubicBezTo>
                <a:lnTo>
                  <a:pt x="9710473" y="968564"/>
                </a:lnTo>
                <a:cubicBezTo>
                  <a:pt x="9684506" y="1140520"/>
                  <a:pt x="9610579" y="1199236"/>
                  <a:pt x="9488426" y="1199236"/>
                </a:cubicBezTo>
                <a:cubicBezTo>
                  <a:pt x="9310894" y="1199236"/>
                  <a:pt x="9220008" y="1071056"/>
                  <a:pt x="9220008" y="851392"/>
                </a:cubicBezTo>
                <a:cubicBezTo>
                  <a:pt x="9220008" y="622554"/>
                  <a:pt x="9316193" y="507218"/>
                  <a:pt x="9481006" y="507218"/>
                </a:cubicBezTo>
                <a:cubicBezTo>
                  <a:pt x="9597595" y="507218"/>
                  <a:pt x="9682651" y="564100"/>
                  <a:pt x="9710473" y="726881"/>
                </a:cubicBezTo>
                <a:lnTo>
                  <a:pt x="9856739" y="692018"/>
                </a:lnTo>
                <a:cubicBezTo>
                  <a:pt x="9830771" y="505383"/>
                  <a:pt x="9703054" y="377202"/>
                  <a:pt x="9484716" y="377202"/>
                </a:cubicBezTo>
                <a:moveTo>
                  <a:pt x="5112923" y="29358"/>
                </a:moveTo>
                <a:lnTo>
                  <a:pt x="4868618" y="29358"/>
                </a:lnTo>
                <a:lnTo>
                  <a:pt x="4485467" y="1061881"/>
                </a:lnTo>
                <a:lnTo>
                  <a:pt x="4100726" y="29358"/>
                </a:lnTo>
                <a:lnTo>
                  <a:pt x="3845291" y="29358"/>
                </a:lnTo>
                <a:lnTo>
                  <a:pt x="3845291" y="1310641"/>
                </a:lnTo>
                <a:lnTo>
                  <a:pt x="4006130" y="1310641"/>
                </a:lnTo>
                <a:lnTo>
                  <a:pt x="4006130" y="206819"/>
                </a:lnTo>
                <a:lnTo>
                  <a:pt x="4418694" y="1310641"/>
                </a:lnTo>
                <a:lnTo>
                  <a:pt x="4542701" y="1310641"/>
                </a:lnTo>
                <a:lnTo>
                  <a:pt x="4951820" y="204984"/>
                </a:lnTo>
                <a:lnTo>
                  <a:pt x="4951820" y="1310641"/>
                </a:lnTo>
                <a:lnTo>
                  <a:pt x="5112923" y="1310641"/>
                </a:lnTo>
                <a:lnTo>
                  <a:pt x="5112923" y="29358"/>
                </a:lnTo>
                <a:moveTo>
                  <a:pt x="6688984" y="1198974"/>
                </a:moveTo>
                <a:cubicBezTo>
                  <a:pt x="6537154" y="1198974"/>
                  <a:pt x="6435405" y="1090977"/>
                  <a:pt x="6435405" y="852965"/>
                </a:cubicBezTo>
                <a:cubicBezTo>
                  <a:pt x="6435405" y="613118"/>
                  <a:pt x="6537154" y="506956"/>
                  <a:pt x="6688984" y="506956"/>
                </a:cubicBezTo>
                <a:cubicBezTo>
                  <a:pt x="6840814" y="506956"/>
                  <a:pt x="6942564" y="613118"/>
                  <a:pt x="6942564" y="852965"/>
                </a:cubicBezTo>
                <a:cubicBezTo>
                  <a:pt x="6942564" y="1090977"/>
                  <a:pt x="6840814" y="1198974"/>
                  <a:pt x="6688984" y="1198974"/>
                </a:cubicBezTo>
                <a:moveTo>
                  <a:pt x="7092538" y="29358"/>
                </a:moveTo>
                <a:lnTo>
                  <a:pt x="6938854" y="29358"/>
                </a:lnTo>
                <a:lnTo>
                  <a:pt x="6938854" y="571177"/>
                </a:lnTo>
                <a:cubicBezTo>
                  <a:pt x="6905467" y="470520"/>
                  <a:pt x="6824120" y="377202"/>
                  <a:pt x="6663017" y="377202"/>
                </a:cubicBezTo>
                <a:cubicBezTo>
                  <a:pt x="6455808" y="377202"/>
                  <a:pt x="6274301" y="538411"/>
                  <a:pt x="6274301" y="858732"/>
                </a:cubicBezTo>
                <a:cubicBezTo>
                  <a:pt x="6274301" y="1182722"/>
                  <a:pt x="6455543" y="1329252"/>
                  <a:pt x="6650033" y="1329252"/>
                </a:cubicBezTo>
                <a:cubicBezTo>
                  <a:pt x="6796299" y="1329252"/>
                  <a:pt x="6903612" y="1245109"/>
                  <a:pt x="6938854" y="1126103"/>
                </a:cubicBezTo>
                <a:lnTo>
                  <a:pt x="6938854" y="1195567"/>
                </a:lnTo>
                <a:cubicBezTo>
                  <a:pt x="6938854" y="1237769"/>
                  <a:pt x="6942564" y="1283380"/>
                  <a:pt x="6948128" y="1310903"/>
                </a:cubicBezTo>
                <a:lnTo>
                  <a:pt x="7103667" y="1310903"/>
                </a:lnTo>
                <a:cubicBezTo>
                  <a:pt x="7096248" y="1266865"/>
                  <a:pt x="7092538" y="1202906"/>
                  <a:pt x="7092538" y="1120598"/>
                </a:cubicBezTo>
                <a:lnTo>
                  <a:pt x="7092538" y="29358"/>
                </a:lnTo>
                <a:moveTo>
                  <a:pt x="8258155" y="29358"/>
                </a:moveTo>
                <a:lnTo>
                  <a:pt x="7258942" y="29358"/>
                </a:lnTo>
                <a:lnTo>
                  <a:pt x="7258942" y="163044"/>
                </a:lnTo>
                <a:lnTo>
                  <a:pt x="7678924" y="163044"/>
                </a:lnTo>
                <a:lnTo>
                  <a:pt x="7678924" y="1310903"/>
                </a:lnTo>
                <a:lnTo>
                  <a:pt x="7840028" y="1310903"/>
                </a:lnTo>
                <a:lnTo>
                  <a:pt x="7840028" y="163044"/>
                </a:lnTo>
                <a:lnTo>
                  <a:pt x="8258155" y="163044"/>
                </a:lnTo>
                <a:lnTo>
                  <a:pt x="8258155" y="29358"/>
                </a:lnTo>
                <a:moveTo>
                  <a:pt x="10185835" y="29358"/>
                </a:moveTo>
                <a:lnTo>
                  <a:pt x="10032151" y="29358"/>
                </a:lnTo>
                <a:lnTo>
                  <a:pt x="10032151" y="1310641"/>
                </a:lnTo>
                <a:lnTo>
                  <a:pt x="10185835" y="1310641"/>
                </a:lnTo>
                <a:lnTo>
                  <a:pt x="10185835" y="708532"/>
                </a:lnTo>
                <a:cubicBezTo>
                  <a:pt x="10185835" y="580352"/>
                  <a:pt x="10250489" y="494374"/>
                  <a:pt x="10387480" y="494374"/>
                </a:cubicBezTo>
                <a:cubicBezTo>
                  <a:pt x="10522617" y="494374"/>
                  <a:pt x="10587270" y="580352"/>
                  <a:pt x="10587270" y="708532"/>
                </a:cubicBezTo>
                <a:lnTo>
                  <a:pt x="10587270" y="1310903"/>
                </a:lnTo>
                <a:lnTo>
                  <a:pt x="10740955" y="1310903"/>
                </a:lnTo>
                <a:lnTo>
                  <a:pt x="10740955" y="677339"/>
                </a:lnTo>
                <a:cubicBezTo>
                  <a:pt x="10740955" y="505383"/>
                  <a:pt x="10633640" y="377202"/>
                  <a:pt x="10443125" y="377202"/>
                </a:cubicBezTo>
                <a:cubicBezTo>
                  <a:pt x="10315408" y="377202"/>
                  <a:pt x="10221077" y="434084"/>
                  <a:pt x="10185835" y="536576"/>
                </a:cubicBezTo>
                <a:lnTo>
                  <a:pt x="10185835" y="29358"/>
                </a:lnTo>
                <a:moveTo>
                  <a:pt x="2759431" y="1339999"/>
                </a:moveTo>
                <a:cubicBezTo>
                  <a:pt x="3068390" y="1339999"/>
                  <a:pt x="3188688" y="1157034"/>
                  <a:pt x="3188688" y="917186"/>
                </a:cubicBezTo>
                <a:lnTo>
                  <a:pt x="3188688" y="29358"/>
                </a:lnTo>
                <a:lnTo>
                  <a:pt x="2959221" y="29358"/>
                </a:lnTo>
                <a:lnTo>
                  <a:pt x="2959221" y="975903"/>
                </a:lnTo>
                <a:cubicBezTo>
                  <a:pt x="2959221" y="1129772"/>
                  <a:pt x="2900132" y="1221255"/>
                  <a:pt x="2759431" y="1221255"/>
                </a:cubicBezTo>
                <a:cubicBezTo>
                  <a:pt x="2620585" y="1221255"/>
                  <a:pt x="2559641" y="1124268"/>
                  <a:pt x="2559641" y="957554"/>
                </a:cubicBezTo>
                <a:lnTo>
                  <a:pt x="2559641" y="781928"/>
                </a:lnTo>
                <a:lnTo>
                  <a:pt x="2330175" y="838548"/>
                </a:lnTo>
                <a:lnTo>
                  <a:pt x="2330175" y="917186"/>
                </a:lnTo>
                <a:cubicBezTo>
                  <a:pt x="2329910" y="1157034"/>
                  <a:pt x="2450207" y="1339999"/>
                  <a:pt x="2759431" y="1339999"/>
                </a:cubicBezTo>
                <a:moveTo>
                  <a:pt x="1537905" y="1206314"/>
                </a:moveTo>
                <a:cubicBezTo>
                  <a:pt x="1360373" y="1206314"/>
                  <a:pt x="1251204" y="1063454"/>
                  <a:pt x="1251204" y="911682"/>
                </a:cubicBezTo>
                <a:cubicBezTo>
                  <a:pt x="1251204" y="816529"/>
                  <a:pt x="1293864" y="728716"/>
                  <a:pt x="1364082" y="679174"/>
                </a:cubicBezTo>
                <a:lnTo>
                  <a:pt x="1782210" y="1131345"/>
                </a:lnTo>
                <a:cubicBezTo>
                  <a:pt x="1704573" y="1176955"/>
                  <a:pt x="1617662" y="1206314"/>
                  <a:pt x="1537905" y="1206314"/>
                </a:cubicBezTo>
                <a:moveTo>
                  <a:pt x="1761807" y="550993"/>
                </a:moveTo>
                <a:cubicBezTo>
                  <a:pt x="1911782" y="550993"/>
                  <a:pt x="2004258" y="636971"/>
                  <a:pt x="2004258" y="785336"/>
                </a:cubicBezTo>
                <a:cubicBezTo>
                  <a:pt x="2004258" y="851130"/>
                  <a:pt x="1985709" y="919021"/>
                  <a:pt x="1945168" y="981146"/>
                </a:cubicBezTo>
                <a:lnTo>
                  <a:pt x="1582420" y="585856"/>
                </a:lnTo>
                <a:cubicBezTo>
                  <a:pt x="1647074" y="560168"/>
                  <a:pt x="1710137" y="550993"/>
                  <a:pt x="1761807" y="550993"/>
                </a:cubicBezTo>
                <a:moveTo>
                  <a:pt x="1537905" y="96987"/>
                </a:moveTo>
                <a:cubicBezTo>
                  <a:pt x="1647074" y="96987"/>
                  <a:pt x="1711727" y="159112"/>
                  <a:pt x="1711727" y="272613"/>
                </a:cubicBezTo>
                <a:cubicBezTo>
                  <a:pt x="1711727" y="376940"/>
                  <a:pt x="1659792" y="475763"/>
                  <a:pt x="1532340" y="532644"/>
                </a:cubicBezTo>
                <a:lnTo>
                  <a:pt x="1452848" y="444831"/>
                </a:lnTo>
                <a:cubicBezTo>
                  <a:pt x="1382630" y="368028"/>
                  <a:pt x="1362227" y="320321"/>
                  <a:pt x="1362227" y="263701"/>
                </a:cubicBezTo>
                <a:cubicBezTo>
                  <a:pt x="1362227" y="157539"/>
                  <a:pt x="1430590" y="96987"/>
                  <a:pt x="1537905" y="96987"/>
                </a:cubicBezTo>
                <a:moveTo>
                  <a:pt x="2002403" y="1043532"/>
                </a:moveTo>
                <a:cubicBezTo>
                  <a:pt x="2102298" y="926361"/>
                  <a:pt x="2159797" y="798180"/>
                  <a:pt x="2159797" y="686514"/>
                </a:cubicBezTo>
                <a:cubicBezTo>
                  <a:pt x="2159797" y="547324"/>
                  <a:pt x="2065466" y="454006"/>
                  <a:pt x="1917346" y="454006"/>
                </a:cubicBezTo>
                <a:cubicBezTo>
                  <a:pt x="1839709" y="454006"/>
                  <a:pt x="1752533" y="476025"/>
                  <a:pt x="1695299" y="498044"/>
                </a:cubicBezTo>
                <a:lnTo>
                  <a:pt x="1691589" y="490704"/>
                </a:lnTo>
                <a:cubicBezTo>
                  <a:pt x="1832290" y="415735"/>
                  <a:pt x="1891379" y="346009"/>
                  <a:pt x="1891379" y="249022"/>
                </a:cubicBezTo>
                <a:cubicBezTo>
                  <a:pt x="1891379" y="109832"/>
                  <a:pt x="1765517" y="0"/>
                  <a:pt x="1543469" y="0"/>
                </a:cubicBezTo>
                <a:cubicBezTo>
                  <a:pt x="1288035" y="0"/>
                  <a:pt x="1162173" y="141025"/>
                  <a:pt x="1162173" y="316651"/>
                </a:cubicBezTo>
                <a:cubicBezTo>
                  <a:pt x="1162173" y="411803"/>
                  <a:pt x="1202978" y="506956"/>
                  <a:pt x="1310293" y="622292"/>
                </a:cubicBezTo>
                <a:lnTo>
                  <a:pt x="1312147" y="625962"/>
                </a:lnTo>
                <a:cubicBezTo>
                  <a:pt x="1130906" y="711940"/>
                  <a:pt x="1047439" y="851130"/>
                  <a:pt x="1047439" y="993990"/>
                </a:cubicBezTo>
                <a:cubicBezTo>
                  <a:pt x="1047439" y="1182460"/>
                  <a:pt x="1193704" y="1339999"/>
                  <a:pt x="1419462" y="1339999"/>
                </a:cubicBezTo>
                <a:cubicBezTo>
                  <a:pt x="1549033" y="1339999"/>
                  <a:pt x="1700863" y="1286787"/>
                  <a:pt x="1837589" y="1191635"/>
                </a:cubicBezTo>
                <a:lnTo>
                  <a:pt x="1948613" y="1310641"/>
                </a:lnTo>
                <a:lnTo>
                  <a:pt x="2239024" y="1310641"/>
                </a:lnTo>
                <a:lnTo>
                  <a:pt x="2239024" y="1301466"/>
                </a:lnTo>
                <a:lnTo>
                  <a:pt x="2002403" y="1043532"/>
                </a:lnTo>
                <a:close/>
                <a:moveTo>
                  <a:pt x="429257" y="1339999"/>
                </a:moveTo>
                <a:cubicBezTo>
                  <a:pt x="738215" y="1339999"/>
                  <a:pt x="858513" y="1157034"/>
                  <a:pt x="858513" y="917186"/>
                </a:cubicBezTo>
                <a:lnTo>
                  <a:pt x="858513" y="29358"/>
                </a:lnTo>
                <a:lnTo>
                  <a:pt x="629046" y="29358"/>
                </a:lnTo>
                <a:lnTo>
                  <a:pt x="629046" y="975903"/>
                </a:lnTo>
                <a:cubicBezTo>
                  <a:pt x="629046" y="1129772"/>
                  <a:pt x="569957" y="1221255"/>
                  <a:pt x="429257" y="1221255"/>
                </a:cubicBezTo>
                <a:cubicBezTo>
                  <a:pt x="290411" y="1221255"/>
                  <a:pt x="229467" y="1124268"/>
                  <a:pt x="229467" y="957554"/>
                </a:cubicBezTo>
                <a:lnTo>
                  <a:pt x="229467" y="781928"/>
                </a:lnTo>
                <a:lnTo>
                  <a:pt x="0" y="838548"/>
                </a:lnTo>
                <a:lnTo>
                  <a:pt x="0" y="917186"/>
                </a:lnTo>
                <a:cubicBezTo>
                  <a:pt x="0" y="1157034"/>
                  <a:pt x="120298" y="1339999"/>
                  <a:pt x="429257" y="1339999"/>
                </a:cubicBezTo>
              </a:path>
            </a:pathLst>
          </a:custGeom>
          <a:solidFill>
            <a:schemeClr val="bg1"/>
          </a:solidFill>
          <a:ln w="26484" cap="flat">
            <a:noFill/>
            <a:prstDash val="solid"/>
            <a:miter/>
          </a:ln>
        </p:spPr>
        <p:txBody>
          <a:bodyPr rtlCol="0" anchor="ctr"/>
          <a:lstStyle/>
          <a:p>
            <a:endParaRPr lang="en-GB"/>
          </a:p>
        </p:txBody>
      </p:sp>
      <p:grpSp>
        <p:nvGrpSpPr>
          <p:cNvPr id="6" name="Group 5">
            <a:extLst>
              <a:ext uri="{FF2B5EF4-FFF2-40B4-BE49-F238E27FC236}">
                <a16:creationId xmlns:a16="http://schemas.microsoft.com/office/drawing/2014/main" id="{AD99A3BE-B34D-9881-5319-4FF24A99CAA6}"/>
              </a:ext>
            </a:extLst>
          </p:cNvPr>
          <p:cNvGrpSpPr/>
          <p:nvPr userDrawn="1"/>
        </p:nvGrpSpPr>
        <p:grpSpPr>
          <a:xfrm>
            <a:off x="10432940" y="6418009"/>
            <a:ext cx="1069848" cy="150269"/>
            <a:chOff x="10830507" y="6418009"/>
            <a:chExt cx="1069848" cy="150269"/>
          </a:xfrm>
        </p:grpSpPr>
        <p:sp>
          <p:nvSpPr>
            <p:cNvPr id="8" name="TextBox 7">
              <a:extLst>
                <a:ext uri="{FF2B5EF4-FFF2-40B4-BE49-F238E27FC236}">
                  <a16:creationId xmlns:a16="http://schemas.microsoft.com/office/drawing/2014/main" id="{B117E86F-49F7-4E5F-4E63-9889D559AF84}"/>
                </a:ext>
              </a:extLst>
            </p:cNvPr>
            <p:cNvSpPr txBox="1"/>
            <p:nvPr userDrawn="1"/>
          </p:nvSpPr>
          <p:spPr>
            <a:xfrm>
              <a:off x="10940235" y="6430164"/>
              <a:ext cx="960120" cy="138114"/>
            </a:xfrm>
            <a:prstGeom prst="rect">
              <a:avLst/>
            </a:prstGeom>
            <a:noFill/>
          </p:spPr>
          <p:txBody>
            <a:bodyPr wrap="square" lIns="0" tIns="0" rIns="0" bIns="0" rtlCol="0" anchor="ctr" anchorCtr="0">
              <a:noAutofit/>
            </a:bodyPr>
            <a:lstStyle/>
            <a:p>
              <a:pPr algn="l"/>
              <a:r>
                <a:rPr lang="en-US" sz="1100" kern="1200">
                  <a:solidFill>
                    <a:schemeClr val="bg1"/>
                  </a:solidFill>
                  <a:latin typeface="+mn-lt"/>
                  <a:ea typeface="+mn-ea"/>
                  <a:cs typeface="+mn-cs"/>
                </a:rPr>
                <a:t>Orthopaedics</a:t>
              </a:r>
            </a:p>
          </p:txBody>
        </p:sp>
        <p:sp>
          <p:nvSpPr>
            <p:cNvPr id="15" name="Rectangle 14">
              <a:extLst>
                <a:ext uri="{FF2B5EF4-FFF2-40B4-BE49-F238E27FC236}">
                  <a16:creationId xmlns:a16="http://schemas.microsoft.com/office/drawing/2014/main" id="{830B1CA9-2489-BC27-19B7-25BE4A89203C}"/>
                </a:ext>
              </a:extLst>
            </p:cNvPr>
            <p:cNvSpPr/>
            <p:nvPr userDrawn="1"/>
          </p:nvSpPr>
          <p:spPr>
            <a:xfrm>
              <a:off x="10830507" y="6418009"/>
              <a:ext cx="18288" cy="146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grpSp>
    </p:spTree>
    <p:extLst>
      <p:ext uri="{BB962C8B-B14F-4D97-AF65-F5344CB8AC3E}">
        <p14:creationId xmlns:p14="http://schemas.microsoft.com/office/powerpoint/2010/main" val="3523769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eam Slide x 3">
    <p:bg>
      <p:bgPr>
        <a:solidFill>
          <a:schemeClr val="accent1"/>
        </a:solidFill>
        <a:effectLst/>
      </p:bgPr>
    </p:bg>
    <p:spTree>
      <p:nvGrpSpPr>
        <p:cNvPr id="1" name=""/>
        <p:cNvGrpSpPr/>
        <p:nvPr/>
      </p:nvGrpSpPr>
      <p:grpSpPr>
        <a:xfrm>
          <a:off x="0" y="0"/>
          <a:ext cx="0" cy="0"/>
          <a:chOff x="0" y="0"/>
          <a:chExt cx="0" cy="0"/>
        </a:xfrm>
      </p:grpSpPr>
      <p:sp>
        <p:nvSpPr>
          <p:cNvPr id="23" name="Picture Placeholder 3">
            <a:extLst>
              <a:ext uri="{FF2B5EF4-FFF2-40B4-BE49-F238E27FC236}">
                <a16:creationId xmlns:a16="http://schemas.microsoft.com/office/drawing/2014/main" id="{9858E5CC-B320-8459-7BD7-5CE14C5E3AC9}"/>
              </a:ext>
            </a:extLst>
          </p:cNvPr>
          <p:cNvSpPr>
            <a:spLocks noGrp="1"/>
          </p:cNvSpPr>
          <p:nvPr>
            <p:ph type="pic" sz="quarter" idx="23" hasCustomPrompt="1"/>
          </p:nvPr>
        </p:nvSpPr>
        <p:spPr>
          <a:xfrm>
            <a:off x="6161089" y="1309284"/>
            <a:ext cx="2795588" cy="2922992"/>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24" name="Text Placeholder 10">
            <a:extLst>
              <a:ext uri="{FF2B5EF4-FFF2-40B4-BE49-F238E27FC236}">
                <a16:creationId xmlns:a16="http://schemas.microsoft.com/office/drawing/2014/main" id="{BA241006-FA7F-3ABD-E9C0-8E177A254F71}"/>
              </a:ext>
            </a:extLst>
          </p:cNvPr>
          <p:cNvSpPr>
            <a:spLocks noGrp="1"/>
          </p:cNvSpPr>
          <p:nvPr>
            <p:ph type="body" sz="quarter" idx="24" hasCustomPrompt="1"/>
          </p:nvPr>
        </p:nvSpPr>
        <p:spPr>
          <a:xfrm>
            <a:off x="6161088" y="4376739"/>
            <a:ext cx="2797905" cy="1389062"/>
          </a:xfrm>
        </p:spPr>
        <p:txBody>
          <a:bodyPr/>
          <a:lstStyle>
            <a:lvl1pPr>
              <a:spcBef>
                <a:spcPts val="0"/>
              </a:spcBef>
              <a:spcAft>
                <a:spcPts val="0"/>
              </a:spcAft>
              <a:defRPr lang="en-GB" sz="1400" b="1" i="0" kern="1200" dirty="0">
                <a:solidFill>
                  <a:schemeClr val="bg1"/>
                </a:solidFill>
                <a:latin typeface="Johnson Text" pitchFamily="2" charset="77"/>
                <a:ea typeface="+mn-ea"/>
                <a:cs typeface="+mn-cs"/>
              </a:defRPr>
            </a:lvl1pPr>
            <a:lvl2pPr marL="0" indent="0">
              <a:spcBef>
                <a:spcPts val="0"/>
              </a:spcBef>
              <a:spcAft>
                <a:spcPts val="0"/>
              </a:spcAft>
              <a:buNone/>
              <a:defRPr sz="1400" b="0" i="0">
                <a:solidFill>
                  <a:schemeClr val="bg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2" name="Picture Placeholder 3">
            <a:extLst>
              <a:ext uri="{FF2B5EF4-FFF2-40B4-BE49-F238E27FC236}">
                <a16:creationId xmlns:a16="http://schemas.microsoft.com/office/drawing/2014/main" id="{AE4666F2-0E72-5C8A-DFF8-2DD7C6E4BAAE}"/>
              </a:ext>
            </a:extLst>
          </p:cNvPr>
          <p:cNvSpPr>
            <a:spLocks noGrp="1"/>
          </p:cNvSpPr>
          <p:nvPr>
            <p:ph type="pic" sz="quarter" idx="25" hasCustomPrompt="1"/>
          </p:nvPr>
        </p:nvSpPr>
        <p:spPr>
          <a:xfrm>
            <a:off x="3225801" y="1309284"/>
            <a:ext cx="2795588" cy="2922992"/>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4" name="Text Placeholder 10">
            <a:extLst>
              <a:ext uri="{FF2B5EF4-FFF2-40B4-BE49-F238E27FC236}">
                <a16:creationId xmlns:a16="http://schemas.microsoft.com/office/drawing/2014/main" id="{9C68E616-CAC0-EE06-D15E-AFFEF3740EFF}"/>
              </a:ext>
            </a:extLst>
          </p:cNvPr>
          <p:cNvSpPr>
            <a:spLocks noGrp="1"/>
          </p:cNvSpPr>
          <p:nvPr>
            <p:ph type="body" sz="quarter" idx="26" hasCustomPrompt="1"/>
          </p:nvPr>
        </p:nvSpPr>
        <p:spPr>
          <a:xfrm>
            <a:off x="3225800" y="4376739"/>
            <a:ext cx="2794731" cy="1389062"/>
          </a:xfrm>
        </p:spPr>
        <p:txBody>
          <a:bodyPr/>
          <a:lstStyle>
            <a:lvl1pPr>
              <a:spcBef>
                <a:spcPts val="0"/>
              </a:spcBef>
              <a:spcAft>
                <a:spcPts val="0"/>
              </a:spcAft>
              <a:defRPr lang="en-GB" sz="1400" b="1" i="0" kern="1200" dirty="0">
                <a:solidFill>
                  <a:schemeClr val="bg1"/>
                </a:solidFill>
                <a:latin typeface="Johnson Text" pitchFamily="2" charset="77"/>
                <a:ea typeface="+mn-ea"/>
                <a:cs typeface="+mn-cs"/>
              </a:defRPr>
            </a:lvl1pPr>
            <a:lvl2pPr marL="0" indent="0">
              <a:spcBef>
                <a:spcPts val="0"/>
              </a:spcBef>
              <a:spcAft>
                <a:spcPts val="0"/>
              </a:spcAft>
              <a:buNone/>
              <a:defRPr sz="1400" b="0" i="0">
                <a:solidFill>
                  <a:schemeClr val="bg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9" name="Picture Placeholder 3">
            <a:extLst>
              <a:ext uri="{FF2B5EF4-FFF2-40B4-BE49-F238E27FC236}">
                <a16:creationId xmlns:a16="http://schemas.microsoft.com/office/drawing/2014/main" id="{2D83ADDB-0799-3ABA-AFB5-0EF907EBBC1C}"/>
              </a:ext>
            </a:extLst>
          </p:cNvPr>
          <p:cNvSpPr>
            <a:spLocks noGrp="1"/>
          </p:cNvSpPr>
          <p:nvPr>
            <p:ph type="pic" sz="quarter" idx="27" hasCustomPrompt="1"/>
          </p:nvPr>
        </p:nvSpPr>
        <p:spPr>
          <a:xfrm>
            <a:off x="9119384" y="1309284"/>
            <a:ext cx="2795588" cy="2922992"/>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10" name="Text Placeholder 10">
            <a:extLst>
              <a:ext uri="{FF2B5EF4-FFF2-40B4-BE49-F238E27FC236}">
                <a16:creationId xmlns:a16="http://schemas.microsoft.com/office/drawing/2014/main" id="{5A40ED4D-9D7E-FA31-0E92-48608769B8DC}"/>
              </a:ext>
            </a:extLst>
          </p:cNvPr>
          <p:cNvSpPr>
            <a:spLocks noGrp="1"/>
          </p:cNvSpPr>
          <p:nvPr>
            <p:ph type="body" sz="quarter" idx="28" hasCustomPrompt="1"/>
          </p:nvPr>
        </p:nvSpPr>
        <p:spPr>
          <a:xfrm>
            <a:off x="9119383" y="4376739"/>
            <a:ext cx="2797905" cy="1389062"/>
          </a:xfrm>
        </p:spPr>
        <p:txBody>
          <a:bodyPr/>
          <a:lstStyle>
            <a:lvl1pPr>
              <a:spcBef>
                <a:spcPts val="0"/>
              </a:spcBef>
              <a:spcAft>
                <a:spcPts val="0"/>
              </a:spcAft>
              <a:defRPr lang="en-GB" sz="1400" b="1" i="0" kern="1200" dirty="0">
                <a:solidFill>
                  <a:schemeClr val="bg1"/>
                </a:solidFill>
                <a:latin typeface="Johnson Text" pitchFamily="2" charset="77"/>
                <a:ea typeface="+mn-ea"/>
                <a:cs typeface="+mn-cs"/>
              </a:defRPr>
            </a:lvl1pPr>
            <a:lvl2pPr marL="0" indent="0">
              <a:spcBef>
                <a:spcPts val="0"/>
              </a:spcBef>
              <a:spcAft>
                <a:spcPts val="0"/>
              </a:spcAft>
              <a:buNone/>
              <a:defRPr sz="1400" b="0" i="0">
                <a:solidFill>
                  <a:schemeClr val="bg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8" name="Text Placeholder 7">
            <a:extLst>
              <a:ext uri="{FF2B5EF4-FFF2-40B4-BE49-F238E27FC236}">
                <a16:creationId xmlns:a16="http://schemas.microsoft.com/office/drawing/2014/main" id="{048FEEB1-636D-38E4-1003-F9C2F0009989}"/>
              </a:ext>
            </a:extLst>
          </p:cNvPr>
          <p:cNvSpPr>
            <a:spLocks noGrp="1"/>
          </p:cNvSpPr>
          <p:nvPr>
            <p:ph type="body" sz="quarter" idx="15" hasCustomPrompt="1"/>
          </p:nvPr>
        </p:nvSpPr>
        <p:spPr>
          <a:xfrm>
            <a:off x="288925" y="4376739"/>
            <a:ext cx="2776485" cy="1389062"/>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GB"/>
              <a:t>Click to add text. Delete if not required.</a:t>
            </a:r>
          </a:p>
          <a:p>
            <a:pPr lvl="1"/>
            <a:r>
              <a:rPr lang="en-GB"/>
              <a:t>Second level</a:t>
            </a:r>
          </a:p>
          <a:p>
            <a:pPr lvl="2"/>
            <a:r>
              <a:rPr lang="en-GB"/>
              <a:t>Third level</a:t>
            </a:r>
          </a:p>
        </p:txBody>
      </p:sp>
      <p:sp>
        <p:nvSpPr>
          <p:cNvPr id="12" name="Title 11">
            <a:extLst>
              <a:ext uri="{FF2B5EF4-FFF2-40B4-BE49-F238E27FC236}">
                <a16:creationId xmlns:a16="http://schemas.microsoft.com/office/drawing/2014/main" id="{C45B8B1D-DD68-528A-E1DB-9EC7F9835CC4}"/>
              </a:ext>
            </a:extLst>
          </p:cNvPr>
          <p:cNvSpPr>
            <a:spLocks noGrp="1"/>
          </p:cNvSpPr>
          <p:nvPr>
            <p:ph type="title"/>
          </p:nvPr>
        </p:nvSpPr>
        <p:spPr>
          <a:xfrm>
            <a:off x="288303" y="262800"/>
            <a:ext cx="9649446" cy="468590"/>
          </a:xfrm>
        </p:spPr>
        <p:txBody>
          <a:bodyPr/>
          <a:lstStyle>
            <a:lvl1pPr>
              <a:defRPr>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A56CA54C-86BC-245E-8EEE-F0C02489F097}"/>
              </a:ext>
            </a:extLst>
          </p:cNvPr>
          <p:cNvSpPr>
            <a:spLocks noGrp="1"/>
          </p:cNvSpPr>
          <p:nvPr>
            <p:ph type="subTitle" idx="16" hasCustomPrompt="1"/>
          </p:nvPr>
        </p:nvSpPr>
        <p:spPr>
          <a:xfrm>
            <a:off x="288301" y="713620"/>
            <a:ext cx="9649445" cy="292965"/>
          </a:xfrm>
        </p:spPr>
        <p:txBody>
          <a:bodyPr vert="horz" wrap="square" lIns="0" tIns="0" rIns="0" bIns="0" rtlCol="0" anchor="t">
            <a:spAutoFit/>
          </a:bodyPr>
          <a:lstStyle>
            <a:lvl1pPr>
              <a:defRPr lang="en-GB" b="1" dirty="0">
                <a:solidFill>
                  <a:schemeClr val="bg1"/>
                </a:solidFill>
              </a:defRPr>
            </a:lvl1pPr>
          </a:lstStyle>
          <a:p>
            <a:pPr lvl="0"/>
            <a:r>
              <a:rPr lang="en-GB"/>
              <a:t>Subtitle. Delete if not required.</a:t>
            </a:r>
          </a:p>
        </p:txBody>
      </p:sp>
      <p:sp>
        <p:nvSpPr>
          <p:cNvPr id="6" name="Slide Number Placeholder 5">
            <a:extLst>
              <a:ext uri="{FF2B5EF4-FFF2-40B4-BE49-F238E27FC236}">
                <a16:creationId xmlns:a16="http://schemas.microsoft.com/office/drawing/2014/main" id="{BE871467-2A42-91C5-5D70-AEE51AC03F5F}"/>
              </a:ext>
            </a:extLst>
          </p:cNvPr>
          <p:cNvSpPr>
            <a:spLocks noGrp="1"/>
          </p:cNvSpPr>
          <p:nvPr>
            <p:ph type="sldNum" sz="quarter" idx="4"/>
          </p:nvPr>
        </p:nvSpPr>
        <p:spPr>
          <a:xfrm>
            <a:off x="11581942" y="6422967"/>
            <a:ext cx="320674" cy="153463"/>
          </a:xfrm>
          <a:prstGeom prst="rect">
            <a:avLst/>
          </a:prstGeom>
        </p:spPr>
        <p:txBody>
          <a:bodyPr vert="horz" lIns="0" tIns="0" rIns="0" bIns="0" rtlCol="0" anchor="ctr"/>
          <a:lstStyle>
            <a:lvl1pPr algn="r">
              <a:lnSpc>
                <a:spcPct val="110000"/>
              </a:lnSpc>
              <a:spcBef>
                <a:spcPts val="600"/>
              </a:spcBef>
              <a:spcAft>
                <a:spcPts val="600"/>
              </a:spcAft>
              <a:defRPr sz="900" b="0" i="0">
                <a:solidFill>
                  <a:schemeClr val="bg1"/>
                </a:solidFill>
                <a:latin typeface="+mn-lt"/>
              </a:defRPr>
            </a:lvl1pPr>
          </a:lstStyle>
          <a:p>
            <a:fld id="{AEC8D767-5246-2244-A4A3-B8AFB218393C}" type="slidenum">
              <a:rPr lang="en-GB" smtClean="0"/>
              <a:pPr/>
              <a:t>‹#›</a:t>
            </a:fld>
            <a:endParaRPr lang="en-GB"/>
          </a:p>
        </p:txBody>
      </p:sp>
      <p:sp>
        <p:nvSpPr>
          <p:cNvPr id="15" name="Footer Placeholder 4">
            <a:extLst>
              <a:ext uri="{FF2B5EF4-FFF2-40B4-BE49-F238E27FC236}">
                <a16:creationId xmlns:a16="http://schemas.microsoft.com/office/drawing/2014/main" id="{8498F38D-E287-CD9F-9BFC-10B3256FE9BE}"/>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bg1"/>
                </a:solidFill>
                <a:latin typeface="+mn-lt"/>
              </a:defRPr>
            </a:lvl1pPr>
          </a:lstStyle>
          <a:p>
            <a:pPr>
              <a:spcBef>
                <a:spcPts val="0"/>
              </a:spcBef>
              <a:spcAft>
                <a:spcPts val="300"/>
              </a:spcAft>
            </a:pPr>
            <a:endParaRPr lang="en-US"/>
          </a:p>
        </p:txBody>
      </p:sp>
      <p:sp>
        <p:nvSpPr>
          <p:cNvPr id="5" name="Graphic 8">
            <a:extLst>
              <a:ext uri="{FF2B5EF4-FFF2-40B4-BE49-F238E27FC236}">
                <a16:creationId xmlns:a16="http://schemas.microsoft.com/office/drawing/2014/main" id="{EF01A18A-1496-533D-C200-149BE1791046}"/>
              </a:ext>
            </a:extLst>
          </p:cNvPr>
          <p:cNvSpPr>
            <a:spLocks noChangeAspect="1"/>
          </p:cNvSpPr>
          <p:nvPr userDrawn="1"/>
        </p:nvSpPr>
        <p:spPr>
          <a:xfrm>
            <a:off x="288304" y="6417655"/>
            <a:ext cx="1159200" cy="144618"/>
          </a:xfrm>
          <a:custGeom>
            <a:avLst/>
            <a:gdLst>
              <a:gd name="connsiteX0" fmla="*/ 5490245 w 10740954"/>
              <a:gd name="connsiteY0" fmla="*/ 754143 h 1339999"/>
              <a:gd name="connsiteX1" fmla="*/ 5740115 w 10740954"/>
              <a:gd name="connsiteY1" fmla="*/ 501451 h 1339999"/>
              <a:gd name="connsiteX2" fmla="*/ 5964018 w 10740954"/>
              <a:gd name="connsiteY2" fmla="*/ 754143 h 1339999"/>
              <a:gd name="connsiteX3" fmla="*/ 5490245 w 10740954"/>
              <a:gd name="connsiteY3" fmla="*/ 754143 h 1339999"/>
              <a:gd name="connsiteX4" fmla="*/ 5739850 w 10740954"/>
              <a:gd name="connsiteY4" fmla="*/ 377202 h 1339999"/>
              <a:gd name="connsiteX5" fmla="*/ 5325432 w 10740954"/>
              <a:gd name="connsiteY5" fmla="*/ 860567 h 1339999"/>
              <a:gd name="connsiteX6" fmla="*/ 5739850 w 10740954"/>
              <a:gd name="connsiteY6" fmla="*/ 1329252 h 1339999"/>
              <a:gd name="connsiteX7" fmla="*/ 6117437 w 10740954"/>
              <a:gd name="connsiteY7" fmla="*/ 1030950 h 1339999"/>
              <a:gd name="connsiteX8" fmla="*/ 5976736 w 10740954"/>
              <a:gd name="connsiteY8" fmla="*/ 994252 h 1339999"/>
              <a:gd name="connsiteX9" fmla="*/ 5754689 w 10740954"/>
              <a:gd name="connsiteY9" fmla="*/ 1201071 h 1339999"/>
              <a:gd name="connsiteX10" fmla="*/ 5484416 w 10740954"/>
              <a:gd name="connsiteY10" fmla="*/ 862402 h 1339999"/>
              <a:gd name="connsiteX11" fmla="*/ 6119027 w 10740954"/>
              <a:gd name="connsiteY11" fmla="*/ 862402 h 1339999"/>
              <a:gd name="connsiteX12" fmla="*/ 6119027 w 10740954"/>
              <a:gd name="connsiteY12" fmla="*/ 811025 h 1339999"/>
              <a:gd name="connsiteX13" fmla="*/ 5739850 w 10740954"/>
              <a:gd name="connsiteY13" fmla="*/ 377202 h 1339999"/>
              <a:gd name="connsiteX14" fmla="*/ 8274584 w 10740954"/>
              <a:gd name="connsiteY14" fmla="*/ 754143 h 1339999"/>
              <a:gd name="connsiteX15" fmla="*/ 8524454 w 10740954"/>
              <a:gd name="connsiteY15" fmla="*/ 501451 h 1339999"/>
              <a:gd name="connsiteX16" fmla="*/ 8748356 w 10740954"/>
              <a:gd name="connsiteY16" fmla="*/ 754143 h 1339999"/>
              <a:gd name="connsiteX17" fmla="*/ 8274584 w 10740954"/>
              <a:gd name="connsiteY17" fmla="*/ 754143 h 1339999"/>
              <a:gd name="connsiteX18" fmla="*/ 8524454 w 10740954"/>
              <a:gd name="connsiteY18" fmla="*/ 377202 h 1339999"/>
              <a:gd name="connsiteX19" fmla="*/ 8110035 w 10740954"/>
              <a:gd name="connsiteY19" fmla="*/ 860567 h 1339999"/>
              <a:gd name="connsiteX20" fmla="*/ 8524454 w 10740954"/>
              <a:gd name="connsiteY20" fmla="*/ 1329252 h 1339999"/>
              <a:gd name="connsiteX21" fmla="*/ 8902041 w 10740954"/>
              <a:gd name="connsiteY21" fmla="*/ 1030950 h 1339999"/>
              <a:gd name="connsiteX22" fmla="*/ 8761340 w 10740954"/>
              <a:gd name="connsiteY22" fmla="*/ 994252 h 1339999"/>
              <a:gd name="connsiteX23" fmla="*/ 8539292 w 10740954"/>
              <a:gd name="connsiteY23" fmla="*/ 1201071 h 1339999"/>
              <a:gd name="connsiteX24" fmla="*/ 8269019 w 10740954"/>
              <a:gd name="connsiteY24" fmla="*/ 862402 h 1339999"/>
              <a:gd name="connsiteX25" fmla="*/ 8903630 w 10740954"/>
              <a:gd name="connsiteY25" fmla="*/ 862402 h 1339999"/>
              <a:gd name="connsiteX26" fmla="*/ 8903630 w 10740954"/>
              <a:gd name="connsiteY26" fmla="*/ 811025 h 1339999"/>
              <a:gd name="connsiteX27" fmla="*/ 8524454 w 10740954"/>
              <a:gd name="connsiteY27" fmla="*/ 377202 h 1339999"/>
              <a:gd name="connsiteX28" fmla="*/ 9484716 w 10740954"/>
              <a:gd name="connsiteY28" fmla="*/ 377202 h 1339999"/>
              <a:gd name="connsiteX29" fmla="*/ 9059169 w 10740954"/>
              <a:gd name="connsiteY29" fmla="*/ 862402 h 1339999"/>
              <a:gd name="connsiteX30" fmla="*/ 9477297 w 10740954"/>
              <a:gd name="connsiteY30" fmla="*/ 1329252 h 1339999"/>
              <a:gd name="connsiteX31" fmla="*/ 9856739 w 10740954"/>
              <a:gd name="connsiteY31" fmla="*/ 1003427 h 1339999"/>
              <a:gd name="connsiteX32" fmla="*/ 9710473 w 10740954"/>
              <a:gd name="connsiteY32" fmla="*/ 968564 h 1339999"/>
              <a:gd name="connsiteX33" fmla="*/ 9488426 w 10740954"/>
              <a:gd name="connsiteY33" fmla="*/ 1199236 h 1339999"/>
              <a:gd name="connsiteX34" fmla="*/ 9220008 w 10740954"/>
              <a:gd name="connsiteY34" fmla="*/ 851392 h 1339999"/>
              <a:gd name="connsiteX35" fmla="*/ 9481006 w 10740954"/>
              <a:gd name="connsiteY35" fmla="*/ 507218 h 1339999"/>
              <a:gd name="connsiteX36" fmla="*/ 9710473 w 10740954"/>
              <a:gd name="connsiteY36" fmla="*/ 726881 h 1339999"/>
              <a:gd name="connsiteX37" fmla="*/ 9856739 w 10740954"/>
              <a:gd name="connsiteY37" fmla="*/ 692018 h 1339999"/>
              <a:gd name="connsiteX38" fmla="*/ 9484716 w 10740954"/>
              <a:gd name="connsiteY38" fmla="*/ 377202 h 1339999"/>
              <a:gd name="connsiteX39" fmla="*/ 5112923 w 10740954"/>
              <a:gd name="connsiteY39" fmla="*/ 29358 h 1339999"/>
              <a:gd name="connsiteX40" fmla="*/ 4868618 w 10740954"/>
              <a:gd name="connsiteY40" fmla="*/ 29358 h 1339999"/>
              <a:gd name="connsiteX41" fmla="*/ 4485467 w 10740954"/>
              <a:gd name="connsiteY41" fmla="*/ 1061881 h 1339999"/>
              <a:gd name="connsiteX42" fmla="*/ 4100726 w 10740954"/>
              <a:gd name="connsiteY42" fmla="*/ 29358 h 1339999"/>
              <a:gd name="connsiteX43" fmla="*/ 3845291 w 10740954"/>
              <a:gd name="connsiteY43" fmla="*/ 29358 h 1339999"/>
              <a:gd name="connsiteX44" fmla="*/ 3845291 w 10740954"/>
              <a:gd name="connsiteY44" fmla="*/ 1310641 h 1339999"/>
              <a:gd name="connsiteX45" fmla="*/ 4006130 w 10740954"/>
              <a:gd name="connsiteY45" fmla="*/ 1310641 h 1339999"/>
              <a:gd name="connsiteX46" fmla="*/ 4006130 w 10740954"/>
              <a:gd name="connsiteY46" fmla="*/ 206819 h 1339999"/>
              <a:gd name="connsiteX47" fmla="*/ 4418694 w 10740954"/>
              <a:gd name="connsiteY47" fmla="*/ 1310641 h 1339999"/>
              <a:gd name="connsiteX48" fmla="*/ 4542701 w 10740954"/>
              <a:gd name="connsiteY48" fmla="*/ 1310641 h 1339999"/>
              <a:gd name="connsiteX49" fmla="*/ 4951820 w 10740954"/>
              <a:gd name="connsiteY49" fmla="*/ 204984 h 1339999"/>
              <a:gd name="connsiteX50" fmla="*/ 4951820 w 10740954"/>
              <a:gd name="connsiteY50" fmla="*/ 1310641 h 1339999"/>
              <a:gd name="connsiteX51" fmla="*/ 5112923 w 10740954"/>
              <a:gd name="connsiteY51" fmla="*/ 1310641 h 1339999"/>
              <a:gd name="connsiteX52" fmla="*/ 5112923 w 10740954"/>
              <a:gd name="connsiteY52" fmla="*/ 29358 h 1339999"/>
              <a:gd name="connsiteX53" fmla="*/ 6688984 w 10740954"/>
              <a:gd name="connsiteY53" fmla="*/ 1198974 h 1339999"/>
              <a:gd name="connsiteX54" fmla="*/ 6435405 w 10740954"/>
              <a:gd name="connsiteY54" fmla="*/ 852965 h 1339999"/>
              <a:gd name="connsiteX55" fmla="*/ 6688984 w 10740954"/>
              <a:gd name="connsiteY55" fmla="*/ 506956 h 1339999"/>
              <a:gd name="connsiteX56" fmla="*/ 6942564 w 10740954"/>
              <a:gd name="connsiteY56" fmla="*/ 852965 h 1339999"/>
              <a:gd name="connsiteX57" fmla="*/ 6688984 w 10740954"/>
              <a:gd name="connsiteY57" fmla="*/ 1198974 h 1339999"/>
              <a:gd name="connsiteX58" fmla="*/ 7092538 w 10740954"/>
              <a:gd name="connsiteY58" fmla="*/ 29358 h 1339999"/>
              <a:gd name="connsiteX59" fmla="*/ 6938854 w 10740954"/>
              <a:gd name="connsiteY59" fmla="*/ 29358 h 1339999"/>
              <a:gd name="connsiteX60" fmla="*/ 6938854 w 10740954"/>
              <a:gd name="connsiteY60" fmla="*/ 571177 h 1339999"/>
              <a:gd name="connsiteX61" fmla="*/ 6663017 w 10740954"/>
              <a:gd name="connsiteY61" fmla="*/ 377202 h 1339999"/>
              <a:gd name="connsiteX62" fmla="*/ 6274301 w 10740954"/>
              <a:gd name="connsiteY62" fmla="*/ 858732 h 1339999"/>
              <a:gd name="connsiteX63" fmla="*/ 6650033 w 10740954"/>
              <a:gd name="connsiteY63" fmla="*/ 1329252 h 1339999"/>
              <a:gd name="connsiteX64" fmla="*/ 6938854 w 10740954"/>
              <a:gd name="connsiteY64" fmla="*/ 1126103 h 1339999"/>
              <a:gd name="connsiteX65" fmla="*/ 6938854 w 10740954"/>
              <a:gd name="connsiteY65" fmla="*/ 1195567 h 1339999"/>
              <a:gd name="connsiteX66" fmla="*/ 6948128 w 10740954"/>
              <a:gd name="connsiteY66" fmla="*/ 1310903 h 1339999"/>
              <a:gd name="connsiteX67" fmla="*/ 7103667 w 10740954"/>
              <a:gd name="connsiteY67" fmla="*/ 1310903 h 1339999"/>
              <a:gd name="connsiteX68" fmla="*/ 7092538 w 10740954"/>
              <a:gd name="connsiteY68" fmla="*/ 1120598 h 1339999"/>
              <a:gd name="connsiteX69" fmla="*/ 7092538 w 10740954"/>
              <a:gd name="connsiteY69" fmla="*/ 29358 h 1339999"/>
              <a:gd name="connsiteX70" fmla="*/ 8258155 w 10740954"/>
              <a:gd name="connsiteY70" fmla="*/ 29358 h 1339999"/>
              <a:gd name="connsiteX71" fmla="*/ 7258942 w 10740954"/>
              <a:gd name="connsiteY71" fmla="*/ 29358 h 1339999"/>
              <a:gd name="connsiteX72" fmla="*/ 7258942 w 10740954"/>
              <a:gd name="connsiteY72" fmla="*/ 163044 h 1339999"/>
              <a:gd name="connsiteX73" fmla="*/ 7678924 w 10740954"/>
              <a:gd name="connsiteY73" fmla="*/ 163044 h 1339999"/>
              <a:gd name="connsiteX74" fmla="*/ 7678924 w 10740954"/>
              <a:gd name="connsiteY74" fmla="*/ 1310903 h 1339999"/>
              <a:gd name="connsiteX75" fmla="*/ 7840028 w 10740954"/>
              <a:gd name="connsiteY75" fmla="*/ 1310903 h 1339999"/>
              <a:gd name="connsiteX76" fmla="*/ 7840028 w 10740954"/>
              <a:gd name="connsiteY76" fmla="*/ 163044 h 1339999"/>
              <a:gd name="connsiteX77" fmla="*/ 8258155 w 10740954"/>
              <a:gd name="connsiteY77" fmla="*/ 163044 h 1339999"/>
              <a:gd name="connsiteX78" fmla="*/ 8258155 w 10740954"/>
              <a:gd name="connsiteY78" fmla="*/ 29358 h 1339999"/>
              <a:gd name="connsiteX79" fmla="*/ 10185835 w 10740954"/>
              <a:gd name="connsiteY79" fmla="*/ 29358 h 1339999"/>
              <a:gd name="connsiteX80" fmla="*/ 10032151 w 10740954"/>
              <a:gd name="connsiteY80" fmla="*/ 29358 h 1339999"/>
              <a:gd name="connsiteX81" fmla="*/ 10032151 w 10740954"/>
              <a:gd name="connsiteY81" fmla="*/ 1310641 h 1339999"/>
              <a:gd name="connsiteX82" fmla="*/ 10185835 w 10740954"/>
              <a:gd name="connsiteY82" fmla="*/ 1310641 h 1339999"/>
              <a:gd name="connsiteX83" fmla="*/ 10185835 w 10740954"/>
              <a:gd name="connsiteY83" fmla="*/ 708532 h 1339999"/>
              <a:gd name="connsiteX84" fmla="*/ 10387480 w 10740954"/>
              <a:gd name="connsiteY84" fmla="*/ 494374 h 1339999"/>
              <a:gd name="connsiteX85" fmla="*/ 10587270 w 10740954"/>
              <a:gd name="connsiteY85" fmla="*/ 708532 h 1339999"/>
              <a:gd name="connsiteX86" fmla="*/ 10587270 w 10740954"/>
              <a:gd name="connsiteY86" fmla="*/ 1310903 h 1339999"/>
              <a:gd name="connsiteX87" fmla="*/ 10740955 w 10740954"/>
              <a:gd name="connsiteY87" fmla="*/ 1310903 h 1339999"/>
              <a:gd name="connsiteX88" fmla="*/ 10740955 w 10740954"/>
              <a:gd name="connsiteY88" fmla="*/ 677339 h 1339999"/>
              <a:gd name="connsiteX89" fmla="*/ 10443125 w 10740954"/>
              <a:gd name="connsiteY89" fmla="*/ 377202 h 1339999"/>
              <a:gd name="connsiteX90" fmla="*/ 10185835 w 10740954"/>
              <a:gd name="connsiteY90" fmla="*/ 536576 h 1339999"/>
              <a:gd name="connsiteX91" fmla="*/ 10185835 w 10740954"/>
              <a:gd name="connsiteY91" fmla="*/ 29358 h 1339999"/>
              <a:gd name="connsiteX92" fmla="*/ 2759431 w 10740954"/>
              <a:gd name="connsiteY92" fmla="*/ 1339999 h 1339999"/>
              <a:gd name="connsiteX93" fmla="*/ 3188688 w 10740954"/>
              <a:gd name="connsiteY93" fmla="*/ 917186 h 1339999"/>
              <a:gd name="connsiteX94" fmla="*/ 3188688 w 10740954"/>
              <a:gd name="connsiteY94" fmla="*/ 29358 h 1339999"/>
              <a:gd name="connsiteX95" fmla="*/ 2959221 w 10740954"/>
              <a:gd name="connsiteY95" fmla="*/ 29358 h 1339999"/>
              <a:gd name="connsiteX96" fmla="*/ 2959221 w 10740954"/>
              <a:gd name="connsiteY96" fmla="*/ 975903 h 1339999"/>
              <a:gd name="connsiteX97" fmla="*/ 2759431 w 10740954"/>
              <a:gd name="connsiteY97" fmla="*/ 1221255 h 1339999"/>
              <a:gd name="connsiteX98" fmla="*/ 2559641 w 10740954"/>
              <a:gd name="connsiteY98" fmla="*/ 957554 h 1339999"/>
              <a:gd name="connsiteX99" fmla="*/ 2559641 w 10740954"/>
              <a:gd name="connsiteY99" fmla="*/ 781928 h 1339999"/>
              <a:gd name="connsiteX100" fmla="*/ 2330175 w 10740954"/>
              <a:gd name="connsiteY100" fmla="*/ 838548 h 1339999"/>
              <a:gd name="connsiteX101" fmla="*/ 2330175 w 10740954"/>
              <a:gd name="connsiteY101" fmla="*/ 917186 h 1339999"/>
              <a:gd name="connsiteX102" fmla="*/ 2759431 w 10740954"/>
              <a:gd name="connsiteY102" fmla="*/ 1339999 h 1339999"/>
              <a:gd name="connsiteX103" fmla="*/ 1537905 w 10740954"/>
              <a:gd name="connsiteY103" fmla="*/ 1206314 h 1339999"/>
              <a:gd name="connsiteX104" fmla="*/ 1251204 w 10740954"/>
              <a:gd name="connsiteY104" fmla="*/ 911682 h 1339999"/>
              <a:gd name="connsiteX105" fmla="*/ 1364082 w 10740954"/>
              <a:gd name="connsiteY105" fmla="*/ 679174 h 1339999"/>
              <a:gd name="connsiteX106" fmla="*/ 1782210 w 10740954"/>
              <a:gd name="connsiteY106" fmla="*/ 1131345 h 1339999"/>
              <a:gd name="connsiteX107" fmla="*/ 1537905 w 10740954"/>
              <a:gd name="connsiteY107" fmla="*/ 1206314 h 1339999"/>
              <a:gd name="connsiteX108" fmla="*/ 1761807 w 10740954"/>
              <a:gd name="connsiteY108" fmla="*/ 550993 h 1339999"/>
              <a:gd name="connsiteX109" fmla="*/ 2004258 w 10740954"/>
              <a:gd name="connsiteY109" fmla="*/ 785336 h 1339999"/>
              <a:gd name="connsiteX110" fmla="*/ 1945168 w 10740954"/>
              <a:gd name="connsiteY110" fmla="*/ 981146 h 1339999"/>
              <a:gd name="connsiteX111" fmla="*/ 1582420 w 10740954"/>
              <a:gd name="connsiteY111" fmla="*/ 585856 h 1339999"/>
              <a:gd name="connsiteX112" fmla="*/ 1761807 w 10740954"/>
              <a:gd name="connsiteY112" fmla="*/ 550993 h 1339999"/>
              <a:gd name="connsiteX113" fmla="*/ 1537905 w 10740954"/>
              <a:gd name="connsiteY113" fmla="*/ 96987 h 1339999"/>
              <a:gd name="connsiteX114" fmla="*/ 1711727 w 10740954"/>
              <a:gd name="connsiteY114" fmla="*/ 272613 h 1339999"/>
              <a:gd name="connsiteX115" fmla="*/ 1532340 w 10740954"/>
              <a:gd name="connsiteY115" fmla="*/ 532644 h 1339999"/>
              <a:gd name="connsiteX116" fmla="*/ 1452848 w 10740954"/>
              <a:gd name="connsiteY116" fmla="*/ 444831 h 1339999"/>
              <a:gd name="connsiteX117" fmla="*/ 1362227 w 10740954"/>
              <a:gd name="connsiteY117" fmla="*/ 263701 h 1339999"/>
              <a:gd name="connsiteX118" fmla="*/ 1537905 w 10740954"/>
              <a:gd name="connsiteY118" fmla="*/ 96987 h 1339999"/>
              <a:gd name="connsiteX119" fmla="*/ 2002403 w 10740954"/>
              <a:gd name="connsiteY119" fmla="*/ 1043532 h 1339999"/>
              <a:gd name="connsiteX120" fmla="*/ 2159797 w 10740954"/>
              <a:gd name="connsiteY120" fmla="*/ 686514 h 1339999"/>
              <a:gd name="connsiteX121" fmla="*/ 1917346 w 10740954"/>
              <a:gd name="connsiteY121" fmla="*/ 454006 h 1339999"/>
              <a:gd name="connsiteX122" fmla="*/ 1695299 w 10740954"/>
              <a:gd name="connsiteY122" fmla="*/ 498044 h 1339999"/>
              <a:gd name="connsiteX123" fmla="*/ 1691589 w 10740954"/>
              <a:gd name="connsiteY123" fmla="*/ 490704 h 1339999"/>
              <a:gd name="connsiteX124" fmla="*/ 1891379 w 10740954"/>
              <a:gd name="connsiteY124" fmla="*/ 249022 h 1339999"/>
              <a:gd name="connsiteX125" fmla="*/ 1543469 w 10740954"/>
              <a:gd name="connsiteY125" fmla="*/ 0 h 1339999"/>
              <a:gd name="connsiteX126" fmla="*/ 1162173 w 10740954"/>
              <a:gd name="connsiteY126" fmla="*/ 316651 h 1339999"/>
              <a:gd name="connsiteX127" fmla="*/ 1310293 w 10740954"/>
              <a:gd name="connsiteY127" fmla="*/ 622292 h 1339999"/>
              <a:gd name="connsiteX128" fmla="*/ 1312147 w 10740954"/>
              <a:gd name="connsiteY128" fmla="*/ 625962 h 1339999"/>
              <a:gd name="connsiteX129" fmla="*/ 1047439 w 10740954"/>
              <a:gd name="connsiteY129" fmla="*/ 993990 h 1339999"/>
              <a:gd name="connsiteX130" fmla="*/ 1419462 w 10740954"/>
              <a:gd name="connsiteY130" fmla="*/ 1339999 h 1339999"/>
              <a:gd name="connsiteX131" fmla="*/ 1837589 w 10740954"/>
              <a:gd name="connsiteY131" fmla="*/ 1191635 h 1339999"/>
              <a:gd name="connsiteX132" fmla="*/ 1948613 w 10740954"/>
              <a:gd name="connsiteY132" fmla="*/ 1310641 h 1339999"/>
              <a:gd name="connsiteX133" fmla="*/ 2239024 w 10740954"/>
              <a:gd name="connsiteY133" fmla="*/ 1310641 h 1339999"/>
              <a:gd name="connsiteX134" fmla="*/ 2239024 w 10740954"/>
              <a:gd name="connsiteY134" fmla="*/ 1301466 h 1339999"/>
              <a:gd name="connsiteX135" fmla="*/ 2002403 w 10740954"/>
              <a:gd name="connsiteY135" fmla="*/ 1043532 h 1339999"/>
              <a:gd name="connsiteX136" fmla="*/ 429257 w 10740954"/>
              <a:gd name="connsiteY136" fmla="*/ 1339999 h 1339999"/>
              <a:gd name="connsiteX137" fmla="*/ 858513 w 10740954"/>
              <a:gd name="connsiteY137" fmla="*/ 917186 h 1339999"/>
              <a:gd name="connsiteX138" fmla="*/ 858513 w 10740954"/>
              <a:gd name="connsiteY138" fmla="*/ 29358 h 1339999"/>
              <a:gd name="connsiteX139" fmla="*/ 629046 w 10740954"/>
              <a:gd name="connsiteY139" fmla="*/ 29358 h 1339999"/>
              <a:gd name="connsiteX140" fmla="*/ 629046 w 10740954"/>
              <a:gd name="connsiteY140" fmla="*/ 975903 h 1339999"/>
              <a:gd name="connsiteX141" fmla="*/ 429257 w 10740954"/>
              <a:gd name="connsiteY141" fmla="*/ 1221255 h 1339999"/>
              <a:gd name="connsiteX142" fmla="*/ 229467 w 10740954"/>
              <a:gd name="connsiteY142" fmla="*/ 957554 h 1339999"/>
              <a:gd name="connsiteX143" fmla="*/ 229467 w 10740954"/>
              <a:gd name="connsiteY143" fmla="*/ 781928 h 1339999"/>
              <a:gd name="connsiteX144" fmla="*/ 0 w 10740954"/>
              <a:gd name="connsiteY144" fmla="*/ 838548 h 1339999"/>
              <a:gd name="connsiteX145" fmla="*/ 0 w 10740954"/>
              <a:gd name="connsiteY145" fmla="*/ 917186 h 1339999"/>
              <a:gd name="connsiteX146" fmla="*/ 429257 w 10740954"/>
              <a:gd name="connsiteY146" fmla="*/ 1339999 h 133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0740954" h="1339999">
                <a:moveTo>
                  <a:pt x="5490245" y="754143"/>
                </a:moveTo>
                <a:cubicBezTo>
                  <a:pt x="5510648" y="592934"/>
                  <a:pt x="5593850" y="501451"/>
                  <a:pt x="5740115" y="501451"/>
                </a:cubicBezTo>
                <a:cubicBezTo>
                  <a:pt x="5878961" y="501451"/>
                  <a:pt x="5960308" y="583759"/>
                  <a:pt x="5964018" y="754143"/>
                </a:cubicBezTo>
                <a:lnTo>
                  <a:pt x="5490245" y="754143"/>
                </a:lnTo>
                <a:moveTo>
                  <a:pt x="5739850" y="377202"/>
                </a:moveTo>
                <a:cubicBezTo>
                  <a:pt x="5495545" y="377202"/>
                  <a:pt x="5325432" y="547586"/>
                  <a:pt x="5325432" y="860567"/>
                </a:cubicBezTo>
                <a:cubicBezTo>
                  <a:pt x="5325432" y="1160704"/>
                  <a:pt x="5482826" y="1329252"/>
                  <a:pt x="5739850" y="1329252"/>
                </a:cubicBezTo>
                <a:cubicBezTo>
                  <a:pt x="5950769" y="1329252"/>
                  <a:pt x="6084050" y="1210246"/>
                  <a:pt x="6117437" y="1030950"/>
                </a:cubicBezTo>
                <a:lnTo>
                  <a:pt x="5976736" y="994252"/>
                </a:lnTo>
                <a:cubicBezTo>
                  <a:pt x="5952624" y="1148121"/>
                  <a:pt x="5869422" y="1201071"/>
                  <a:pt x="5754689" y="1201071"/>
                </a:cubicBezTo>
                <a:cubicBezTo>
                  <a:pt x="5571592" y="1201071"/>
                  <a:pt x="5489981" y="1067386"/>
                  <a:pt x="5484416" y="862402"/>
                </a:cubicBezTo>
                <a:lnTo>
                  <a:pt x="6119027" y="862402"/>
                </a:lnTo>
                <a:lnTo>
                  <a:pt x="6119027" y="811025"/>
                </a:lnTo>
                <a:cubicBezTo>
                  <a:pt x="6119292" y="490704"/>
                  <a:pt x="5943615" y="377202"/>
                  <a:pt x="5739850" y="377202"/>
                </a:cubicBezTo>
                <a:moveTo>
                  <a:pt x="8274584" y="754143"/>
                </a:moveTo>
                <a:cubicBezTo>
                  <a:pt x="8294987" y="592934"/>
                  <a:pt x="8378188" y="501451"/>
                  <a:pt x="8524454" y="501451"/>
                </a:cubicBezTo>
                <a:cubicBezTo>
                  <a:pt x="8663299" y="501451"/>
                  <a:pt x="8744646" y="583759"/>
                  <a:pt x="8748356" y="754143"/>
                </a:cubicBezTo>
                <a:lnTo>
                  <a:pt x="8274584" y="754143"/>
                </a:lnTo>
                <a:moveTo>
                  <a:pt x="8524454" y="377202"/>
                </a:moveTo>
                <a:cubicBezTo>
                  <a:pt x="8280149" y="377202"/>
                  <a:pt x="8110035" y="547586"/>
                  <a:pt x="8110035" y="860567"/>
                </a:cubicBezTo>
                <a:cubicBezTo>
                  <a:pt x="8110035" y="1160704"/>
                  <a:pt x="8267430" y="1329252"/>
                  <a:pt x="8524454" y="1329252"/>
                </a:cubicBezTo>
                <a:cubicBezTo>
                  <a:pt x="8735372" y="1329252"/>
                  <a:pt x="8868654" y="1210246"/>
                  <a:pt x="8902041" y="1030950"/>
                </a:cubicBezTo>
                <a:lnTo>
                  <a:pt x="8761340" y="994252"/>
                </a:lnTo>
                <a:cubicBezTo>
                  <a:pt x="8737227" y="1148121"/>
                  <a:pt x="8654025" y="1201071"/>
                  <a:pt x="8539292" y="1201071"/>
                </a:cubicBezTo>
                <a:cubicBezTo>
                  <a:pt x="8356196" y="1201071"/>
                  <a:pt x="8274584" y="1067386"/>
                  <a:pt x="8269019" y="862402"/>
                </a:cubicBezTo>
                <a:lnTo>
                  <a:pt x="8903630" y="862402"/>
                </a:lnTo>
                <a:lnTo>
                  <a:pt x="8903630" y="811025"/>
                </a:lnTo>
                <a:cubicBezTo>
                  <a:pt x="8903895" y="490704"/>
                  <a:pt x="8727953" y="377202"/>
                  <a:pt x="8524454" y="377202"/>
                </a:cubicBezTo>
                <a:moveTo>
                  <a:pt x="9484716" y="377202"/>
                </a:moveTo>
                <a:cubicBezTo>
                  <a:pt x="9231137" y="377202"/>
                  <a:pt x="9059169" y="552828"/>
                  <a:pt x="9059169" y="862402"/>
                </a:cubicBezTo>
                <a:cubicBezTo>
                  <a:pt x="9059169" y="1166208"/>
                  <a:pt x="9227428" y="1329252"/>
                  <a:pt x="9477297" y="1329252"/>
                </a:cubicBezTo>
                <a:cubicBezTo>
                  <a:pt x="9703054" y="1329252"/>
                  <a:pt x="9830771" y="1191897"/>
                  <a:pt x="9856739" y="1003427"/>
                </a:cubicBezTo>
                <a:lnTo>
                  <a:pt x="9710473" y="968564"/>
                </a:lnTo>
                <a:cubicBezTo>
                  <a:pt x="9684506" y="1140520"/>
                  <a:pt x="9610579" y="1199236"/>
                  <a:pt x="9488426" y="1199236"/>
                </a:cubicBezTo>
                <a:cubicBezTo>
                  <a:pt x="9310894" y="1199236"/>
                  <a:pt x="9220008" y="1071056"/>
                  <a:pt x="9220008" y="851392"/>
                </a:cubicBezTo>
                <a:cubicBezTo>
                  <a:pt x="9220008" y="622554"/>
                  <a:pt x="9316193" y="507218"/>
                  <a:pt x="9481006" y="507218"/>
                </a:cubicBezTo>
                <a:cubicBezTo>
                  <a:pt x="9597595" y="507218"/>
                  <a:pt x="9682651" y="564100"/>
                  <a:pt x="9710473" y="726881"/>
                </a:cubicBezTo>
                <a:lnTo>
                  <a:pt x="9856739" y="692018"/>
                </a:lnTo>
                <a:cubicBezTo>
                  <a:pt x="9830771" y="505383"/>
                  <a:pt x="9703054" y="377202"/>
                  <a:pt x="9484716" y="377202"/>
                </a:cubicBezTo>
                <a:moveTo>
                  <a:pt x="5112923" y="29358"/>
                </a:moveTo>
                <a:lnTo>
                  <a:pt x="4868618" y="29358"/>
                </a:lnTo>
                <a:lnTo>
                  <a:pt x="4485467" y="1061881"/>
                </a:lnTo>
                <a:lnTo>
                  <a:pt x="4100726" y="29358"/>
                </a:lnTo>
                <a:lnTo>
                  <a:pt x="3845291" y="29358"/>
                </a:lnTo>
                <a:lnTo>
                  <a:pt x="3845291" y="1310641"/>
                </a:lnTo>
                <a:lnTo>
                  <a:pt x="4006130" y="1310641"/>
                </a:lnTo>
                <a:lnTo>
                  <a:pt x="4006130" y="206819"/>
                </a:lnTo>
                <a:lnTo>
                  <a:pt x="4418694" y="1310641"/>
                </a:lnTo>
                <a:lnTo>
                  <a:pt x="4542701" y="1310641"/>
                </a:lnTo>
                <a:lnTo>
                  <a:pt x="4951820" y="204984"/>
                </a:lnTo>
                <a:lnTo>
                  <a:pt x="4951820" y="1310641"/>
                </a:lnTo>
                <a:lnTo>
                  <a:pt x="5112923" y="1310641"/>
                </a:lnTo>
                <a:lnTo>
                  <a:pt x="5112923" y="29358"/>
                </a:lnTo>
                <a:moveTo>
                  <a:pt x="6688984" y="1198974"/>
                </a:moveTo>
                <a:cubicBezTo>
                  <a:pt x="6537154" y="1198974"/>
                  <a:pt x="6435405" y="1090977"/>
                  <a:pt x="6435405" y="852965"/>
                </a:cubicBezTo>
                <a:cubicBezTo>
                  <a:pt x="6435405" y="613118"/>
                  <a:pt x="6537154" y="506956"/>
                  <a:pt x="6688984" y="506956"/>
                </a:cubicBezTo>
                <a:cubicBezTo>
                  <a:pt x="6840814" y="506956"/>
                  <a:pt x="6942564" y="613118"/>
                  <a:pt x="6942564" y="852965"/>
                </a:cubicBezTo>
                <a:cubicBezTo>
                  <a:pt x="6942564" y="1090977"/>
                  <a:pt x="6840814" y="1198974"/>
                  <a:pt x="6688984" y="1198974"/>
                </a:cubicBezTo>
                <a:moveTo>
                  <a:pt x="7092538" y="29358"/>
                </a:moveTo>
                <a:lnTo>
                  <a:pt x="6938854" y="29358"/>
                </a:lnTo>
                <a:lnTo>
                  <a:pt x="6938854" y="571177"/>
                </a:lnTo>
                <a:cubicBezTo>
                  <a:pt x="6905467" y="470520"/>
                  <a:pt x="6824120" y="377202"/>
                  <a:pt x="6663017" y="377202"/>
                </a:cubicBezTo>
                <a:cubicBezTo>
                  <a:pt x="6455808" y="377202"/>
                  <a:pt x="6274301" y="538411"/>
                  <a:pt x="6274301" y="858732"/>
                </a:cubicBezTo>
                <a:cubicBezTo>
                  <a:pt x="6274301" y="1182722"/>
                  <a:pt x="6455543" y="1329252"/>
                  <a:pt x="6650033" y="1329252"/>
                </a:cubicBezTo>
                <a:cubicBezTo>
                  <a:pt x="6796299" y="1329252"/>
                  <a:pt x="6903612" y="1245109"/>
                  <a:pt x="6938854" y="1126103"/>
                </a:cubicBezTo>
                <a:lnTo>
                  <a:pt x="6938854" y="1195567"/>
                </a:lnTo>
                <a:cubicBezTo>
                  <a:pt x="6938854" y="1237769"/>
                  <a:pt x="6942564" y="1283380"/>
                  <a:pt x="6948128" y="1310903"/>
                </a:cubicBezTo>
                <a:lnTo>
                  <a:pt x="7103667" y="1310903"/>
                </a:lnTo>
                <a:cubicBezTo>
                  <a:pt x="7096248" y="1266865"/>
                  <a:pt x="7092538" y="1202906"/>
                  <a:pt x="7092538" y="1120598"/>
                </a:cubicBezTo>
                <a:lnTo>
                  <a:pt x="7092538" y="29358"/>
                </a:lnTo>
                <a:moveTo>
                  <a:pt x="8258155" y="29358"/>
                </a:moveTo>
                <a:lnTo>
                  <a:pt x="7258942" y="29358"/>
                </a:lnTo>
                <a:lnTo>
                  <a:pt x="7258942" y="163044"/>
                </a:lnTo>
                <a:lnTo>
                  <a:pt x="7678924" y="163044"/>
                </a:lnTo>
                <a:lnTo>
                  <a:pt x="7678924" y="1310903"/>
                </a:lnTo>
                <a:lnTo>
                  <a:pt x="7840028" y="1310903"/>
                </a:lnTo>
                <a:lnTo>
                  <a:pt x="7840028" y="163044"/>
                </a:lnTo>
                <a:lnTo>
                  <a:pt x="8258155" y="163044"/>
                </a:lnTo>
                <a:lnTo>
                  <a:pt x="8258155" y="29358"/>
                </a:lnTo>
                <a:moveTo>
                  <a:pt x="10185835" y="29358"/>
                </a:moveTo>
                <a:lnTo>
                  <a:pt x="10032151" y="29358"/>
                </a:lnTo>
                <a:lnTo>
                  <a:pt x="10032151" y="1310641"/>
                </a:lnTo>
                <a:lnTo>
                  <a:pt x="10185835" y="1310641"/>
                </a:lnTo>
                <a:lnTo>
                  <a:pt x="10185835" y="708532"/>
                </a:lnTo>
                <a:cubicBezTo>
                  <a:pt x="10185835" y="580352"/>
                  <a:pt x="10250489" y="494374"/>
                  <a:pt x="10387480" y="494374"/>
                </a:cubicBezTo>
                <a:cubicBezTo>
                  <a:pt x="10522617" y="494374"/>
                  <a:pt x="10587270" y="580352"/>
                  <a:pt x="10587270" y="708532"/>
                </a:cubicBezTo>
                <a:lnTo>
                  <a:pt x="10587270" y="1310903"/>
                </a:lnTo>
                <a:lnTo>
                  <a:pt x="10740955" y="1310903"/>
                </a:lnTo>
                <a:lnTo>
                  <a:pt x="10740955" y="677339"/>
                </a:lnTo>
                <a:cubicBezTo>
                  <a:pt x="10740955" y="505383"/>
                  <a:pt x="10633640" y="377202"/>
                  <a:pt x="10443125" y="377202"/>
                </a:cubicBezTo>
                <a:cubicBezTo>
                  <a:pt x="10315408" y="377202"/>
                  <a:pt x="10221077" y="434084"/>
                  <a:pt x="10185835" y="536576"/>
                </a:cubicBezTo>
                <a:lnTo>
                  <a:pt x="10185835" y="29358"/>
                </a:lnTo>
                <a:moveTo>
                  <a:pt x="2759431" y="1339999"/>
                </a:moveTo>
                <a:cubicBezTo>
                  <a:pt x="3068390" y="1339999"/>
                  <a:pt x="3188688" y="1157034"/>
                  <a:pt x="3188688" y="917186"/>
                </a:cubicBezTo>
                <a:lnTo>
                  <a:pt x="3188688" y="29358"/>
                </a:lnTo>
                <a:lnTo>
                  <a:pt x="2959221" y="29358"/>
                </a:lnTo>
                <a:lnTo>
                  <a:pt x="2959221" y="975903"/>
                </a:lnTo>
                <a:cubicBezTo>
                  <a:pt x="2959221" y="1129772"/>
                  <a:pt x="2900132" y="1221255"/>
                  <a:pt x="2759431" y="1221255"/>
                </a:cubicBezTo>
                <a:cubicBezTo>
                  <a:pt x="2620585" y="1221255"/>
                  <a:pt x="2559641" y="1124268"/>
                  <a:pt x="2559641" y="957554"/>
                </a:cubicBezTo>
                <a:lnTo>
                  <a:pt x="2559641" y="781928"/>
                </a:lnTo>
                <a:lnTo>
                  <a:pt x="2330175" y="838548"/>
                </a:lnTo>
                <a:lnTo>
                  <a:pt x="2330175" y="917186"/>
                </a:lnTo>
                <a:cubicBezTo>
                  <a:pt x="2329910" y="1157034"/>
                  <a:pt x="2450207" y="1339999"/>
                  <a:pt x="2759431" y="1339999"/>
                </a:cubicBezTo>
                <a:moveTo>
                  <a:pt x="1537905" y="1206314"/>
                </a:moveTo>
                <a:cubicBezTo>
                  <a:pt x="1360373" y="1206314"/>
                  <a:pt x="1251204" y="1063454"/>
                  <a:pt x="1251204" y="911682"/>
                </a:cubicBezTo>
                <a:cubicBezTo>
                  <a:pt x="1251204" y="816529"/>
                  <a:pt x="1293864" y="728716"/>
                  <a:pt x="1364082" y="679174"/>
                </a:cubicBezTo>
                <a:lnTo>
                  <a:pt x="1782210" y="1131345"/>
                </a:lnTo>
                <a:cubicBezTo>
                  <a:pt x="1704573" y="1176955"/>
                  <a:pt x="1617662" y="1206314"/>
                  <a:pt x="1537905" y="1206314"/>
                </a:cubicBezTo>
                <a:moveTo>
                  <a:pt x="1761807" y="550993"/>
                </a:moveTo>
                <a:cubicBezTo>
                  <a:pt x="1911782" y="550993"/>
                  <a:pt x="2004258" y="636971"/>
                  <a:pt x="2004258" y="785336"/>
                </a:cubicBezTo>
                <a:cubicBezTo>
                  <a:pt x="2004258" y="851130"/>
                  <a:pt x="1985709" y="919021"/>
                  <a:pt x="1945168" y="981146"/>
                </a:cubicBezTo>
                <a:lnTo>
                  <a:pt x="1582420" y="585856"/>
                </a:lnTo>
                <a:cubicBezTo>
                  <a:pt x="1647074" y="560168"/>
                  <a:pt x="1710137" y="550993"/>
                  <a:pt x="1761807" y="550993"/>
                </a:cubicBezTo>
                <a:moveTo>
                  <a:pt x="1537905" y="96987"/>
                </a:moveTo>
                <a:cubicBezTo>
                  <a:pt x="1647074" y="96987"/>
                  <a:pt x="1711727" y="159112"/>
                  <a:pt x="1711727" y="272613"/>
                </a:cubicBezTo>
                <a:cubicBezTo>
                  <a:pt x="1711727" y="376940"/>
                  <a:pt x="1659792" y="475763"/>
                  <a:pt x="1532340" y="532644"/>
                </a:cubicBezTo>
                <a:lnTo>
                  <a:pt x="1452848" y="444831"/>
                </a:lnTo>
                <a:cubicBezTo>
                  <a:pt x="1382630" y="368028"/>
                  <a:pt x="1362227" y="320321"/>
                  <a:pt x="1362227" y="263701"/>
                </a:cubicBezTo>
                <a:cubicBezTo>
                  <a:pt x="1362227" y="157539"/>
                  <a:pt x="1430590" y="96987"/>
                  <a:pt x="1537905" y="96987"/>
                </a:cubicBezTo>
                <a:moveTo>
                  <a:pt x="2002403" y="1043532"/>
                </a:moveTo>
                <a:cubicBezTo>
                  <a:pt x="2102298" y="926361"/>
                  <a:pt x="2159797" y="798180"/>
                  <a:pt x="2159797" y="686514"/>
                </a:cubicBezTo>
                <a:cubicBezTo>
                  <a:pt x="2159797" y="547324"/>
                  <a:pt x="2065466" y="454006"/>
                  <a:pt x="1917346" y="454006"/>
                </a:cubicBezTo>
                <a:cubicBezTo>
                  <a:pt x="1839709" y="454006"/>
                  <a:pt x="1752533" y="476025"/>
                  <a:pt x="1695299" y="498044"/>
                </a:cubicBezTo>
                <a:lnTo>
                  <a:pt x="1691589" y="490704"/>
                </a:lnTo>
                <a:cubicBezTo>
                  <a:pt x="1832290" y="415735"/>
                  <a:pt x="1891379" y="346009"/>
                  <a:pt x="1891379" y="249022"/>
                </a:cubicBezTo>
                <a:cubicBezTo>
                  <a:pt x="1891379" y="109832"/>
                  <a:pt x="1765517" y="0"/>
                  <a:pt x="1543469" y="0"/>
                </a:cubicBezTo>
                <a:cubicBezTo>
                  <a:pt x="1288035" y="0"/>
                  <a:pt x="1162173" y="141025"/>
                  <a:pt x="1162173" y="316651"/>
                </a:cubicBezTo>
                <a:cubicBezTo>
                  <a:pt x="1162173" y="411803"/>
                  <a:pt x="1202978" y="506956"/>
                  <a:pt x="1310293" y="622292"/>
                </a:cubicBezTo>
                <a:lnTo>
                  <a:pt x="1312147" y="625962"/>
                </a:lnTo>
                <a:cubicBezTo>
                  <a:pt x="1130906" y="711940"/>
                  <a:pt x="1047439" y="851130"/>
                  <a:pt x="1047439" y="993990"/>
                </a:cubicBezTo>
                <a:cubicBezTo>
                  <a:pt x="1047439" y="1182460"/>
                  <a:pt x="1193704" y="1339999"/>
                  <a:pt x="1419462" y="1339999"/>
                </a:cubicBezTo>
                <a:cubicBezTo>
                  <a:pt x="1549033" y="1339999"/>
                  <a:pt x="1700863" y="1286787"/>
                  <a:pt x="1837589" y="1191635"/>
                </a:cubicBezTo>
                <a:lnTo>
                  <a:pt x="1948613" y="1310641"/>
                </a:lnTo>
                <a:lnTo>
                  <a:pt x="2239024" y="1310641"/>
                </a:lnTo>
                <a:lnTo>
                  <a:pt x="2239024" y="1301466"/>
                </a:lnTo>
                <a:lnTo>
                  <a:pt x="2002403" y="1043532"/>
                </a:lnTo>
                <a:close/>
                <a:moveTo>
                  <a:pt x="429257" y="1339999"/>
                </a:moveTo>
                <a:cubicBezTo>
                  <a:pt x="738215" y="1339999"/>
                  <a:pt x="858513" y="1157034"/>
                  <a:pt x="858513" y="917186"/>
                </a:cubicBezTo>
                <a:lnTo>
                  <a:pt x="858513" y="29358"/>
                </a:lnTo>
                <a:lnTo>
                  <a:pt x="629046" y="29358"/>
                </a:lnTo>
                <a:lnTo>
                  <a:pt x="629046" y="975903"/>
                </a:lnTo>
                <a:cubicBezTo>
                  <a:pt x="629046" y="1129772"/>
                  <a:pt x="569957" y="1221255"/>
                  <a:pt x="429257" y="1221255"/>
                </a:cubicBezTo>
                <a:cubicBezTo>
                  <a:pt x="290411" y="1221255"/>
                  <a:pt x="229467" y="1124268"/>
                  <a:pt x="229467" y="957554"/>
                </a:cubicBezTo>
                <a:lnTo>
                  <a:pt x="229467" y="781928"/>
                </a:lnTo>
                <a:lnTo>
                  <a:pt x="0" y="838548"/>
                </a:lnTo>
                <a:lnTo>
                  <a:pt x="0" y="917186"/>
                </a:lnTo>
                <a:cubicBezTo>
                  <a:pt x="0" y="1157034"/>
                  <a:pt x="120298" y="1339999"/>
                  <a:pt x="429257" y="1339999"/>
                </a:cubicBezTo>
              </a:path>
            </a:pathLst>
          </a:custGeom>
          <a:solidFill>
            <a:schemeClr val="bg1"/>
          </a:solidFill>
          <a:ln w="26484" cap="flat">
            <a:noFill/>
            <a:prstDash val="solid"/>
            <a:miter/>
          </a:ln>
        </p:spPr>
        <p:txBody>
          <a:bodyPr rtlCol="0" anchor="ctr"/>
          <a:lstStyle/>
          <a:p>
            <a:endParaRPr lang="en-GB"/>
          </a:p>
        </p:txBody>
      </p:sp>
      <p:grpSp>
        <p:nvGrpSpPr>
          <p:cNvPr id="11" name="Group 10">
            <a:extLst>
              <a:ext uri="{FF2B5EF4-FFF2-40B4-BE49-F238E27FC236}">
                <a16:creationId xmlns:a16="http://schemas.microsoft.com/office/drawing/2014/main" id="{28B4F137-DBFB-F85F-F8E3-F22FC3CF1A70}"/>
              </a:ext>
            </a:extLst>
          </p:cNvPr>
          <p:cNvGrpSpPr/>
          <p:nvPr userDrawn="1"/>
        </p:nvGrpSpPr>
        <p:grpSpPr>
          <a:xfrm>
            <a:off x="10432940" y="6418009"/>
            <a:ext cx="1069848" cy="150269"/>
            <a:chOff x="10830507" y="6418009"/>
            <a:chExt cx="1069848" cy="150269"/>
          </a:xfrm>
        </p:grpSpPr>
        <p:sp>
          <p:nvSpPr>
            <p:cNvPr id="13" name="TextBox 12">
              <a:extLst>
                <a:ext uri="{FF2B5EF4-FFF2-40B4-BE49-F238E27FC236}">
                  <a16:creationId xmlns:a16="http://schemas.microsoft.com/office/drawing/2014/main" id="{C3DAD80A-3186-F306-472E-8ED608F0FC7A}"/>
                </a:ext>
              </a:extLst>
            </p:cNvPr>
            <p:cNvSpPr txBox="1"/>
            <p:nvPr userDrawn="1"/>
          </p:nvSpPr>
          <p:spPr>
            <a:xfrm>
              <a:off x="10940235" y="6430164"/>
              <a:ext cx="960120" cy="138114"/>
            </a:xfrm>
            <a:prstGeom prst="rect">
              <a:avLst/>
            </a:prstGeom>
            <a:noFill/>
          </p:spPr>
          <p:txBody>
            <a:bodyPr wrap="square" lIns="0" tIns="0" rIns="0" bIns="0" rtlCol="0" anchor="ctr" anchorCtr="0">
              <a:noAutofit/>
            </a:bodyPr>
            <a:lstStyle/>
            <a:p>
              <a:pPr algn="l"/>
              <a:r>
                <a:rPr lang="en-US" sz="1100" kern="1200">
                  <a:solidFill>
                    <a:schemeClr val="bg1"/>
                  </a:solidFill>
                  <a:latin typeface="+mn-lt"/>
                  <a:ea typeface="+mn-ea"/>
                  <a:cs typeface="+mn-cs"/>
                </a:rPr>
                <a:t>Orthopaedics</a:t>
              </a:r>
            </a:p>
          </p:txBody>
        </p:sp>
        <p:sp>
          <p:nvSpPr>
            <p:cNvPr id="17" name="Rectangle 16">
              <a:extLst>
                <a:ext uri="{FF2B5EF4-FFF2-40B4-BE49-F238E27FC236}">
                  <a16:creationId xmlns:a16="http://schemas.microsoft.com/office/drawing/2014/main" id="{42D3A580-A9E3-8E70-A6DD-9E0B41D6A1D6}"/>
                </a:ext>
              </a:extLst>
            </p:cNvPr>
            <p:cNvSpPr/>
            <p:nvPr userDrawn="1"/>
          </p:nvSpPr>
          <p:spPr>
            <a:xfrm>
              <a:off x="10830507" y="6418009"/>
              <a:ext cx="18288" cy="146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grpSp>
    </p:spTree>
    <p:extLst>
      <p:ext uri="{BB962C8B-B14F-4D97-AF65-F5344CB8AC3E}">
        <p14:creationId xmlns:p14="http://schemas.microsoft.com/office/powerpoint/2010/main" val="36267163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am Slide x 4">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23" name="Picture Placeholder 3">
            <a:extLst>
              <a:ext uri="{FF2B5EF4-FFF2-40B4-BE49-F238E27FC236}">
                <a16:creationId xmlns:a16="http://schemas.microsoft.com/office/drawing/2014/main" id="{9858E5CC-B320-8459-7BD7-5CE14C5E3AC9}"/>
              </a:ext>
            </a:extLst>
          </p:cNvPr>
          <p:cNvSpPr>
            <a:spLocks noGrp="1"/>
          </p:cNvSpPr>
          <p:nvPr>
            <p:ph type="pic" sz="quarter" idx="23" hasCustomPrompt="1"/>
          </p:nvPr>
        </p:nvSpPr>
        <p:spPr>
          <a:xfrm>
            <a:off x="6161089" y="1309284"/>
            <a:ext cx="2795588" cy="2922992"/>
          </a:xfrm>
          <a:solidFill>
            <a:schemeClr val="tx2"/>
          </a:solidFill>
        </p:spPr>
        <p:txBody>
          <a:bodyPr vert="horz" lIns="0" tIns="0" rIns="0" bIns="0" rtlCol="0">
            <a:noAutofit/>
          </a:bodyPr>
          <a:lstStyle>
            <a:lvl1pPr>
              <a:defRPr lang="en-GB" sz="1600"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24" name="Text Placeholder 10">
            <a:extLst>
              <a:ext uri="{FF2B5EF4-FFF2-40B4-BE49-F238E27FC236}">
                <a16:creationId xmlns:a16="http://schemas.microsoft.com/office/drawing/2014/main" id="{BA241006-FA7F-3ABD-E9C0-8E177A254F71}"/>
              </a:ext>
            </a:extLst>
          </p:cNvPr>
          <p:cNvSpPr>
            <a:spLocks noGrp="1"/>
          </p:cNvSpPr>
          <p:nvPr>
            <p:ph type="body" sz="quarter" idx="24" hasCustomPrompt="1"/>
          </p:nvPr>
        </p:nvSpPr>
        <p:spPr>
          <a:xfrm>
            <a:off x="6161088" y="4376739"/>
            <a:ext cx="2797905" cy="1389062"/>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2" name="Picture Placeholder 3">
            <a:extLst>
              <a:ext uri="{FF2B5EF4-FFF2-40B4-BE49-F238E27FC236}">
                <a16:creationId xmlns:a16="http://schemas.microsoft.com/office/drawing/2014/main" id="{AE4666F2-0E72-5C8A-DFF8-2DD7C6E4BAAE}"/>
              </a:ext>
            </a:extLst>
          </p:cNvPr>
          <p:cNvSpPr>
            <a:spLocks noGrp="1"/>
          </p:cNvSpPr>
          <p:nvPr>
            <p:ph type="pic" sz="quarter" idx="25" hasCustomPrompt="1"/>
          </p:nvPr>
        </p:nvSpPr>
        <p:spPr>
          <a:xfrm>
            <a:off x="3225801" y="1309284"/>
            <a:ext cx="2795588" cy="2922992"/>
          </a:xfrm>
          <a:solidFill>
            <a:schemeClr val="tx2"/>
          </a:solidFill>
        </p:spPr>
        <p:txBody>
          <a:bodyPr vert="horz" lIns="0" tIns="0" rIns="0" bIns="0" rtlCol="0">
            <a:noAutofit/>
          </a:bodyPr>
          <a:lstStyle>
            <a:lvl1pPr>
              <a:defRPr lang="en-GB" sz="1600"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4" name="Text Placeholder 10">
            <a:extLst>
              <a:ext uri="{FF2B5EF4-FFF2-40B4-BE49-F238E27FC236}">
                <a16:creationId xmlns:a16="http://schemas.microsoft.com/office/drawing/2014/main" id="{9C68E616-CAC0-EE06-D15E-AFFEF3740EFF}"/>
              </a:ext>
            </a:extLst>
          </p:cNvPr>
          <p:cNvSpPr>
            <a:spLocks noGrp="1"/>
          </p:cNvSpPr>
          <p:nvPr>
            <p:ph type="body" sz="quarter" idx="26" hasCustomPrompt="1"/>
          </p:nvPr>
        </p:nvSpPr>
        <p:spPr>
          <a:xfrm>
            <a:off x="3225800" y="4376739"/>
            <a:ext cx="2794731" cy="1389062"/>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9" name="Picture Placeholder 3">
            <a:extLst>
              <a:ext uri="{FF2B5EF4-FFF2-40B4-BE49-F238E27FC236}">
                <a16:creationId xmlns:a16="http://schemas.microsoft.com/office/drawing/2014/main" id="{2D83ADDB-0799-3ABA-AFB5-0EF907EBBC1C}"/>
              </a:ext>
            </a:extLst>
          </p:cNvPr>
          <p:cNvSpPr>
            <a:spLocks noGrp="1"/>
          </p:cNvSpPr>
          <p:nvPr>
            <p:ph type="pic" sz="quarter" idx="27" hasCustomPrompt="1"/>
          </p:nvPr>
        </p:nvSpPr>
        <p:spPr>
          <a:xfrm>
            <a:off x="9119384" y="1309284"/>
            <a:ext cx="2795588" cy="2922992"/>
          </a:xfrm>
          <a:solidFill>
            <a:schemeClr val="tx2"/>
          </a:solidFill>
        </p:spPr>
        <p:txBody>
          <a:bodyPr vert="horz" lIns="0" tIns="0" rIns="0" bIns="0" rtlCol="0">
            <a:noAutofit/>
          </a:bodyPr>
          <a:lstStyle>
            <a:lvl1pPr>
              <a:defRPr lang="en-GB" sz="1600"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10" name="Text Placeholder 10">
            <a:extLst>
              <a:ext uri="{FF2B5EF4-FFF2-40B4-BE49-F238E27FC236}">
                <a16:creationId xmlns:a16="http://schemas.microsoft.com/office/drawing/2014/main" id="{5A40ED4D-9D7E-FA31-0E92-48608769B8DC}"/>
              </a:ext>
            </a:extLst>
          </p:cNvPr>
          <p:cNvSpPr>
            <a:spLocks noGrp="1"/>
          </p:cNvSpPr>
          <p:nvPr>
            <p:ph type="body" sz="quarter" idx="28" hasCustomPrompt="1"/>
          </p:nvPr>
        </p:nvSpPr>
        <p:spPr>
          <a:xfrm>
            <a:off x="9119383" y="4376739"/>
            <a:ext cx="2797905" cy="1389062"/>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11" name="Picture Placeholder 3">
            <a:extLst>
              <a:ext uri="{FF2B5EF4-FFF2-40B4-BE49-F238E27FC236}">
                <a16:creationId xmlns:a16="http://schemas.microsoft.com/office/drawing/2014/main" id="{F5068F87-7E7A-B5CF-3CBC-E18B6DD0D732}"/>
              </a:ext>
            </a:extLst>
          </p:cNvPr>
          <p:cNvSpPr>
            <a:spLocks noGrp="1"/>
          </p:cNvSpPr>
          <p:nvPr>
            <p:ph type="pic" sz="quarter" idx="29" hasCustomPrompt="1"/>
          </p:nvPr>
        </p:nvSpPr>
        <p:spPr>
          <a:xfrm>
            <a:off x="291479" y="1309284"/>
            <a:ext cx="2795588" cy="2922992"/>
          </a:xfrm>
          <a:solidFill>
            <a:schemeClr val="tx2"/>
          </a:solidFill>
        </p:spPr>
        <p:txBody>
          <a:bodyPr vert="horz" lIns="0" tIns="0" rIns="0" bIns="0" rtlCol="0">
            <a:noAutofit/>
          </a:bodyPr>
          <a:lstStyle>
            <a:lvl1pPr>
              <a:defRPr lang="en-GB" sz="1600"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12" name="Text Placeholder 10">
            <a:extLst>
              <a:ext uri="{FF2B5EF4-FFF2-40B4-BE49-F238E27FC236}">
                <a16:creationId xmlns:a16="http://schemas.microsoft.com/office/drawing/2014/main" id="{B4F951B9-FA91-8764-4AF1-2302D32F8D5A}"/>
              </a:ext>
            </a:extLst>
          </p:cNvPr>
          <p:cNvSpPr>
            <a:spLocks noGrp="1"/>
          </p:cNvSpPr>
          <p:nvPr>
            <p:ph type="body" sz="quarter" idx="30" hasCustomPrompt="1"/>
          </p:nvPr>
        </p:nvSpPr>
        <p:spPr>
          <a:xfrm>
            <a:off x="291478" y="4376739"/>
            <a:ext cx="2794731" cy="1389062"/>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3" name="Text Placeholder 7">
            <a:extLst>
              <a:ext uri="{FF2B5EF4-FFF2-40B4-BE49-F238E27FC236}">
                <a16:creationId xmlns:a16="http://schemas.microsoft.com/office/drawing/2014/main" id="{5F91C3EF-5967-CDBE-EACE-2531D873C36A}"/>
              </a:ext>
            </a:extLst>
          </p:cNvPr>
          <p:cNvSpPr>
            <a:spLocks noGrp="1"/>
          </p:cNvSpPr>
          <p:nvPr>
            <p:ph type="body" sz="quarter" idx="31" hasCustomPrompt="1"/>
          </p:nvPr>
        </p:nvSpPr>
        <p:spPr>
          <a:xfrm>
            <a:off x="8125200" y="293525"/>
            <a:ext cx="3778870" cy="878050"/>
          </a:xfrm>
        </p:spPr>
        <p:txBody>
          <a:bodyPr/>
          <a:lstStyle>
            <a:lvl1pPr>
              <a:defRPr sz="1400"/>
            </a:lvl1pPr>
            <a:lvl2pPr>
              <a:defRPr sz="1400"/>
            </a:lvl2pPr>
            <a:lvl3pPr>
              <a:defRPr sz="1200"/>
            </a:lvl3pPr>
          </a:lstStyle>
          <a:p>
            <a:pPr lvl="0"/>
            <a:r>
              <a:rPr lang="en-GB"/>
              <a:t>Click to add text. Delete if not required.</a:t>
            </a:r>
          </a:p>
          <a:p>
            <a:pPr lvl="1"/>
            <a:r>
              <a:rPr lang="en-GB"/>
              <a:t>Second level</a:t>
            </a:r>
          </a:p>
          <a:p>
            <a:pPr lvl="2"/>
            <a:r>
              <a:rPr lang="en-GB"/>
              <a:t>Third level</a:t>
            </a:r>
          </a:p>
        </p:txBody>
      </p:sp>
      <p:sp>
        <p:nvSpPr>
          <p:cNvPr id="13" name="Title 7">
            <a:extLst>
              <a:ext uri="{FF2B5EF4-FFF2-40B4-BE49-F238E27FC236}">
                <a16:creationId xmlns:a16="http://schemas.microsoft.com/office/drawing/2014/main" id="{DA47195B-21A0-9A63-E4DA-58F9F29E98B6}"/>
              </a:ext>
            </a:extLst>
          </p:cNvPr>
          <p:cNvSpPr>
            <a:spLocks noGrp="1"/>
          </p:cNvSpPr>
          <p:nvPr>
            <p:ph type="title" hasCustomPrompt="1"/>
          </p:nvPr>
        </p:nvSpPr>
        <p:spPr>
          <a:xfrm>
            <a:off x="288303" y="262800"/>
            <a:ext cx="5733085" cy="468590"/>
          </a:xfrm>
        </p:spPr>
        <p:txBody>
          <a:bodyPr/>
          <a:lstStyle>
            <a:lvl1pPr>
              <a:defRPr>
                <a:solidFill>
                  <a:schemeClr val="accent1"/>
                </a:solidFill>
              </a:defRPr>
            </a:lvl1pPr>
          </a:lstStyle>
          <a:p>
            <a:r>
              <a:rPr lang="en-US"/>
              <a:t>Master title style</a:t>
            </a:r>
            <a:endParaRPr lang="en-GB"/>
          </a:p>
        </p:txBody>
      </p:sp>
      <p:sp>
        <p:nvSpPr>
          <p:cNvPr id="5" name="Subtitle 2">
            <a:extLst>
              <a:ext uri="{FF2B5EF4-FFF2-40B4-BE49-F238E27FC236}">
                <a16:creationId xmlns:a16="http://schemas.microsoft.com/office/drawing/2014/main" id="{FB220D96-C4B3-B7EB-A87A-9845F48C33C3}"/>
              </a:ext>
            </a:extLst>
          </p:cNvPr>
          <p:cNvSpPr>
            <a:spLocks noGrp="1"/>
          </p:cNvSpPr>
          <p:nvPr>
            <p:ph type="subTitle" idx="16" hasCustomPrompt="1"/>
          </p:nvPr>
        </p:nvSpPr>
        <p:spPr>
          <a:xfrm>
            <a:off x="288302" y="713620"/>
            <a:ext cx="5732229" cy="292965"/>
          </a:xfrm>
        </p:spPr>
        <p:txBody>
          <a:bodyPr vert="horz" wrap="square" lIns="0" tIns="0" rIns="0" bIns="0" rtlCol="0" anchor="t">
            <a:spAutoFit/>
          </a:bodyPr>
          <a:lstStyle>
            <a:lvl1pPr>
              <a:defRPr lang="en-GB" b="1" dirty="0"/>
            </a:lvl1pPr>
          </a:lstStyle>
          <a:p>
            <a:pPr lvl="0"/>
            <a:r>
              <a:rPr lang="en-GB"/>
              <a:t>Subtitle. Delete if not required.</a:t>
            </a:r>
          </a:p>
        </p:txBody>
      </p:sp>
      <p:sp>
        <p:nvSpPr>
          <p:cNvPr id="8" name="Footer Placeholder 4">
            <a:extLst>
              <a:ext uri="{FF2B5EF4-FFF2-40B4-BE49-F238E27FC236}">
                <a16:creationId xmlns:a16="http://schemas.microsoft.com/office/drawing/2014/main" id="{6606912E-45D9-5EEE-9496-4E85E1874A13}"/>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218636051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am Slide x 6">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4" name="Picture Placeholder 3">
            <a:extLst>
              <a:ext uri="{FF2B5EF4-FFF2-40B4-BE49-F238E27FC236}">
                <a16:creationId xmlns:a16="http://schemas.microsoft.com/office/drawing/2014/main" id="{3DD93883-FE82-F5D7-6954-1E4205A257B6}"/>
              </a:ext>
            </a:extLst>
          </p:cNvPr>
          <p:cNvSpPr>
            <a:spLocks noGrp="1"/>
          </p:cNvSpPr>
          <p:nvPr>
            <p:ph type="pic" sz="quarter" idx="13" hasCustomPrompt="1"/>
          </p:nvPr>
        </p:nvSpPr>
        <p:spPr>
          <a:xfrm>
            <a:off x="292100" y="2338388"/>
            <a:ext cx="1811338" cy="1893887"/>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11" name="Text Placeholder 10">
            <a:extLst>
              <a:ext uri="{FF2B5EF4-FFF2-40B4-BE49-F238E27FC236}">
                <a16:creationId xmlns:a16="http://schemas.microsoft.com/office/drawing/2014/main" id="{BAF95DAC-024B-BE13-C7C3-B8E962C0E286}"/>
              </a:ext>
            </a:extLst>
          </p:cNvPr>
          <p:cNvSpPr>
            <a:spLocks noGrp="1"/>
          </p:cNvSpPr>
          <p:nvPr>
            <p:ph type="body" sz="quarter" idx="14" hasCustomPrompt="1"/>
          </p:nvPr>
        </p:nvSpPr>
        <p:spPr>
          <a:xfrm>
            <a:off x="292100" y="4376739"/>
            <a:ext cx="1811338" cy="1389062"/>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12" name="Picture Placeholder 3">
            <a:extLst>
              <a:ext uri="{FF2B5EF4-FFF2-40B4-BE49-F238E27FC236}">
                <a16:creationId xmlns:a16="http://schemas.microsoft.com/office/drawing/2014/main" id="{D5C0A3F1-8272-1EE9-CC5E-D2F51E93821E}"/>
              </a:ext>
            </a:extLst>
          </p:cNvPr>
          <p:cNvSpPr>
            <a:spLocks noGrp="1"/>
          </p:cNvSpPr>
          <p:nvPr>
            <p:ph type="pic" sz="quarter" idx="15" hasCustomPrompt="1"/>
          </p:nvPr>
        </p:nvSpPr>
        <p:spPr>
          <a:xfrm>
            <a:off x="2251075" y="2338388"/>
            <a:ext cx="1811338" cy="1893887"/>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13" name="Text Placeholder 10">
            <a:extLst>
              <a:ext uri="{FF2B5EF4-FFF2-40B4-BE49-F238E27FC236}">
                <a16:creationId xmlns:a16="http://schemas.microsoft.com/office/drawing/2014/main" id="{07824833-215E-5CBF-9B67-8C5BFCFF600B}"/>
              </a:ext>
            </a:extLst>
          </p:cNvPr>
          <p:cNvSpPr>
            <a:spLocks noGrp="1"/>
          </p:cNvSpPr>
          <p:nvPr>
            <p:ph type="body" sz="quarter" idx="16" hasCustomPrompt="1"/>
          </p:nvPr>
        </p:nvSpPr>
        <p:spPr>
          <a:xfrm>
            <a:off x="2251075" y="4376739"/>
            <a:ext cx="1811338" cy="1389062"/>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17" name="Picture Placeholder 3">
            <a:extLst>
              <a:ext uri="{FF2B5EF4-FFF2-40B4-BE49-F238E27FC236}">
                <a16:creationId xmlns:a16="http://schemas.microsoft.com/office/drawing/2014/main" id="{BC82D359-5E82-6645-4BA5-091395FFBE4D}"/>
              </a:ext>
            </a:extLst>
          </p:cNvPr>
          <p:cNvSpPr>
            <a:spLocks noGrp="1"/>
          </p:cNvSpPr>
          <p:nvPr>
            <p:ph type="pic" sz="quarter" idx="17" hasCustomPrompt="1"/>
          </p:nvPr>
        </p:nvSpPr>
        <p:spPr>
          <a:xfrm>
            <a:off x="4206875" y="2338388"/>
            <a:ext cx="1811338" cy="1893887"/>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18" name="Text Placeholder 10">
            <a:extLst>
              <a:ext uri="{FF2B5EF4-FFF2-40B4-BE49-F238E27FC236}">
                <a16:creationId xmlns:a16="http://schemas.microsoft.com/office/drawing/2014/main" id="{988FBE5D-B4CD-CE1A-E7E9-92C4741B19DA}"/>
              </a:ext>
            </a:extLst>
          </p:cNvPr>
          <p:cNvSpPr>
            <a:spLocks noGrp="1"/>
          </p:cNvSpPr>
          <p:nvPr>
            <p:ph type="body" sz="quarter" idx="18" hasCustomPrompt="1"/>
          </p:nvPr>
        </p:nvSpPr>
        <p:spPr>
          <a:xfrm>
            <a:off x="4206875" y="4376739"/>
            <a:ext cx="1811338" cy="1389062"/>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19" name="Picture Placeholder 3">
            <a:extLst>
              <a:ext uri="{FF2B5EF4-FFF2-40B4-BE49-F238E27FC236}">
                <a16:creationId xmlns:a16="http://schemas.microsoft.com/office/drawing/2014/main" id="{AE6CF7F4-E399-5395-4477-3A071CFE8BF6}"/>
              </a:ext>
            </a:extLst>
          </p:cNvPr>
          <p:cNvSpPr>
            <a:spLocks noGrp="1"/>
          </p:cNvSpPr>
          <p:nvPr>
            <p:ph type="pic" sz="quarter" idx="19" hasCustomPrompt="1"/>
          </p:nvPr>
        </p:nvSpPr>
        <p:spPr>
          <a:xfrm>
            <a:off x="6165850" y="2338388"/>
            <a:ext cx="1811338" cy="1893887"/>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20" name="Text Placeholder 10">
            <a:extLst>
              <a:ext uri="{FF2B5EF4-FFF2-40B4-BE49-F238E27FC236}">
                <a16:creationId xmlns:a16="http://schemas.microsoft.com/office/drawing/2014/main" id="{7F69C6C1-FD43-DD7E-F8C1-DD938FA7E864}"/>
              </a:ext>
            </a:extLst>
          </p:cNvPr>
          <p:cNvSpPr>
            <a:spLocks noGrp="1"/>
          </p:cNvSpPr>
          <p:nvPr>
            <p:ph type="body" sz="quarter" idx="20" hasCustomPrompt="1"/>
          </p:nvPr>
        </p:nvSpPr>
        <p:spPr>
          <a:xfrm>
            <a:off x="6165850" y="4376739"/>
            <a:ext cx="1811338" cy="1389062"/>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21" name="Picture Placeholder 3">
            <a:extLst>
              <a:ext uri="{FF2B5EF4-FFF2-40B4-BE49-F238E27FC236}">
                <a16:creationId xmlns:a16="http://schemas.microsoft.com/office/drawing/2014/main" id="{C3F6ED5E-6C41-2A6E-8284-782D115E0AC8}"/>
              </a:ext>
            </a:extLst>
          </p:cNvPr>
          <p:cNvSpPr>
            <a:spLocks noGrp="1"/>
          </p:cNvSpPr>
          <p:nvPr>
            <p:ph type="pic" sz="quarter" idx="21" hasCustomPrompt="1"/>
          </p:nvPr>
        </p:nvSpPr>
        <p:spPr>
          <a:xfrm>
            <a:off x="8129587" y="2338388"/>
            <a:ext cx="1811338" cy="1893887"/>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22" name="Text Placeholder 10">
            <a:extLst>
              <a:ext uri="{FF2B5EF4-FFF2-40B4-BE49-F238E27FC236}">
                <a16:creationId xmlns:a16="http://schemas.microsoft.com/office/drawing/2014/main" id="{DE4654D5-A3A7-62DC-42E2-4450D8FF9149}"/>
              </a:ext>
            </a:extLst>
          </p:cNvPr>
          <p:cNvSpPr>
            <a:spLocks noGrp="1"/>
          </p:cNvSpPr>
          <p:nvPr>
            <p:ph type="body" sz="quarter" idx="22" hasCustomPrompt="1"/>
          </p:nvPr>
        </p:nvSpPr>
        <p:spPr>
          <a:xfrm>
            <a:off x="8129587" y="4376739"/>
            <a:ext cx="1811338" cy="1389062"/>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23" name="Picture Placeholder 3">
            <a:extLst>
              <a:ext uri="{FF2B5EF4-FFF2-40B4-BE49-F238E27FC236}">
                <a16:creationId xmlns:a16="http://schemas.microsoft.com/office/drawing/2014/main" id="{9858E5CC-B320-8459-7BD7-5CE14C5E3AC9}"/>
              </a:ext>
            </a:extLst>
          </p:cNvPr>
          <p:cNvSpPr>
            <a:spLocks noGrp="1"/>
          </p:cNvSpPr>
          <p:nvPr>
            <p:ph type="pic" sz="quarter" idx="23" hasCustomPrompt="1"/>
          </p:nvPr>
        </p:nvSpPr>
        <p:spPr>
          <a:xfrm>
            <a:off x="10088562" y="2338388"/>
            <a:ext cx="1811338" cy="1893887"/>
          </a:xfrm>
          <a:solidFill>
            <a:schemeClr val="tx2"/>
          </a:solidFill>
        </p:spPr>
        <p:txBody>
          <a:bodyPr vert="horz" lIns="0" tIns="0" rIns="0" bIns="0" rtlCol="0">
            <a:noAutofit/>
          </a:bodyPr>
          <a:lstStyle>
            <a:lvl1pPr>
              <a:defRPr lang="en-GB" sz="1200"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24" name="Text Placeholder 10">
            <a:extLst>
              <a:ext uri="{FF2B5EF4-FFF2-40B4-BE49-F238E27FC236}">
                <a16:creationId xmlns:a16="http://schemas.microsoft.com/office/drawing/2014/main" id="{BA241006-FA7F-3ABD-E9C0-8E177A254F71}"/>
              </a:ext>
            </a:extLst>
          </p:cNvPr>
          <p:cNvSpPr>
            <a:spLocks noGrp="1"/>
          </p:cNvSpPr>
          <p:nvPr>
            <p:ph type="body" sz="quarter" idx="24" hasCustomPrompt="1"/>
          </p:nvPr>
        </p:nvSpPr>
        <p:spPr>
          <a:xfrm>
            <a:off x="10088562" y="4376739"/>
            <a:ext cx="1811338" cy="1389062"/>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2" name="Text Placeholder 7">
            <a:extLst>
              <a:ext uri="{FF2B5EF4-FFF2-40B4-BE49-F238E27FC236}">
                <a16:creationId xmlns:a16="http://schemas.microsoft.com/office/drawing/2014/main" id="{7BD20165-AAB7-7FF2-32A4-4043B7F5215A}"/>
              </a:ext>
            </a:extLst>
          </p:cNvPr>
          <p:cNvSpPr>
            <a:spLocks noGrp="1"/>
          </p:cNvSpPr>
          <p:nvPr>
            <p:ph type="body" sz="quarter" idx="25" hasCustomPrompt="1"/>
          </p:nvPr>
        </p:nvSpPr>
        <p:spPr>
          <a:xfrm>
            <a:off x="8124205" y="295200"/>
            <a:ext cx="3778870" cy="876375"/>
          </a:xfrm>
        </p:spPr>
        <p:txBody>
          <a:bodyPr/>
          <a:lstStyle>
            <a:lvl1pPr>
              <a:defRPr sz="1400"/>
            </a:lvl1pPr>
            <a:lvl2pPr>
              <a:defRPr sz="1400"/>
            </a:lvl2pPr>
            <a:lvl3pPr>
              <a:defRPr sz="1200"/>
            </a:lvl3pPr>
          </a:lstStyle>
          <a:p>
            <a:pPr lvl="0"/>
            <a:r>
              <a:rPr lang="en-GB"/>
              <a:t>Click to add text. Delete if not required.</a:t>
            </a:r>
          </a:p>
          <a:p>
            <a:pPr lvl="1"/>
            <a:r>
              <a:rPr lang="en-GB"/>
              <a:t>Second level</a:t>
            </a:r>
          </a:p>
          <a:p>
            <a:pPr lvl="2"/>
            <a:r>
              <a:rPr lang="en-GB"/>
              <a:t>Third level</a:t>
            </a:r>
          </a:p>
        </p:txBody>
      </p:sp>
      <p:sp>
        <p:nvSpPr>
          <p:cNvPr id="9" name="Title 7">
            <a:extLst>
              <a:ext uri="{FF2B5EF4-FFF2-40B4-BE49-F238E27FC236}">
                <a16:creationId xmlns:a16="http://schemas.microsoft.com/office/drawing/2014/main" id="{604F17DC-3526-6523-F6A2-A614A5877E66}"/>
              </a:ext>
            </a:extLst>
          </p:cNvPr>
          <p:cNvSpPr>
            <a:spLocks noGrp="1"/>
          </p:cNvSpPr>
          <p:nvPr>
            <p:ph type="title" hasCustomPrompt="1"/>
          </p:nvPr>
        </p:nvSpPr>
        <p:spPr>
          <a:xfrm>
            <a:off x="288303" y="262800"/>
            <a:ext cx="6710984" cy="468590"/>
          </a:xfrm>
        </p:spPr>
        <p:txBody>
          <a:bodyPr/>
          <a:lstStyle>
            <a:lvl1pPr>
              <a:defRPr>
                <a:solidFill>
                  <a:schemeClr val="accent1"/>
                </a:solidFill>
              </a:defRPr>
            </a:lvl1pPr>
          </a:lstStyle>
          <a:p>
            <a:r>
              <a:rPr lang="en-US"/>
              <a:t>Master title style</a:t>
            </a:r>
            <a:endParaRPr lang="en-GB"/>
          </a:p>
        </p:txBody>
      </p:sp>
      <p:sp>
        <p:nvSpPr>
          <p:cNvPr id="5" name="Subtitle 2">
            <a:extLst>
              <a:ext uri="{FF2B5EF4-FFF2-40B4-BE49-F238E27FC236}">
                <a16:creationId xmlns:a16="http://schemas.microsoft.com/office/drawing/2014/main" id="{C2B84ACE-520E-A875-5184-5F9EE6A46C07}"/>
              </a:ext>
            </a:extLst>
          </p:cNvPr>
          <p:cNvSpPr>
            <a:spLocks noGrp="1"/>
          </p:cNvSpPr>
          <p:nvPr>
            <p:ph type="subTitle" idx="26"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a:t>Subtitle. Delete if not required.</a:t>
            </a:r>
          </a:p>
        </p:txBody>
      </p:sp>
      <p:sp>
        <p:nvSpPr>
          <p:cNvPr id="3" name="Footer Placeholder 4">
            <a:extLst>
              <a:ext uri="{FF2B5EF4-FFF2-40B4-BE49-F238E27FC236}">
                <a16:creationId xmlns:a16="http://schemas.microsoft.com/office/drawing/2014/main" id="{3736E8E3-26E6-DF9F-264A-BFE1AD9B09BE}"/>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415499599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am Slide x 12">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4" name="Picture Placeholder 3">
            <a:extLst>
              <a:ext uri="{FF2B5EF4-FFF2-40B4-BE49-F238E27FC236}">
                <a16:creationId xmlns:a16="http://schemas.microsoft.com/office/drawing/2014/main" id="{3DD93883-FE82-F5D7-6954-1E4205A257B6}"/>
              </a:ext>
            </a:extLst>
          </p:cNvPr>
          <p:cNvSpPr>
            <a:spLocks noGrp="1"/>
          </p:cNvSpPr>
          <p:nvPr>
            <p:ph type="pic" sz="quarter" idx="13" hasCustomPrompt="1"/>
          </p:nvPr>
        </p:nvSpPr>
        <p:spPr>
          <a:xfrm>
            <a:off x="292100" y="1325991"/>
            <a:ext cx="1810800" cy="1742358"/>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11" name="Text Placeholder 10">
            <a:extLst>
              <a:ext uri="{FF2B5EF4-FFF2-40B4-BE49-F238E27FC236}">
                <a16:creationId xmlns:a16="http://schemas.microsoft.com/office/drawing/2014/main" id="{BAF95DAC-024B-BE13-C7C3-B8E962C0E286}"/>
              </a:ext>
            </a:extLst>
          </p:cNvPr>
          <p:cNvSpPr>
            <a:spLocks noGrp="1"/>
          </p:cNvSpPr>
          <p:nvPr>
            <p:ph type="body" sz="quarter" idx="14" hasCustomPrompt="1"/>
          </p:nvPr>
        </p:nvSpPr>
        <p:spPr>
          <a:xfrm>
            <a:off x="292100" y="3133126"/>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12" name="Picture Placeholder 3">
            <a:extLst>
              <a:ext uri="{FF2B5EF4-FFF2-40B4-BE49-F238E27FC236}">
                <a16:creationId xmlns:a16="http://schemas.microsoft.com/office/drawing/2014/main" id="{D5C0A3F1-8272-1EE9-CC5E-D2F51E93821E}"/>
              </a:ext>
            </a:extLst>
          </p:cNvPr>
          <p:cNvSpPr>
            <a:spLocks noGrp="1"/>
          </p:cNvSpPr>
          <p:nvPr>
            <p:ph type="pic" sz="quarter" idx="15" hasCustomPrompt="1"/>
          </p:nvPr>
        </p:nvSpPr>
        <p:spPr>
          <a:xfrm>
            <a:off x="2251075" y="1325991"/>
            <a:ext cx="1810800" cy="1742358"/>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13" name="Text Placeholder 10">
            <a:extLst>
              <a:ext uri="{FF2B5EF4-FFF2-40B4-BE49-F238E27FC236}">
                <a16:creationId xmlns:a16="http://schemas.microsoft.com/office/drawing/2014/main" id="{07824833-215E-5CBF-9B67-8C5BFCFF600B}"/>
              </a:ext>
            </a:extLst>
          </p:cNvPr>
          <p:cNvSpPr>
            <a:spLocks noGrp="1"/>
          </p:cNvSpPr>
          <p:nvPr>
            <p:ph type="body" sz="quarter" idx="16" hasCustomPrompt="1"/>
          </p:nvPr>
        </p:nvSpPr>
        <p:spPr>
          <a:xfrm>
            <a:off x="2251075" y="3133126"/>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17" name="Picture Placeholder 3">
            <a:extLst>
              <a:ext uri="{FF2B5EF4-FFF2-40B4-BE49-F238E27FC236}">
                <a16:creationId xmlns:a16="http://schemas.microsoft.com/office/drawing/2014/main" id="{BC82D359-5E82-6645-4BA5-091395FFBE4D}"/>
              </a:ext>
            </a:extLst>
          </p:cNvPr>
          <p:cNvSpPr>
            <a:spLocks noGrp="1"/>
          </p:cNvSpPr>
          <p:nvPr>
            <p:ph type="pic" sz="quarter" idx="17" hasCustomPrompt="1"/>
          </p:nvPr>
        </p:nvSpPr>
        <p:spPr>
          <a:xfrm>
            <a:off x="4206875" y="1325991"/>
            <a:ext cx="1810800" cy="1742358"/>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18" name="Text Placeholder 10">
            <a:extLst>
              <a:ext uri="{FF2B5EF4-FFF2-40B4-BE49-F238E27FC236}">
                <a16:creationId xmlns:a16="http://schemas.microsoft.com/office/drawing/2014/main" id="{988FBE5D-B4CD-CE1A-E7E9-92C4741B19DA}"/>
              </a:ext>
            </a:extLst>
          </p:cNvPr>
          <p:cNvSpPr>
            <a:spLocks noGrp="1"/>
          </p:cNvSpPr>
          <p:nvPr>
            <p:ph type="body" sz="quarter" idx="18" hasCustomPrompt="1"/>
          </p:nvPr>
        </p:nvSpPr>
        <p:spPr>
          <a:xfrm>
            <a:off x="4206875" y="3133126"/>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19" name="Picture Placeholder 3">
            <a:extLst>
              <a:ext uri="{FF2B5EF4-FFF2-40B4-BE49-F238E27FC236}">
                <a16:creationId xmlns:a16="http://schemas.microsoft.com/office/drawing/2014/main" id="{AE6CF7F4-E399-5395-4477-3A071CFE8BF6}"/>
              </a:ext>
            </a:extLst>
          </p:cNvPr>
          <p:cNvSpPr>
            <a:spLocks noGrp="1"/>
          </p:cNvSpPr>
          <p:nvPr>
            <p:ph type="pic" sz="quarter" idx="19" hasCustomPrompt="1"/>
          </p:nvPr>
        </p:nvSpPr>
        <p:spPr>
          <a:xfrm>
            <a:off x="6165850" y="1325991"/>
            <a:ext cx="1810800" cy="1742358"/>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20" name="Text Placeholder 10">
            <a:extLst>
              <a:ext uri="{FF2B5EF4-FFF2-40B4-BE49-F238E27FC236}">
                <a16:creationId xmlns:a16="http://schemas.microsoft.com/office/drawing/2014/main" id="{7F69C6C1-FD43-DD7E-F8C1-DD938FA7E864}"/>
              </a:ext>
            </a:extLst>
          </p:cNvPr>
          <p:cNvSpPr>
            <a:spLocks noGrp="1"/>
          </p:cNvSpPr>
          <p:nvPr>
            <p:ph type="body" sz="quarter" idx="20" hasCustomPrompt="1"/>
          </p:nvPr>
        </p:nvSpPr>
        <p:spPr>
          <a:xfrm>
            <a:off x="6165850" y="3133126"/>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21" name="Picture Placeholder 3">
            <a:extLst>
              <a:ext uri="{FF2B5EF4-FFF2-40B4-BE49-F238E27FC236}">
                <a16:creationId xmlns:a16="http://schemas.microsoft.com/office/drawing/2014/main" id="{C3F6ED5E-6C41-2A6E-8284-782D115E0AC8}"/>
              </a:ext>
            </a:extLst>
          </p:cNvPr>
          <p:cNvSpPr>
            <a:spLocks noGrp="1"/>
          </p:cNvSpPr>
          <p:nvPr>
            <p:ph type="pic" sz="quarter" idx="21" hasCustomPrompt="1"/>
          </p:nvPr>
        </p:nvSpPr>
        <p:spPr>
          <a:xfrm>
            <a:off x="8129587" y="1325991"/>
            <a:ext cx="1810800" cy="1742358"/>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22" name="Text Placeholder 10">
            <a:extLst>
              <a:ext uri="{FF2B5EF4-FFF2-40B4-BE49-F238E27FC236}">
                <a16:creationId xmlns:a16="http://schemas.microsoft.com/office/drawing/2014/main" id="{DE4654D5-A3A7-62DC-42E2-4450D8FF9149}"/>
              </a:ext>
            </a:extLst>
          </p:cNvPr>
          <p:cNvSpPr>
            <a:spLocks noGrp="1"/>
          </p:cNvSpPr>
          <p:nvPr>
            <p:ph type="body" sz="quarter" idx="22" hasCustomPrompt="1"/>
          </p:nvPr>
        </p:nvSpPr>
        <p:spPr>
          <a:xfrm>
            <a:off x="8129587" y="3133126"/>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23" name="Picture Placeholder 3">
            <a:extLst>
              <a:ext uri="{FF2B5EF4-FFF2-40B4-BE49-F238E27FC236}">
                <a16:creationId xmlns:a16="http://schemas.microsoft.com/office/drawing/2014/main" id="{9858E5CC-B320-8459-7BD7-5CE14C5E3AC9}"/>
              </a:ext>
            </a:extLst>
          </p:cNvPr>
          <p:cNvSpPr>
            <a:spLocks noGrp="1"/>
          </p:cNvSpPr>
          <p:nvPr>
            <p:ph type="pic" sz="quarter" idx="23" hasCustomPrompt="1"/>
          </p:nvPr>
        </p:nvSpPr>
        <p:spPr>
          <a:xfrm>
            <a:off x="10088562" y="1325991"/>
            <a:ext cx="1810800" cy="1742358"/>
          </a:xfrm>
          <a:solidFill>
            <a:schemeClr val="tx2"/>
          </a:solidFill>
        </p:spPr>
        <p:txBody>
          <a:bodyPr vert="horz" lIns="0" tIns="0" rIns="0" bIns="0" rtlCol="0">
            <a:noAutofit/>
          </a:bodyPr>
          <a:lstStyle>
            <a:lvl1pPr>
              <a:defRPr lang="en-GB" sz="1200"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24" name="Text Placeholder 10">
            <a:extLst>
              <a:ext uri="{FF2B5EF4-FFF2-40B4-BE49-F238E27FC236}">
                <a16:creationId xmlns:a16="http://schemas.microsoft.com/office/drawing/2014/main" id="{BA241006-FA7F-3ABD-E9C0-8E177A254F71}"/>
              </a:ext>
            </a:extLst>
          </p:cNvPr>
          <p:cNvSpPr>
            <a:spLocks noGrp="1"/>
          </p:cNvSpPr>
          <p:nvPr>
            <p:ph type="body" sz="quarter" idx="24" hasCustomPrompt="1"/>
          </p:nvPr>
        </p:nvSpPr>
        <p:spPr>
          <a:xfrm>
            <a:off x="10088562" y="3133126"/>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2" name="Text Placeholder 7">
            <a:extLst>
              <a:ext uri="{FF2B5EF4-FFF2-40B4-BE49-F238E27FC236}">
                <a16:creationId xmlns:a16="http://schemas.microsoft.com/office/drawing/2014/main" id="{7BD20165-AAB7-7FF2-32A4-4043B7F5215A}"/>
              </a:ext>
            </a:extLst>
          </p:cNvPr>
          <p:cNvSpPr>
            <a:spLocks noGrp="1"/>
          </p:cNvSpPr>
          <p:nvPr>
            <p:ph type="body" sz="quarter" idx="25" hasCustomPrompt="1"/>
          </p:nvPr>
        </p:nvSpPr>
        <p:spPr>
          <a:xfrm>
            <a:off x="8124205" y="295200"/>
            <a:ext cx="3778870" cy="876375"/>
          </a:xfrm>
        </p:spPr>
        <p:txBody>
          <a:bodyPr/>
          <a:lstStyle>
            <a:lvl1pPr>
              <a:defRPr sz="1400"/>
            </a:lvl1pPr>
            <a:lvl2pPr>
              <a:defRPr sz="1400"/>
            </a:lvl2pPr>
            <a:lvl3pPr>
              <a:defRPr sz="1200"/>
            </a:lvl3pPr>
          </a:lstStyle>
          <a:p>
            <a:pPr lvl="0"/>
            <a:r>
              <a:rPr lang="en-GB"/>
              <a:t>Click to add text. Delete if not required.</a:t>
            </a:r>
          </a:p>
          <a:p>
            <a:pPr lvl="1"/>
            <a:r>
              <a:rPr lang="en-GB"/>
              <a:t>Second level</a:t>
            </a:r>
          </a:p>
          <a:p>
            <a:pPr lvl="2"/>
            <a:r>
              <a:rPr lang="en-GB"/>
              <a:t>Third level</a:t>
            </a:r>
          </a:p>
        </p:txBody>
      </p:sp>
      <p:sp>
        <p:nvSpPr>
          <p:cNvPr id="30" name="Picture Placeholder 3">
            <a:extLst>
              <a:ext uri="{FF2B5EF4-FFF2-40B4-BE49-F238E27FC236}">
                <a16:creationId xmlns:a16="http://schemas.microsoft.com/office/drawing/2014/main" id="{1E351EF8-8286-87AC-38C6-7E9DC74AA5D5}"/>
              </a:ext>
            </a:extLst>
          </p:cNvPr>
          <p:cNvSpPr>
            <a:spLocks noGrp="1"/>
          </p:cNvSpPr>
          <p:nvPr>
            <p:ph type="pic" sz="quarter" idx="26" hasCustomPrompt="1"/>
          </p:nvPr>
        </p:nvSpPr>
        <p:spPr>
          <a:xfrm>
            <a:off x="292100" y="3832986"/>
            <a:ext cx="1810800" cy="1742358"/>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31" name="Text Placeholder 10">
            <a:extLst>
              <a:ext uri="{FF2B5EF4-FFF2-40B4-BE49-F238E27FC236}">
                <a16:creationId xmlns:a16="http://schemas.microsoft.com/office/drawing/2014/main" id="{7D881FA5-55EC-F926-2B2E-C6A382AF84D6}"/>
              </a:ext>
            </a:extLst>
          </p:cNvPr>
          <p:cNvSpPr>
            <a:spLocks noGrp="1"/>
          </p:cNvSpPr>
          <p:nvPr>
            <p:ph type="body" sz="quarter" idx="27" hasCustomPrompt="1"/>
          </p:nvPr>
        </p:nvSpPr>
        <p:spPr>
          <a:xfrm>
            <a:off x="292100" y="5640121"/>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32" name="Picture Placeholder 3">
            <a:extLst>
              <a:ext uri="{FF2B5EF4-FFF2-40B4-BE49-F238E27FC236}">
                <a16:creationId xmlns:a16="http://schemas.microsoft.com/office/drawing/2014/main" id="{BBC82E01-F7FE-2EAB-B8E7-5960A7A58603}"/>
              </a:ext>
            </a:extLst>
          </p:cNvPr>
          <p:cNvSpPr>
            <a:spLocks noGrp="1"/>
          </p:cNvSpPr>
          <p:nvPr>
            <p:ph type="pic" sz="quarter" idx="28" hasCustomPrompt="1"/>
          </p:nvPr>
        </p:nvSpPr>
        <p:spPr>
          <a:xfrm>
            <a:off x="2251075" y="3832986"/>
            <a:ext cx="1810800" cy="1742358"/>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33" name="Text Placeholder 10">
            <a:extLst>
              <a:ext uri="{FF2B5EF4-FFF2-40B4-BE49-F238E27FC236}">
                <a16:creationId xmlns:a16="http://schemas.microsoft.com/office/drawing/2014/main" id="{AF3DAD82-5491-5A1C-AF05-DBECB12413C0}"/>
              </a:ext>
            </a:extLst>
          </p:cNvPr>
          <p:cNvSpPr>
            <a:spLocks noGrp="1"/>
          </p:cNvSpPr>
          <p:nvPr>
            <p:ph type="body" sz="quarter" idx="29" hasCustomPrompt="1"/>
          </p:nvPr>
        </p:nvSpPr>
        <p:spPr>
          <a:xfrm>
            <a:off x="2251075" y="5640121"/>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34" name="Picture Placeholder 3">
            <a:extLst>
              <a:ext uri="{FF2B5EF4-FFF2-40B4-BE49-F238E27FC236}">
                <a16:creationId xmlns:a16="http://schemas.microsoft.com/office/drawing/2014/main" id="{D56B49B1-E5CE-83C1-0D25-0898269814D0}"/>
              </a:ext>
            </a:extLst>
          </p:cNvPr>
          <p:cNvSpPr>
            <a:spLocks noGrp="1"/>
          </p:cNvSpPr>
          <p:nvPr>
            <p:ph type="pic" sz="quarter" idx="30" hasCustomPrompt="1"/>
          </p:nvPr>
        </p:nvSpPr>
        <p:spPr>
          <a:xfrm>
            <a:off x="4206875" y="3832986"/>
            <a:ext cx="1810800" cy="1742358"/>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35" name="Text Placeholder 10">
            <a:extLst>
              <a:ext uri="{FF2B5EF4-FFF2-40B4-BE49-F238E27FC236}">
                <a16:creationId xmlns:a16="http://schemas.microsoft.com/office/drawing/2014/main" id="{0D879563-9332-8DE6-BC2B-72B716864FC8}"/>
              </a:ext>
            </a:extLst>
          </p:cNvPr>
          <p:cNvSpPr>
            <a:spLocks noGrp="1"/>
          </p:cNvSpPr>
          <p:nvPr>
            <p:ph type="body" sz="quarter" idx="31" hasCustomPrompt="1"/>
          </p:nvPr>
        </p:nvSpPr>
        <p:spPr>
          <a:xfrm>
            <a:off x="4206875" y="5640121"/>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36" name="Picture Placeholder 3">
            <a:extLst>
              <a:ext uri="{FF2B5EF4-FFF2-40B4-BE49-F238E27FC236}">
                <a16:creationId xmlns:a16="http://schemas.microsoft.com/office/drawing/2014/main" id="{34E06054-2590-E998-043B-8F545070935C}"/>
              </a:ext>
            </a:extLst>
          </p:cNvPr>
          <p:cNvSpPr>
            <a:spLocks noGrp="1"/>
          </p:cNvSpPr>
          <p:nvPr>
            <p:ph type="pic" sz="quarter" idx="32" hasCustomPrompt="1"/>
          </p:nvPr>
        </p:nvSpPr>
        <p:spPr>
          <a:xfrm>
            <a:off x="6165850" y="3832986"/>
            <a:ext cx="1810800" cy="1742358"/>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37" name="Text Placeholder 10">
            <a:extLst>
              <a:ext uri="{FF2B5EF4-FFF2-40B4-BE49-F238E27FC236}">
                <a16:creationId xmlns:a16="http://schemas.microsoft.com/office/drawing/2014/main" id="{B2E849EB-3C88-7D18-ED79-F55E7AB9250D}"/>
              </a:ext>
            </a:extLst>
          </p:cNvPr>
          <p:cNvSpPr>
            <a:spLocks noGrp="1"/>
          </p:cNvSpPr>
          <p:nvPr>
            <p:ph type="body" sz="quarter" idx="33" hasCustomPrompt="1"/>
          </p:nvPr>
        </p:nvSpPr>
        <p:spPr>
          <a:xfrm>
            <a:off x="6165850" y="5640121"/>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38" name="Picture Placeholder 3">
            <a:extLst>
              <a:ext uri="{FF2B5EF4-FFF2-40B4-BE49-F238E27FC236}">
                <a16:creationId xmlns:a16="http://schemas.microsoft.com/office/drawing/2014/main" id="{3A8CC4AE-06AB-5A91-10DC-6C53FFB4A23A}"/>
              </a:ext>
            </a:extLst>
          </p:cNvPr>
          <p:cNvSpPr>
            <a:spLocks noGrp="1"/>
          </p:cNvSpPr>
          <p:nvPr>
            <p:ph type="pic" sz="quarter" idx="34" hasCustomPrompt="1"/>
          </p:nvPr>
        </p:nvSpPr>
        <p:spPr>
          <a:xfrm>
            <a:off x="8129587" y="3832986"/>
            <a:ext cx="1810800" cy="1742358"/>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39" name="Text Placeholder 10">
            <a:extLst>
              <a:ext uri="{FF2B5EF4-FFF2-40B4-BE49-F238E27FC236}">
                <a16:creationId xmlns:a16="http://schemas.microsoft.com/office/drawing/2014/main" id="{5B2ACD70-936B-5D18-96B7-1BF64FC6E214}"/>
              </a:ext>
            </a:extLst>
          </p:cNvPr>
          <p:cNvSpPr>
            <a:spLocks noGrp="1"/>
          </p:cNvSpPr>
          <p:nvPr>
            <p:ph type="body" sz="quarter" idx="35" hasCustomPrompt="1"/>
          </p:nvPr>
        </p:nvSpPr>
        <p:spPr>
          <a:xfrm>
            <a:off x="8129587" y="5640121"/>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40" name="Picture Placeholder 3">
            <a:extLst>
              <a:ext uri="{FF2B5EF4-FFF2-40B4-BE49-F238E27FC236}">
                <a16:creationId xmlns:a16="http://schemas.microsoft.com/office/drawing/2014/main" id="{96B65B4A-309C-6AFF-3233-21C6FE13D295}"/>
              </a:ext>
            </a:extLst>
          </p:cNvPr>
          <p:cNvSpPr>
            <a:spLocks noGrp="1"/>
          </p:cNvSpPr>
          <p:nvPr>
            <p:ph type="pic" sz="quarter" idx="36" hasCustomPrompt="1"/>
          </p:nvPr>
        </p:nvSpPr>
        <p:spPr>
          <a:xfrm>
            <a:off x="10088562" y="3832986"/>
            <a:ext cx="1810800" cy="1742358"/>
          </a:xfrm>
          <a:solidFill>
            <a:schemeClr val="tx2"/>
          </a:solidFill>
        </p:spPr>
        <p:txBody>
          <a:bodyPr vert="horz" lIns="0" tIns="0" rIns="0" bIns="0" rtlCol="0">
            <a:noAutofit/>
          </a:bodyPr>
          <a:lstStyle>
            <a:lvl1pPr>
              <a:defRPr lang="en-GB" sz="1200"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r>
              <a:rPr lang="en-GB"/>
              <a:t> Delete if not required.</a:t>
            </a:r>
            <a:endParaRPr lang="en-US"/>
          </a:p>
        </p:txBody>
      </p:sp>
      <p:sp>
        <p:nvSpPr>
          <p:cNvPr id="41" name="Text Placeholder 10">
            <a:extLst>
              <a:ext uri="{FF2B5EF4-FFF2-40B4-BE49-F238E27FC236}">
                <a16:creationId xmlns:a16="http://schemas.microsoft.com/office/drawing/2014/main" id="{56786C68-DCD8-DE01-5F52-6FF88150DD6E}"/>
              </a:ext>
            </a:extLst>
          </p:cNvPr>
          <p:cNvSpPr>
            <a:spLocks noGrp="1"/>
          </p:cNvSpPr>
          <p:nvPr>
            <p:ph type="body" sz="quarter" idx="37" hasCustomPrompt="1"/>
          </p:nvPr>
        </p:nvSpPr>
        <p:spPr>
          <a:xfrm>
            <a:off x="10088562" y="5640121"/>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5" name="Title 7">
            <a:extLst>
              <a:ext uri="{FF2B5EF4-FFF2-40B4-BE49-F238E27FC236}">
                <a16:creationId xmlns:a16="http://schemas.microsoft.com/office/drawing/2014/main" id="{520EE9D3-6988-A53A-4B71-0F5506C1DB6D}"/>
              </a:ext>
            </a:extLst>
          </p:cNvPr>
          <p:cNvSpPr>
            <a:spLocks noGrp="1"/>
          </p:cNvSpPr>
          <p:nvPr>
            <p:ph type="title" hasCustomPrompt="1"/>
          </p:nvPr>
        </p:nvSpPr>
        <p:spPr>
          <a:xfrm>
            <a:off x="288303" y="262800"/>
            <a:ext cx="6710984" cy="468590"/>
          </a:xfrm>
        </p:spPr>
        <p:txBody>
          <a:bodyPr/>
          <a:lstStyle>
            <a:lvl1pPr>
              <a:defRPr>
                <a:solidFill>
                  <a:schemeClr val="accent1"/>
                </a:solidFill>
              </a:defRPr>
            </a:lvl1pPr>
          </a:lstStyle>
          <a:p>
            <a:r>
              <a:rPr lang="en-US"/>
              <a:t>Master title style</a:t>
            </a:r>
            <a:endParaRPr lang="en-GB"/>
          </a:p>
        </p:txBody>
      </p:sp>
      <p:sp>
        <p:nvSpPr>
          <p:cNvPr id="8" name="Subtitle 2">
            <a:extLst>
              <a:ext uri="{FF2B5EF4-FFF2-40B4-BE49-F238E27FC236}">
                <a16:creationId xmlns:a16="http://schemas.microsoft.com/office/drawing/2014/main" id="{A29A91CD-56E3-1B05-9890-3FE2231364A5}"/>
              </a:ext>
            </a:extLst>
          </p:cNvPr>
          <p:cNvSpPr>
            <a:spLocks noGrp="1"/>
          </p:cNvSpPr>
          <p:nvPr>
            <p:ph type="subTitle" idx="38"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a:t>Subtitle. Delete if not required.</a:t>
            </a:r>
          </a:p>
        </p:txBody>
      </p:sp>
      <p:sp>
        <p:nvSpPr>
          <p:cNvPr id="3" name="Footer Placeholder 4">
            <a:extLst>
              <a:ext uri="{FF2B5EF4-FFF2-40B4-BE49-F238E27FC236}">
                <a16:creationId xmlns:a16="http://schemas.microsoft.com/office/drawing/2014/main" id="{2FD0E279-D09C-E44C-0FD5-7AAE367C5D97}"/>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Tree>
    <p:extLst>
      <p:ext uri="{BB962C8B-B14F-4D97-AF65-F5344CB8AC3E}">
        <p14:creationId xmlns:p14="http://schemas.microsoft.com/office/powerpoint/2010/main" val="38979420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F71E3-AC39-2207-0CC4-1E2486610795}"/>
              </a:ext>
            </a:extLst>
          </p:cNvPr>
          <p:cNvSpPr>
            <a:spLocks noGrp="1"/>
          </p:cNvSpPr>
          <p:nvPr>
            <p:ph type="ctrTitle"/>
          </p:nvPr>
        </p:nvSpPr>
        <p:spPr>
          <a:xfrm>
            <a:off x="291593" y="280800"/>
            <a:ext cx="5734050" cy="2620397"/>
          </a:xfrm>
        </p:spPr>
        <p:txBody>
          <a:bodyPr wrap="square" anchor="t">
            <a:spAutoFit/>
          </a:bodyPr>
          <a:lstStyle>
            <a:lvl1pPr algn="l">
              <a:lnSpc>
                <a:spcPct val="80000"/>
              </a:lnSpc>
              <a:defRPr sz="7000" b="0" i="0" spc="0" baseline="0">
                <a:solidFill>
                  <a:schemeClr val="bg1"/>
                </a:solidFill>
                <a:latin typeface="+mj-lt"/>
              </a:defRPr>
            </a:lvl1pPr>
          </a:lstStyle>
          <a:p>
            <a:r>
              <a:rPr lang="en-US"/>
              <a:t>Click to edit Master title style</a:t>
            </a:r>
            <a:endParaRPr lang="en-GB"/>
          </a:p>
        </p:txBody>
      </p:sp>
      <p:sp>
        <p:nvSpPr>
          <p:cNvPr id="7" name="Text Placeholder 31">
            <a:extLst>
              <a:ext uri="{FF2B5EF4-FFF2-40B4-BE49-F238E27FC236}">
                <a16:creationId xmlns:a16="http://schemas.microsoft.com/office/drawing/2014/main" id="{B7E02200-51E6-11EB-F9C2-B25EC78CCA31}"/>
              </a:ext>
            </a:extLst>
          </p:cNvPr>
          <p:cNvSpPr>
            <a:spLocks noGrp="1"/>
          </p:cNvSpPr>
          <p:nvPr>
            <p:ph type="body" sz="quarter" idx="10" hasCustomPrompt="1"/>
          </p:nvPr>
        </p:nvSpPr>
        <p:spPr>
          <a:xfrm>
            <a:off x="287338" y="5035735"/>
            <a:ext cx="2795587" cy="717180"/>
          </a:xfrm>
        </p:spPr>
        <p:txBody>
          <a:bodyPr anchor="b"/>
          <a:lstStyle>
            <a:lvl1pPr>
              <a:lnSpc>
                <a:spcPct val="100000"/>
              </a:lnSpc>
              <a:spcBef>
                <a:spcPts val="0"/>
              </a:spcBef>
              <a:spcAft>
                <a:spcPts val="0"/>
              </a:spcAft>
              <a:defRPr sz="1000">
                <a:solidFill>
                  <a:schemeClr val="bg1"/>
                </a:solidFill>
              </a:defRPr>
            </a:lvl1pPr>
          </a:lstStyle>
          <a:p>
            <a:r>
              <a:rPr lang="en-GB"/>
              <a:t>Supporting details – delete if not required</a:t>
            </a:r>
          </a:p>
        </p:txBody>
      </p:sp>
      <p:sp>
        <p:nvSpPr>
          <p:cNvPr id="5" name="Graphic 6">
            <a:extLst>
              <a:ext uri="{FF2B5EF4-FFF2-40B4-BE49-F238E27FC236}">
                <a16:creationId xmlns:a16="http://schemas.microsoft.com/office/drawing/2014/main" id="{625DE8F4-3D9E-F168-C5D4-5BCC2C340063}"/>
              </a:ext>
            </a:extLst>
          </p:cNvPr>
          <p:cNvSpPr>
            <a:spLocks noChangeAspect="1"/>
          </p:cNvSpPr>
          <p:nvPr userDrawn="1"/>
        </p:nvSpPr>
        <p:spPr>
          <a:xfrm>
            <a:off x="295014" y="6157305"/>
            <a:ext cx="2028986" cy="406800"/>
          </a:xfrm>
          <a:custGeom>
            <a:avLst/>
            <a:gdLst>
              <a:gd name="connsiteX0" fmla="*/ 950465 w 9611734"/>
              <a:gd name="connsiteY0" fmla="*/ 818675 h 1927097"/>
              <a:gd name="connsiteX1" fmla="*/ 803768 w 9611734"/>
              <a:gd name="connsiteY1" fmla="*/ 568646 h 1927097"/>
              <a:gd name="connsiteX2" fmla="*/ 950465 w 9611734"/>
              <a:gd name="connsiteY2" fmla="*/ 318617 h 1927097"/>
              <a:gd name="connsiteX3" fmla="*/ 1097162 w 9611734"/>
              <a:gd name="connsiteY3" fmla="*/ 568646 h 1927097"/>
              <a:gd name="connsiteX4" fmla="*/ 950465 w 9611734"/>
              <a:gd name="connsiteY4" fmla="*/ 818675 h 1927097"/>
              <a:gd name="connsiteX5" fmla="*/ 950465 w 9611734"/>
              <a:gd name="connsiteY5" fmla="*/ 251429 h 1927097"/>
              <a:gd name="connsiteX6" fmla="*/ 652338 w 9611734"/>
              <a:gd name="connsiteY6" fmla="*/ 568646 h 1927097"/>
              <a:gd name="connsiteX7" fmla="*/ 950465 w 9611734"/>
              <a:gd name="connsiteY7" fmla="*/ 885863 h 1927097"/>
              <a:gd name="connsiteX8" fmla="*/ 1248591 w 9611734"/>
              <a:gd name="connsiteY8" fmla="*/ 568646 h 1927097"/>
              <a:gd name="connsiteX9" fmla="*/ 950465 w 9611734"/>
              <a:gd name="connsiteY9" fmla="*/ 251429 h 1927097"/>
              <a:gd name="connsiteX10" fmla="*/ 2283534 w 9611734"/>
              <a:gd name="connsiteY10" fmla="*/ 251429 h 1927097"/>
              <a:gd name="connsiteX11" fmla="*/ 2114929 w 9611734"/>
              <a:gd name="connsiteY11" fmla="*/ 340488 h 1927097"/>
              <a:gd name="connsiteX12" fmla="*/ 2107568 w 9611734"/>
              <a:gd name="connsiteY12" fmla="*/ 340488 h 1927097"/>
              <a:gd name="connsiteX13" fmla="*/ 2107568 w 9611734"/>
              <a:gd name="connsiteY13" fmla="*/ 263677 h 1927097"/>
              <a:gd name="connsiteX14" fmla="*/ 1963324 w 9611734"/>
              <a:gd name="connsiteY14" fmla="*/ 263677 h 1927097"/>
              <a:gd name="connsiteX15" fmla="*/ 1963324 w 9611734"/>
              <a:gd name="connsiteY15" fmla="*/ 873615 h 1927097"/>
              <a:gd name="connsiteX16" fmla="*/ 2107568 w 9611734"/>
              <a:gd name="connsiteY16" fmla="*/ 873615 h 1927097"/>
              <a:gd name="connsiteX17" fmla="*/ 2107568 w 9611734"/>
              <a:gd name="connsiteY17" fmla="*/ 479412 h 1927097"/>
              <a:gd name="connsiteX18" fmla="*/ 2228501 w 9611734"/>
              <a:gd name="connsiteY18" fmla="*/ 336638 h 1927097"/>
              <a:gd name="connsiteX19" fmla="*/ 2332433 w 9611734"/>
              <a:gd name="connsiteY19" fmla="*/ 456142 h 1927097"/>
              <a:gd name="connsiteX20" fmla="*/ 2332433 w 9611734"/>
              <a:gd name="connsiteY20" fmla="*/ 873265 h 1927097"/>
              <a:gd name="connsiteX21" fmla="*/ 2476677 w 9611734"/>
              <a:gd name="connsiteY21" fmla="*/ 873265 h 1927097"/>
              <a:gd name="connsiteX22" fmla="*/ 2476677 w 9611734"/>
              <a:gd name="connsiteY22" fmla="*/ 455092 h 1927097"/>
              <a:gd name="connsiteX23" fmla="*/ 2283534 w 9611734"/>
              <a:gd name="connsiteY23" fmla="*/ 251429 h 1927097"/>
              <a:gd name="connsiteX24" fmla="*/ 2803897 w 9611734"/>
              <a:gd name="connsiteY24" fmla="*/ 251429 h 1927097"/>
              <a:gd name="connsiteX25" fmla="*/ 2570444 w 9611734"/>
              <a:gd name="connsiteY25" fmla="*/ 427097 h 1927097"/>
              <a:gd name="connsiteX26" fmla="*/ 2718368 w 9611734"/>
              <a:gd name="connsiteY26" fmla="*/ 602765 h 1927097"/>
              <a:gd name="connsiteX27" fmla="*/ 2840528 w 9611734"/>
              <a:gd name="connsiteY27" fmla="*/ 633209 h 1927097"/>
              <a:gd name="connsiteX28" fmla="*/ 2934645 w 9611734"/>
              <a:gd name="connsiteY28" fmla="*/ 723493 h 1927097"/>
              <a:gd name="connsiteX29" fmla="*/ 2813712 w 9611734"/>
              <a:gd name="connsiteY29" fmla="*/ 821125 h 1927097"/>
              <a:gd name="connsiteX30" fmla="*/ 2674376 w 9611734"/>
              <a:gd name="connsiteY30" fmla="*/ 679576 h 1927097"/>
              <a:gd name="connsiteX31" fmla="*/ 2544855 w 9611734"/>
              <a:gd name="connsiteY31" fmla="*/ 716144 h 1927097"/>
              <a:gd name="connsiteX32" fmla="*/ 2797763 w 9611734"/>
              <a:gd name="connsiteY32" fmla="*/ 885688 h 1927097"/>
              <a:gd name="connsiteX33" fmla="*/ 3051898 w 9611734"/>
              <a:gd name="connsiteY33" fmla="*/ 686924 h 1927097"/>
              <a:gd name="connsiteX34" fmla="*/ 2889427 w 9611734"/>
              <a:gd name="connsiteY34" fmla="*/ 503908 h 1927097"/>
              <a:gd name="connsiteX35" fmla="*/ 2772174 w 9611734"/>
              <a:gd name="connsiteY35" fmla="*/ 474688 h 1927097"/>
              <a:gd name="connsiteX36" fmla="*/ 2687872 w 9611734"/>
              <a:gd name="connsiteY36" fmla="*/ 394203 h 1927097"/>
              <a:gd name="connsiteX37" fmla="*/ 2791804 w 9611734"/>
              <a:gd name="connsiteY37" fmla="*/ 316167 h 1927097"/>
              <a:gd name="connsiteX38" fmla="*/ 2916418 w 9611734"/>
              <a:gd name="connsiteY38" fmla="*/ 433221 h 1927097"/>
              <a:gd name="connsiteX39" fmla="*/ 3038578 w 9611734"/>
              <a:gd name="connsiteY39" fmla="*/ 396652 h 1927097"/>
              <a:gd name="connsiteX40" fmla="*/ 2803897 w 9611734"/>
              <a:gd name="connsiteY40" fmla="*/ 251429 h 1927097"/>
              <a:gd name="connsiteX41" fmla="*/ 3409965 w 9611734"/>
              <a:gd name="connsiteY41" fmla="*/ 818675 h 1927097"/>
              <a:gd name="connsiteX42" fmla="*/ 3263268 w 9611734"/>
              <a:gd name="connsiteY42" fmla="*/ 568646 h 1927097"/>
              <a:gd name="connsiteX43" fmla="*/ 3409965 w 9611734"/>
              <a:gd name="connsiteY43" fmla="*/ 318617 h 1927097"/>
              <a:gd name="connsiteX44" fmla="*/ 3556663 w 9611734"/>
              <a:gd name="connsiteY44" fmla="*/ 568646 h 1927097"/>
              <a:gd name="connsiteX45" fmla="*/ 3409965 w 9611734"/>
              <a:gd name="connsiteY45" fmla="*/ 818675 h 1927097"/>
              <a:gd name="connsiteX46" fmla="*/ 3409965 w 9611734"/>
              <a:gd name="connsiteY46" fmla="*/ 251429 h 1927097"/>
              <a:gd name="connsiteX47" fmla="*/ 3111839 w 9611734"/>
              <a:gd name="connsiteY47" fmla="*/ 568646 h 1927097"/>
              <a:gd name="connsiteX48" fmla="*/ 3409965 w 9611734"/>
              <a:gd name="connsiteY48" fmla="*/ 885863 h 1927097"/>
              <a:gd name="connsiteX49" fmla="*/ 3708092 w 9611734"/>
              <a:gd name="connsiteY49" fmla="*/ 568646 h 1927097"/>
              <a:gd name="connsiteX50" fmla="*/ 3409965 w 9611734"/>
              <a:gd name="connsiteY50" fmla="*/ 251429 h 1927097"/>
              <a:gd name="connsiteX51" fmla="*/ 4113656 w 9611734"/>
              <a:gd name="connsiteY51" fmla="*/ 251429 h 1927097"/>
              <a:gd name="connsiteX52" fmla="*/ 3945051 w 9611734"/>
              <a:gd name="connsiteY52" fmla="*/ 340488 h 1927097"/>
              <a:gd name="connsiteX53" fmla="*/ 3937690 w 9611734"/>
              <a:gd name="connsiteY53" fmla="*/ 340488 h 1927097"/>
              <a:gd name="connsiteX54" fmla="*/ 3937690 w 9611734"/>
              <a:gd name="connsiteY54" fmla="*/ 263677 h 1927097"/>
              <a:gd name="connsiteX55" fmla="*/ 3793446 w 9611734"/>
              <a:gd name="connsiteY55" fmla="*/ 263677 h 1927097"/>
              <a:gd name="connsiteX56" fmla="*/ 3793446 w 9611734"/>
              <a:gd name="connsiteY56" fmla="*/ 873615 h 1927097"/>
              <a:gd name="connsiteX57" fmla="*/ 3937690 w 9611734"/>
              <a:gd name="connsiteY57" fmla="*/ 873615 h 1927097"/>
              <a:gd name="connsiteX58" fmla="*/ 3937690 w 9611734"/>
              <a:gd name="connsiteY58" fmla="*/ 479412 h 1927097"/>
              <a:gd name="connsiteX59" fmla="*/ 4058623 w 9611734"/>
              <a:gd name="connsiteY59" fmla="*/ 336638 h 1927097"/>
              <a:gd name="connsiteX60" fmla="*/ 4162555 w 9611734"/>
              <a:gd name="connsiteY60" fmla="*/ 456142 h 1927097"/>
              <a:gd name="connsiteX61" fmla="*/ 4162555 w 9611734"/>
              <a:gd name="connsiteY61" fmla="*/ 873265 h 1927097"/>
              <a:gd name="connsiteX62" fmla="*/ 4306799 w 9611734"/>
              <a:gd name="connsiteY62" fmla="*/ 873265 h 1927097"/>
              <a:gd name="connsiteX63" fmla="*/ 4306799 w 9611734"/>
              <a:gd name="connsiteY63" fmla="*/ 455092 h 1927097"/>
              <a:gd name="connsiteX64" fmla="*/ 4113656 w 9611734"/>
              <a:gd name="connsiteY64" fmla="*/ 251429 h 1927097"/>
              <a:gd name="connsiteX65" fmla="*/ 6255401 w 9611734"/>
              <a:gd name="connsiteY65" fmla="*/ 818675 h 1927097"/>
              <a:gd name="connsiteX66" fmla="*/ 6108704 w 9611734"/>
              <a:gd name="connsiteY66" fmla="*/ 568646 h 1927097"/>
              <a:gd name="connsiteX67" fmla="*/ 6255401 w 9611734"/>
              <a:gd name="connsiteY67" fmla="*/ 318617 h 1927097"/>
              <a:gd name="connsiteX68" fmla="*/ 6402098 w 9611734"/>
              <a:gd name="connsiteY68" fmla="*/ 568646 h 1927097"/>
              <a:gd name="connsiteX69" fmla="*/ 6255401 w 9611734"/>
              <a:gd name="connsiteY69" fmla="*/ 818675 h 1927097"/>
              <a:gd name="connsiteX70" fmla="*/ 6255401 w 9611734"/>
              <a:gd name="connsiteY70" fmla="*/ 251429 h 1927097"/>
              <a:gd name="connsiteX71" fmla="*/ 5957274 w 9611734"/>
              <a:gd name="connsiteY71" fmla="*/ 568646 h 1927097"/>
              <a:gd name="connsiteX72" fmla="*/ 6255401 w 9611734"/>
              <a:gd name="connsiteY72" fmla="*/ 885863 h 1927097"/>
              <a:gd name="connsiteX73" fmla="*/ 6553528 w 9611734"/>
              <a:gd name="connsiteY73" fmla="*/ 568646 h 1927097"/>
              <a:gd name="connsiteX74" fmla="*/ 6255401 w 9611734"/>
              <a:gd name="connsiteY74" fmla="*/ 251429 h 1927097"/>
              <a:gd name="connsiteX75" fmla="*/ 7588295 w 9611734"/>
              <a:gd name="connsiteY75" fmla="*/ 251429 h 1927097"/>
              <a:gd name="connsiteX76" fmla="*/ 7419689 w 9611734"/>
              <a:gd name="connsiteY76" fmla="*/ 340488 h 1927097"/>
              <a:gd name="connsiteX77" fmla="*/ 7412328 w 9611734"/>
              <a:gd name="connsiteY77" fmla="*/ 340488 h 1927097"/>
              <a:gd name="connsiteX78" fmla="*/ 7412328 w 9611734"/>
              <a:gd name="connsiteY78" fmla="*/ 263677 h 1927097"/>
              <a:gd name="connsiteX79" fmla="*/ 7268085 w 9611734"/>
              <a:gd name="connsiteY79" fmla="*/ 263677 h 1927097"/>
              <a:gd name="connsiteX80" fmla="*/ 7268085 w 9611734"/>
              <a:gd name="connsiteY80" fmla="*/ 873615 h 1927097"/>
              <a:gd name="connsiteX81" fmla="*/ 7412328 w 9611734"/>
              <a:gd name="connsiteY81" fmla="*/ 873615 h 1927097"/>
              <a:gd name="connsiteX82" fmla="*/ 7412328 w 9611734"/>
              <a:gd name="connsiteY82" fmla="*/ 479412 h 1927097"/>
              <a:gd name="connsiteX83" fmla="*/ 7533262 w 9611734"/>
              <a:gd name="connsiteY83" fmla="*/ 336638 h 1927097"/>
              <a:gd name="connsiteX84" fmla="*/ 7637194 w 9611734"/>
              <a:gd name="connsiteY84" fmla="*/ 456142 h 1927097"/>
              <a:gd name="connsiteX85" fmla="*/ 7637194 w 9611734"/>
              <a:gd name="connsiteY85" fmla="*/ 873265 h 1927097"/>
              <a:gd name="connsiteX86" fmla="*/ 7781438 w 9611734"/>
              <a:gd name="connsiteY86" fmla="*/ 873265 h 1927097"/>
              <a:gd name="connsiteX87" fmla="*/ 7781438 w 9611734"/>
              <a:gd name="connsiteY87" fmla="*/ 455092 h 1927097"/>
              <a:gd name="connsiteX88" fmla="*/ 7588295 w 9611734"/>
              <a:gd name="connsiteY88" fmla="*/ 251429 h 1927097"/>
              <a:gd name="connsiteX89" fmla="*/ 8108833 w 9611734"/>
              <a:gd name="connsiteY89" fmla="*/ 251429 h 1927097"/>
              <a:gd name="connsiteX90" fmla="*/ 7875380 w 9611734"/>
              <a:gd name="connsiteY90" fmla="*/ 427097 h 1927097"/>
              <a:gd name="connsiteX91" fmla="*/ 8023304 w 9611734"/>
              <a:gd name="connsiteY91" fmla="*/ 602765 h 1927097"/>
              <a:gd name="connsiteX92" fmla="*/ 8145464 w 9611734"/>
              <a:gd name="connsiteY92" fmla="*/ 633209 h 1927097"/>
              <a:gd name="connsiteX93" fmla="*/ 8239581 w 9611734"/>
              <a:gd name="connsiteY93" fmla="*/ 723493 h 1927097"/>
              <a:gd name="connsiteX94" fmla="*/ 8118648 w 9611734"/>
              <a:gd name="connsiteY94" fmla="*/ 821125 h 1927097"/>
              <a:gd name="connsiteX95" fmla="*/ 7979312 w 9611734"/>
              <a:gd name="connsiteY95" fmla="*/ 679576 h 1927097"/>
              <a:gd name="connsiteX96" fmla="*/ 7849791 w 9611734"/>
              <a:gd name="connsiteY96" fmla="*/ 716144 h 1927097"/>
              <a:gd name="connsiteX97" fmla="*/ 8102699 w 9611734"/>
              <a:gd name="connsiteY97" fmla="*/ 885688 h 1927097"/>
              <a:gd name="connsiteX98" fmla="*/ 8356834 w 9611734"/>
              <a:gd name="connsiteY98" fmla="*/ 686924 h 1927097"/>
              <a:gd name="connsiteX99" fmla="*/ 8194363 w 9611734"/>
              <a:gd name="connsiteY99" fmla="*/ 503908 h 1927097"/>
              <a:gd name="connsiteX100" fmla="*/ 8077110 w 9611734"/>
              <a:gd name="connsiteY100" fmla="*/ 474688 h 1927097"/>
              <a:gd name="connsiteX101" fmla="*/ 7992808 w 9611734"/>
              <a:gd name="connsiteY101" fmla="*/ 394203 h 1927097"/>
              <a:gd name="connsiteX102" fmla="*/ 8096740 w 9611734"/>
              <a:gd name="connsiteY102" fmla="*/ 316167 h 1927097"/>
              <a:gd name="connsiteX103" fmla="*/ 8221353 w 9611734"/>
              <a:gd name="connsiteY103" fmla="*/ 433221 h 1927097"/>
              <a:gd name="connsiteX104" fmla="*/ 8343514 w 9611734"/>
              <a:gd name="connsiteY104" fmla="*/ 396652 h 1927097"/>
              <a:gd name="connsiteX105" fmla="*/ 8108833 w 9611734"/>
              <a:gd name="connsiteY105" fmla="*/ 251429 h 1927097"/>
              <a:gd name="connsiteX106" fmla="*/ 8714726 w 9611734"/>
              <a:gd name="connsiteY106" fmla="*/ 818675 h 1927097"/>
              <a:gd name="connsiteX107" fmla="*/ 8568028 w 9611734"/>
              <a:gd name="connsiteY107" fmla="*/ 568646 h 1927097"/>
              <a:gd name="connsiteX108" fmla="*/ 8714726 w 9611734"/>
              <a:gd name="connsiteY108" fmla="*/ 318617 h 1927097"/>
              <a:gd name="connsiteX109" fmla="*/ 8861423 w 9611734"/>
              <a:gd name="connsiteY109" fmla="*/ 568646 h 1927097"/>
              <a:gd name="connsiteX110" fmla="*/ 8714726 w 9611734"/>
              <a:gd name="connsiteY110" fmla="*/ 818675 h 1927097"/>
              <a:gd name="connsiteX111" fmla="*/ 8714726 w 9611734"/>
              <a:gd name="connsiteY111" fmla="*/ 251429 h 1927097"/>
              <a:gd name="connsiteX112" fmla="*/ 8416599 w 9611734"/>
              <a:gd name="connsiteY112" fmla="*/ 568646 h 1927097"/>
              <a:gd name="connsiteX113" fmla="*/ 8714726 w 9611734"/>
              <a:gd name="connsiteY113" fmla="*/ 885863 h 1927097"/>
              <a:gd name="connsiteX114" fmla="*/ 9012852 w 9611734"/>
              <a:gd name="connsiteY114" fmla="*/ 568646 h 1927097"/>
              <a:gd name="connsiteX115" fmla="*/ 8714726 w 9611734"/>
              <a:gd name="connsiteY115" fmla="*/ 251429 h 1927097"/>
              <a:gd name="connsiteX116" fmla="*/ 9418592 w 9611734"/>
              <a:gd name="connsiteY116" fmla="*/ 251429 h 1927097"/>
              <a:gd name="connsiteX117" fmla="*/ 9249987 w 9611734"/>
              <a:gd name="connsiteY117" fmla="*/ 340488 h 1927097"/>
              <a:gd name="connsiteX118" fmla="*/ 9242625 w 9611734"/>
              <a:gd name="connsiteY118" fmla="*/ 340488 h 1927097"/>
              <a:gd name="connsiteX119" fmla="*/ 9242625 w 9611734"/>
              <a:gd name="connsiteY119" fmla="*/ 263677 h 1927097"/>
              <a:gd name="connsiteX120" fmla="*/ 9098382 w 9611734"/>
              <a:gd name="connsiteY120" fmla="*/ 263677 h 1927097"/>
              <a:gd name="connsiteX121" fmla="*/ 9098382 w 9611734"/>
              <a:gd name="connsiteY121" fmla="*/ 873615 h 1927097"/>
              <a:gd name="connsiteX122" fmla="*/ 9242625 w 9611734"/>
              <a:gd name="connsiteY122" fmla="*/ 873615 h 1927097"/>
              <a:gd name="connsiteX123" fmla="*/ 9242625 w 9611734"/>
              <a:gd name="connsiteY123" fmla="*/ 479412 h 1927097"/>
              <a:gd name="connsiteX124" fmla="*/ 9363559 w 9611734"/>
              <a:gd name="connsiteY124" fmla="*/ 336638 h 1927097"/>
              <a:gd name="connsiteX125" fmla="*/ 9467491 w 9611734"/>
              <a:gd name="connsiteY125" fmla="*/ 456142 h 1927097"/>
              <a:gd name="connsiteX126" fmla="*/ 9467491 w 9611734"/>
              <a:gd name="connsiteY126" fmla="*/ 873265 h 1927097"/>
              <a:gd name="connsiteX127" fmla="*/ 9611734 w 9611734"/>
              <a:gd name="connsiteY127" fmla="*/ 873265 h 1927097"/>
              <a:gd name="connsiteX128" fmla="*/ 9611734 w 9611734"/>
              <a:gd name="connsiteY128" fmla="*/ 455092 h 1927097"/>
              <a:gd name="connsiteX129" fmla="*/ 9418592 w 9611734"/>
              <a:gd name="connsiteY129" fmla="*/ 251429 h 1927097"/>
              <a:gd name="connsiteX130" fmla="*/ 566984 w 9611734"/>
              <a:gd name="connsiteY130" fmla="*/ 19596 h 1927097"/>
              <a:gd name="connsiteX131" fmla="*/ 415379 w 9611734"/>
              <a:gd name="connsiteY131" fmla="*/ 19596 h 1927097"/>
              <a:gd name="connsiteX132" fmla="*/ 415379 w 9611734"/>
              <a:gd name="connsiteY132" fmla="*/ 650356 h 1927097"/>
              <a:gd name="connsiteX133" fmla="*/ 283404 w 9611734"/>
              <a:gd name="connsiteY133" fmla="*/ 813776 h 1927097"/>
              <a:gd name="connsiteX134" fmla="*/ 151429 w 9611734"/>
              <a:gd name="connsiteY134" fmla="*/ 638108 h 1927097"/>
              <a:gd name="connsiteX135" fmla="*/ 151429 w 9611734"/>
              <a:gd name="connsiteY135" fmla="*/ 521055 h 1927097"/>
              <a:gd name="connsiteX136" fmla="*/ 0 w 9611734"/>
              <a:gd name="connsiteY136" fmla="*/ 558848 h 1927097"/>
              <a:gd name="connsiteX137" fmla="*/ 0 w 9611734"/>
              <a:gd name="connsiteY137" fmla="*/ 611338 h 1927097"/>
              <a:gd name="connsiteX138" fmla="*/ 283580 w 9611734"/>
              <a:gd name="connsiteY138" fmla="*/ 893212 h 1927097"/>
              <a:gd name="connsiteX139" fmla="*/ 566984 w 9611734"/>
              <a:gd name="connsiteY139" fmla="*/ 611338 h 1927097"/>
              <a:gd name="connsiteX140" fmla="*/ 566984 w 9611734"/>
              <a:gd name="connsiteY140" fmla="*/ 19596 h 1927097"/>
              <a:gd name="connsiteX141" fmla="*/ 1478364 w 9611734"/>
              <a:gd name="connsiteY141" fmla="*/ 19596 h 1927097"/>
              <a:gd name="connsiteX142" fmla="*/ 1334121 w 9611734"/>
              <a:gd name="connsiteY142" fmla="*/ 19596 h 1927097"/>
              <a:gd name="connsiteX143" fmla="*/ 1334121 w 9611734"/>
              <a:gd name="connsiteY143" fmla="*/ 873440 h 1927097"/>
              <a:gd name="connsiteX144" fmla="*/ 1478364 w 9611734"/>
              <a:gd name="connsiteY144" fmla="*/ 873440 h 1927097"/>
              <a:gd name="connsiteX145" fmla="*/ 1478364 w 9611734"/>
              <a:gd name="connsiteY145" fmla="*/ 479412 h 1927097"/>
              <a:gd name="connsiteX146" fmla="*/ 1599298 w 9611734"/>
              <a:gd name="connsiteY146" fmla="*/ 336638 h 1927097"/>
              <a:gd name="connsiteX147" fmla="*/ 1703230 w 9611734"/>
              <a:gd name="connsiteY147" fmla="*/ 456142 h 1927097"/>
              <a:gd name="connsiteX148" fmla="*/ 1703230 w 9611734"/>
              <a:gd name="connsiteY148" fmla="*/ 873265 h 1927097"/>
              <a:gd name="connsiteX149" fmla="*/ 1847474 w 9611734"/>
              <a:gd name="connsiteY149" fmla="*/ 873265 h 1927097"/>
              <a:gd name="connsiteX150" fmla="*/ 1847474 w 9611734"/>
              <a:gd name="connsiteY150" fmla="*/ 455092 h 1927097"/>
              <a:gd name="connsiteX151" fmla="*/ 1654331 w 9611734"/>
              <a:gd name="connsiteY151" fmla="*/ 251429 h 1927097"/>
              <a:gd name="connsiteX152" fmla="*/ 1485726 w 9611734"/>
              <a:gd name="connsiteY152" fmla="*/ 340488 h 1927097"/>
              <a:gd name="connsiteX153" fmla="*/ 1478364 w 9611734"/>
              <a:gd name="connsiteY153" fmla="*/ 340488 h 1927097"/>
              <a:gd name="connsiteX154" fmla="*/ 1478364 w 9611734"/>
              <a:gd name="connsiteY154" fmla="*/ 19596 h 1927097"/>
              <a:gd name="connsiteX155" fmla="*/ 5871744 w 9611734"/>
              <a:gd name="connsiteY155" fmla="*/ 19596 h 1927097"/>
              <a:gd name="connsiteX156" fmla="*/ 5720315 w 9611734"/>
              <a:gd name="connsiteY156" fmla="*/ 19596 h 1927097"/>
              <a:gd name="connsiteX157" fmla="*/ 5720315 w 9611734"/>
              <a:gd name="connsiteY157" fmla="*/ 650356 h 1927097"/>
              <a:gd name="connsiteX158" fmla="*/ 5588340 w 9611734"/>
              <a:gd name="connsiteY158" fmla="*/ 813776 h 1927097"/>
              <a:gd name="connsiteX159" fmla="*/ 5456366 w 9611734"/>
              <a:gd name="connsiteY159" fmla="*/ 638108 h 1927097"/>
              <a:gd name="connsiteX160" fmla="*/ 5456366 w 9611734"/>
              <a:gd name="connsiteY160" fmla="*/ 521055 h 1927097"/>
              <a:gd name="connsiteX161" fmla="*/ 5304936 w 9611734"/>
              <a:gd name="connsiteY161" fmla="*/ 558848 h 1927097"/>
              <a:gd name="connsiteX162" fmla="*/ 5304936 w 9611734"/>
              <a:gd name="connsiteY162" fmla="*/ 611338 h 1927097"/>
              <a:gd name="connsiteX163" fmla="*/ 5588515 w 9611734"/>
              <a:gd name="connsiteY163" fmla="*/ 893212 h 1927097"/>
              <a:gd name="connsiteX164" fmla="*/ 5871920 w 9611734"/>
              <a:gd name="connsiteY164" fmla="*/ 611338 h 1927097"/>
              <a:gd name="connsiteX165" fmla="*/ 5871920 w 9611734"/>
              <a:gd name="connsiteY165" fmla="*/ 19596 h 1927097"/>
              <a:gd name="connsiteX166" fmla="*/ 6783125 w 9611734"/>
              <a:gd name="connsiteY166" fmla="*/ 19596 h 1927097"/>
              <a:gd name="connsiteX167" fmla="*/ 6638882 w 9611734"/>
              <a:gd name="connsiteY167" fmla="*/ 19596 h 1927097"/>
              <a:gd name="connsiteX168" fmla="*/ 6638882 w 9611734"/>
              <a:gd name="connsiteY168" fmla="*/ 873440 h 1927097"/>
              <a:gd name="connsiteX169" fmla="*/ 6783125 w 9611734"/>
              <a:gd name="connsiteY169" fmla="*/ 873440 h 1927097"/>
              <a:gd name="connsiteX170" fmla="*/ 6783125 w 9611734"/>
              <a:gd name="connsiteY170" fmla="*/ 479412 h 1927097"/>
              <a:gd name="connsiteX171" fmla="*/ 6904059 w 9611734"/>
              <a:gd name="connsiteY171" fmla="*/ 336638 h 1927097"/>
              <a:gd name="connsiteX172" fmla="*/ 7007991 w 9611734"/>
              <a:gd name="connsiteY172" fmla="*/ 456142 h 1927097"/>
              <a:gd name="connsiteX173" fmla="*/ 7007991 w 9611734"/>
              <a:gd name="connsiteY173" fmla="*/ 873265 h 1927097"/>
              <a:gd name="connsiteX174" fmla="*/ 7152234 w 9611734"/>
              <a:gd name="connsiteY174" fmla="*/ 873265 h 1927097"/>
              <a:gd name="connsiteX175" fmla="*/ 7152234 w 9611734"/>
              <a:gd name="connsiteY175" fmla="*/ 455092 h 1927097"/>
              <a:gd name="connsiteX176" fmla="*/ 6959092 w 9611734"/>
              <a:gd name="connsiteY176" fmla="*/ 251429 h 1927097"/>
              <a:gd name="connsiteX177" fmla="*/ 6790486 w 9611734"/>
              <a:gd name="connsiteY177" fmla="*/ 340488 h 1927097"/>
              <a:gd name="connsiteX178" fmla="*/ 6783125 w 9611734"/>
              <a:gd name="connsiteY178" fmla="*/ 340488 h 1927097"/>
              <a:gd name="connsiteX179" fmla="*/ 6783125 w 9611734"/>
              <a:gd name="connsiteY179" fmla="*/ 19596 h 1927097"/>
              <a:gd name="connsiteX180" fmla="*/ 4781944 w 9611734"/>
              <a:gd name="connsiteY180" fmla="*/ 803978 h 1927097"/>
              <a:gd name="connsiteX181" fmla="*/ 4592482 w 9611734"/>
              <a:gd name="connsiteY181" fmla="*/ 607489 h 1927097"/>
              <a:gd name="connsiteX182" fmla="*/ 4666970 w 9611734"/>
              <a:gd name="connsiteY182" fmla="*/ 452642 h 1927097"/>
              <a:gd name="connsiteX183" fmla="*/ 4943188 w 9611734"/>
              <a:gd name="connsiteY183" fmla="*/ 753937 h 1927097"/>
              <a:gd name="connsiteX184" fmla="*/ 4781944 w 9611734"/>
              <a:gd name="connsiteY184" fmla="*/ 803978 h 1927097"/>
              <a:gd name="connsiteX185" fmla="*/ 5050801 w 9611734"/>
              <a:gd name="connsiteY185" fmla="*/ 653855 h 1927097"/>
              <a:gd name="connsiteX186" fmla="*/ 4811388 w 9611734"/>
              <a:gd name="connsiteY186" fmla="*/ 390354 h 1927097"/>
              <a:gd name="connsiteX187" fmla="*/ 4929868 w 9611734"/>
              <a:gd name="connsiteY187" fmla="*/ 367083 h 1927097"/>
              <a:gd name="connsiteX188" fmla="*/ 5089885 w 9611734"/>
              <a:gd name="connsiteY188" fmla="*/ 523154 h 1927097"/>
              <a:gd name="connsiteX189" fmla="*/ 5050801 w 9611734"/>
              <a:gd name="connsiteY189" fmla="*/ 653855 h 1927097"/>
              <a:gd name="connsiteX190" fmla="*/ 4778263 w 9611734"/>
              <a:gd name="connsiteY190" fmla="*/ 355010 h 1927097"/>
              <a:gd name="connsiteX191" fmla="*/ 4725684 w 9611734"/>
              <a:gd name="connsiteY191" fmla="*/ 296396 h 1927097"/>
              <a:gd name="connsiteX192" fmla="*/ 4665743 w 9611734"/>
              <a:gd name="connsiteY192" fmla="*/ 175668 h 1927097"/>
              <a:gd name="connsiteX193" fmla="*/ 4781768 w 9611734"/>
              <a:gd name="connsiteY193" fmla="*/ 64738 h 1927097"/>
              <a:gd name="connsiteX194" fmla="*/ 4896568 w 9611734"/>
              <a:gd name="connsiteY194" fmla="*/ 181792 h 1927097"/>
              <a:gd name="connsiteX195" fmla="*/ 4778263 w 9611734"/>
              <a:gd name="connsiteY195" fmla="*/ 355010 h 1927097"/>
              <a:gd name="connsiteX196" fmla="*/ 4785624 w 9611734"/>
              <a:gd name="connsiteY196" fmla="*/ 0 h 1927097"/>
              <a:gd name="connsiteX197" fmla="*/ 4533943 w 9611734"/>
              <a:gd name="connsiteY197" fmla="*/ 211011 h 1927097"/>
              <a:gd name="connsiteX198" fmla="*/ 4631741 w 9611734"/>
              <a:gd name="connsiteY198" fmla="*/ 414674 h 1927097"/>
              <a:gd name="connsiteX199" fmla="*/ 4632968 w 9611734"/>
              <a:gd name="connsiteY199" fmla="*/ 417124 h 1927097"/>
              <a:gd name="connsiteX200" fmla="*/ 4458228 w 9611734"/>
              <a:gd name="connsiteY200" fmla="*/ 662254 h 1927097"/>
              <a:gd name="connsiteX201" fmla="*/ 4703775 w 9611734"/>
              <a:gd name="connsiteY201" fmla="*/ 892862 h 1927097"/>
              <a:gd name="connsiteX202" fmla="*/ 4979994 w 9611734"/>
              <a:gd name="connsiteY202" fmla="*/ 794005 h 1927097"/>
              <a:gd name="connsiteX203" fmla="*/ 5053255 w 9611734"/>
              <a:gd name="connsiteY203" fmla="*/ 873265 h 1927097"/>
              <a:gd name="connsiteX204" fmla="*/ 5245170 w 9611734"/>
              <a:gd name="connsiteY204" fmla="*/ 873265 h 1927097"/>
              <a:gd name="connsiteX205" fmla="*/ 5245170 w 9611734"/>
              <a:gd name="connsiteY205" fmla="*/ 867141 h 1927097"/>
              <a:gd name="connsiteX206" fmla="*/ 5088834 w 9611734"/>
              <a:gd name="connsiteY206" fmla="*/ 695148 h 1927097"/>
              <a:gd name="connsiteX207" fmla="*/ 5192766 w 9611734"/>
              <a:gd name="connsiteY207" fmla="*/ 457191 h 1927097"/>
              <a:gd name="connsiteX208" fmla="*/ 5032749 w 9611734"/>
              <a:gd name="connsiteY208" fmla="*/ 302345 h 1927097"/>
              <a:gd name="connsiteX209" fmla="*/ 4886051 w 9611734"/>
              <a:gd name="connsiteY209" fmla="*/ 331564 h 1927097"/>
              <a:gd name="connsiteX210" fmla="*/ 4883598 w 9611734"/>
              <a:gd name="connsiteY210" fmla="*/ 326665 h 1927097"/>
              <a:gd name="connsiteX211" fmla="*/ 5015573 w 9611734"/>
              <a:gd name="connsiteY211" fmla="*/ 165695 h 1927097"/>
              <a:gd name="connsiteX212" fmla="*/ 4785624 w 9611734"/>
              <a:gd name="connsiteY212" fmla="*/ 0 h 1927097"/>
              <a:gd name="connsiteX213" fmla="*/ 1128885 w 9611734"/>
              <a:gd name="connsiteY213" fmla="*/ 1543918 h 1927097"/>
              <a:gd name="connsiteX214" fmla="*/ 1293810 w 9611734"/>
              <a:gd name="connsiteY214" fmla="*/ 1375599 h 1927097"/>
              <a:gd name="connsiteX215" fmla="*/ 1441734 w 9611734"/>
              <a:gd name="connsiteY215" fmla="*/ 1543918 h 1927097"/>
              <a:gd name="connsiteX216" fmla="*/ 1128885 w 9611734"/>
              <a:gd name="connsiteY216" fmla="*/ 1543918 h 1927097"/>
              <a:gd name="connsiteX217" fmla="*/ 1293810 w 9611734"/>
              <a:gd name="connsiteY217" fmla="*/ 1292664 h 1927097"/>
              <a:gd name="connsiteX218" fmla="*/ 1020045 w 9611734"/>
              <a:gd name="connsiteY218" fmla="*/ 1614780 h 1927097"/>
              <a:gd name="connsiteX219" fmla="*/ 1293810 w 9611734"/>
              <a:gd name="connsiteY219" fmla="*/ 1927098 h 1927097"/>
              <a:gd name="connsiteX220" fmla="*/ 1543037 w 9611734"/>
              <a:gd name="connsiteY220" fmla="*/ 1728334 h 1927097"/>
              <a:gd name="connsiteX221" fmla="*/ 1450147 w 9611734"/>
              <a:gd name="connsiteY221" fmla="*/ 1704013 h 1927097"/>
              <a:gd name="connsiteX222" fmla="*/ 1303450 w 9611734"/>
              <a:gd name="connsiteY222" fmla="*/ 1841888 h 1927097"/>
              <a:gd name="connsiteX223" fmla="*/ 1125029 w 9611734"/>
              <a:gd name="connsiteY223" fmla="*/ 1616180 h 1927097"/>
              <a:gd name="connsiteX224" fmla="*/ 1544089 w 9611734"/>
              <a:gd name="connsiteY224" fmla="*/ 1616180 h 1927097"/>
              <a:gd name="connsiteX225" fmla="*/ 1544089 w 9611734"/>
              <a:gd name="connsiteY225" fmla="*/ 1582061 h 1927097"/>
              <a:gd name="connsiteX226" fmla="*/ 1293810 w 9611734"/>
              <a:gd name="connsiteY226" fmla="*/ 1292664 h 1927097"/>
              <a:gd name="connsiteX227" fmla="*/ 2967595 w 9611734"/>
              <a:gd name="connsiteY227" fmla="*/ 1543918 h 1927097"/>
              <a:gd name="connsiteX228" fmla="*/ 3132520 w 9611734"/>
              <a:gd name="connsiteY228" fmla="*/ 1375599 h 1927097"/>
              <a:gd name="connsiteX229" fmla="*/ 3280444 w 9611734"/>
              <a:gd name="connsiteY229" fmla="*/ 1543918 h 1927097"/>
              <a:gd name="connsiteX230" fmla="*/ 2967595 w 9611734"/>
              <a:gd name="connsiteY230" fmla="*/ 1543918 h 1927097"/>
              <a:gd name="connsiteX231" fmla="*/ 3132520 w 9611734"/>
              <a:gd name="connsiteY231" fmla="*/ 1292664 h 1927097"/>
              <a:gd name="connsiteX232" fmla="*/ 2858756 w 9611734"/>
              <a:gd name="connsiteY232" fmla="*/ 1614780 h 1927097"/>
              <a:gd name="connsiteX233" fmla="*/ 3132520 w 9611734"/>
              <a:gd name="connsiteY233" fmla="*/ 1927098 h 1927097"/>
              <a:gd name="connsiteX234" fmla="*/ 3381748 w 9611734"/>
              <a:gd name="connsiteY234" fmla="*/ 1728334 h 1927097"/>
              <a:gd name="connsiteX235" fmla="*/ 3288857 w 9611734"/>
              <a:gd name="connsiteY235" fmla="*/ 1704013 h 1927097"/>
              <a:gd name="connsiteX236" fmla="*/ 3142160 w 9611734"/>
              <a:gd name="connsiteY236" fmla="*/ 1841888 h 1927097"/>
              <a:gd name="connsiteX237" fmla="*/ 2963740 w 9611734"/>
              <a:gd name="connsiteY237" fmla="*/ 1616180 h 1927097"/>
              <a:gd name="connsiteX238" fmla="*/ 3382799 w 9611734"/>
              <a:gd name="connsiteY238" fmla="*/ 1616180 h 1927097"/>
              <a:gd name="connsiteX239" fmla="*/ 3382799 w 9611734"/>
              <a:gd name="connsiteY239" fmla="*/ 1582061 h 1927097"/>
              <a:gd name="connsiteX240" fmla="*/ 3132520 w 9611734"/>
              <a:gd name="connsiteY240" fmla="*/ 1292664 h 1927097"/>
              <a:gd name="connsiteX241" fmla="*/ 3766631 w 9611734"/>
              <a:gd name="connsiteY241" fmla="*/ 1292664 h 1927097"/>
              <a:gd name="connsiteX242" fmla="*/ 3485505 w 9611734"/>
              <a:gd name="connsiteY242" fmla="*/ 1616005 h 1927097"/>
              <a:gd name="connsiteX243" fmla="*/ 3761723 w 9611734"/>
              <a:gd name="connsiteY243" fmla="*/ 1927098 h 1927097"/>
              <a:gd name="connsiteX244" fmla="*/ 4012178 w 9611734"/>
              <a:gd name="connsiteY244" fmla="*/ 1709962 h 1927097"/>
              <a:gd name="connsiteX245" fmla="*/ 3915606 w 9611734"/>
              <a:gd name="connsiteY245" fmla="*/ 1686692 h 1927097"/>
              <a:gd name="connsiteX246" fmla="*/ 3768909 w 9611734"/>
              <a:gd name="connsiteY246" fmla="*/ 1840313 h 1927097"/>
              <a:gd name="connsiteX247" fmla="*/ 3591716 w 9611734"/>
              <a:gd name="connsiteY247" fmla="*/ 1608481 h 1927097"/>
              <a:gd name="connsiteX248" fmla="*/ 3764002 w 9611734"/>
              <a:gd name="connsiteY248" fmla="*/ 1379098 h 1927097"/>
              <a:gd name="connsiteX249" fmla="*/ 3915606 w 9611734"/>
              <a:gd name="connsiteY249" fmla="*/ 1525546 h 1927097"/>
              <a:gd name="connsiteX250" fmla="*/ 4012178 w 9611734"/>
              <a:gd name="connsiteY250" fmla="*/ 1502275 h 1927097"/>
              <a:gd name="connsiteX251" fmla="*/ 3766631 w 9611734"/>
              <a:gd name="connsiteY251" fmla="*/ 1292664 h 1927097"/>
              <a:gd name="connsiteX252" fmla="*/ 879833 w 9611734"/>
              <a:gd name="connsiteY252" fmla="*/ 1060831 h 1927097"/>
              <a:gd name="connsiteX253" fmla="*/ 718589 w 9611734"/>
              <a:gd name="connsiteY253" fmla="*/ 1060831 h 1927097"/>
              <a:gd name="connsiteX254" fmla="*/ 465680 w 9611734"/>
              <a:gd name="connsiteY254" fmla="*/ 1748805 h 1927097"/>
              <a:gd name="connsiteX255" fmla="*/ 211545 w 9611734"/>
              <a:gd name="connsiteY255" fmla="*/ 1060831 h 1927097"/>
              <a:gd name="connsiteX256" fmla="*/ 42765 w 9611734"/>
              <a:gd name="connsiteY256" fmla="*/ 1060831 h 1927097"/>
              <a:gd name="connsiteX257" fmla="*/ 42765 w 9611734"/>
              <a:gd name="connsiteY257" fmla="*/ 1914675 h 1927097"/>
              <a:gd name="connsiteX258" fmla="*/ 148976 w 9611734"/>
              <a:gd name="connsiteY258" fmla="*/ 1914675 h 1927097"/>
              <a:gd name="connsiteX259" fmla="*/ 148976 w 9611734"/>
              <a:gd name="connsiteY259" fmla="*/ 1179284 h 1927097"/>
              <a:gd name="connsiteX260" fmla="*/ 421513 w 9611734"/>
              <a:gd name="connsiteY260" fmla="*/ 1914850 h 1927097"/>
              <a:gd name="connsiteX261" fmla="*/ 503362 w 9611734"/>
              <a:gd name="connsiteY261" fmla="*/ 1914850 h 1927097"/>
              <a:gd name="connsiteX262" fmla="*/ 773447 w 9611734"/>
              <a:gd name="connsiteY262" fmla="*/ 1178060 h 1927097"/>
              <a:gd name="connsiteX263" fmla="*/ 773447 w 9611734"/>
              <a:gd name="connsiteY263" fmla="*/ 1914850 h 1927097"/>
              <a:gd name="connsiteX264" fmla="*/ 879833 w 9611734"/>
              <a:gd name="connsiteY264" fmla="*/ 1914850 h 1927097"/>
              <a:gd name="connsiteX265" fmla="*/ 879833 w 9611734"/>
              <a:gd name="connsiteY265" fmla="*/ 1060831 h 1927097"/>
              <a:gd name="connsiteX266" fmla="*/ 1920559 w 9611734"/>
              <a:gd name="connsiteY266" fmla="*/ 1840488 h 1927097"/>
              <a:gd name="connsiteX267" fmla="*/ 1753181 w 9611734"/>
              <a:gd name="connsiteY267" fmla="*/ 1609881 h 1927097"/>
              <a:gd name="connsiteX268" fmla="*/ 1920559 w 9611734"/>
              <a:gd name="connsiteY268" fmla="*/ 1379273 h 1927097"/>
              <a:gd name="connsiteX269" fmla="*/ 2087938 w 9611734"/>
              <a:gd name="connsiteY269" fmla="*/ 1609881 h 1927097"/>
              <a:gd name="connsiteX270" fmla="*/ 1920559 w 9611734"/>
              <a:gd name="connsiteY270" fmla="*/ 1840488 h 1927097"/>
              <a:gd name="connsiteX271" fmla="*/ 2186963 w 9611734"/>
              <a:gd name="connsiteY271" fmla="*/ 1060831 h 1927097"/>
              <a:gd name="connsiteX272" fmla="*/ 2085659 w 9611734"/>
              <a:gd name="connsiteY272" fmla="*/ 1060831 h 1927097"/>
              <a:gd name="connsiteX273" fmla="*/ 2085659 w 9611734"/>
              <a:gd name="connsiteY273" fmla="*/ 1421965 h 1927097"/>
              <a:gd name="connsiteX274" fmla="*/ 1903559 w 9611734"/>
              <a:gd name="connsiteY274" fmla="*/ 1292664 h 1927097"/>
              <a:gd name="connsiteX275" fmla="*/ 1646970 w 9611734"/>
              <a:gd name="connsiteY275" fmla="*/ 1613555 h 1927097"/>
              <a:gd name="connsiteX276" fmla="*/ 1894971 w 9611734"/>
              <a:gd name="connsiteY276" fmla="*/ 1927098 h 1927097"/>
              <a:gd name="connsiteX277" fmla="*/ 2085659 w 9611734"/>
              <a:gd name="connsiteY277" fmla="*/ 1791672 h 1927097"/>
              <a:gd name="connsiteX278" fmla="*/ 2085659 w 9611734"/>
              <a:gd name="connsiteY278" fmla="*/ 1838039 h 1927097"/>
              <a:gd name="connsiteX279" fmla="*/ 2091794 w 9611734"/>
              <a:gd name="connsiteY279" fmla="*/ 1914850 h 1927097"/>
              <a:gd name="connsiteX280" fmla="*/ 2194499 w 9611734"/>
              <a:gd name="connsiteY280" fmla="*/ 1914850 h 1927097"/>
              <a:gd name="connsiteX281" fmla="*/ 2187138 w 9611734"/>
              <a:gd name="connsiteY281" fmla="*/ 1787998 h 1927097"/>
              <a:gd name="connsiteX282" fmla="*/ 2187138 w 9611734"/>
              <a:gd name="connsiteY282" fmla="*/ 1060831 h 1927097"/>
              <a:gd name="connsiteX283" fmla="*/ 2956729 w 9611734"/>
              <a:gd name="connsiteY283" fmla="*/ 1060831 h 1927097"/>
              <a:gd name="connsiteX284" fmla="*/ 2296854 w 9611734"/>
              <a:gd name="connsiteY284" fmla="*/ 1060831 h 1927097"/>
              <a:gd name="connsiteX285" fmla="*/ 2296854 w 9611734"/>
              <a:gd name="connsiteY285" fmla="*/ 1149890 h 1927097"/>
              <a:gd name="connsiteX286" fmla="*/ 2574300 w 9611734"/>
              <a:gd name="connsiteY286" fmla="*/ 1149890 h 1927097"/>
              <a:gd name="connsiteX287" fmla="*/ 2574300 w 9611734"/>
              <a:gd name="connsiteY287" fmla="*/ 1914850 h 1927097"/>
              <a:gd name="connsiteX288" fmla="*/ 2680686 w 9611734"/>
              <a:gd name="connsiteY288" fmla="*/ 1914850 h 1927097"/>
              <a:gd name="connsiteX289" fmla="*/ 2680686 w 9611734"/>
              <a:gd name="connsiteY289" fmla="*/ 1149890 h 1927097"/>
              <a:gd name="connsiteX290" fmla="*/ 2956904 w 9611734"/>
              <a:gd name="connsiteY290" fmla="*/ 1149890 h 1927097"/>
              <a:gd name="connsiteX291" fmla="*/ 2956904 w 9611734"/>
              <a:gd name="connsiteY291" fmla="*/ 1060831 h 1927097"/>
              <a:gd name="connsiteX292" fmla="*/ 4229682 w 9611734"/>
              <a:gd name="connsiteY292" fmla="*/ 1060831 h 1927097"/>
              <a:gd name="connsiteX293" fmla="*/ 4128203 w 9611734"/>
              <a:gd name="connsiteY293" fmla="*/ 1060831 h 1927097"/>
              <a:gd name="connsiteX294" fmla="*/ 4128203 w 9611734"/>
              <a:gd name="connsiteY294" fmla="*/ 1914675 h 1927097"/>
              <a:gd name="connsiteX295" fmla="*/ 4229682 w 9611734"/>
              <a:gd name="connsiteY295" fmla="*/ 1914675 h 1927097"/>
              <a:gd name="connsiteX296" fmla="*/ 4229682 w 9611734"/>
              <a:gd name="connsiteY296" fmla="*/ 1513473 h 1927097"/>
              <a:gd name="connsiteX297" fmla="*/ 4362884 w 9611734"/>
              <a:gd name="connsiteY297" fmla="*/ 1370699 h 1927097"/>
              <a:gd name="connsiteX298" fmla="*/ 4494859 w 9611734"/>
              <a:gd name="connsiteY298" fmla="*/ 1513473 h 1927097"/>
              <a:gd name="connsiteX299" fmla="*/ 4494859 w 9611734"/>
              <a:gd name="connsiteY299" fmla="*/ 1914850 h 1927097"/>
              <a:gd name="connsiteX300" fmla="*/ 4596338 w 9611734"/>
              <a:gd name="connsiteY300" fmla="*/ 1914850 h 1927097"/>
              <a:gd name="connsiteX301" fmla="*/ 4596338 w 9611734"/>
              <a:gd name="connsiteY301" fmla="*/ 1492827 h 1927097"/>
              <a:gd name="connsiteX302" fmla="*/ 4399515 w 9611734"/>
              <a:gd name="connsiteY302" fmla="*/ 1292839 h 1927097"/>
              <a:gd name="connsiteX303" fmla="*/ 4229682 w 9611734"/>
              <a:gd name="connsiteY303" fmla="*/ 1399044 h 1927097"/>
              <a:gd name="connsiteX304" fmla="*/ 4229682 w 9611734"/>
              <a:gd name="connsiteY304" fmla="*/ 1060831 h 192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Lst>
            <a:rect l="l" t="t" r="r" b="b"/>
            <a:pathLst>
              <a:path w="9611734" h="1927097">
                <a:moveTo>
                  <a:pt x="950465" y="818675"/>
                </a:moveTo>
                <a:cubicBezTo>
                  <a:pt x="856347" y="818675"/>
                  <a:pt x="803768" y="729617"/>
                  <a:pt x="803768" y="568646"/>
                </a:cubicBezTo>
                <a:cubicBezTo>
                  <a:pt x="803768" y="405226"/>
                  <a:pt x="856347" y="318617"/>
                  <a:pt x="950465" y="318617"/>
                </a:cubicBezTo>
                <a:cubicBezTo>
                  <a:pt x="1044582" y="318617"/>
                  <a:pt x="1097162" y="406451"/>
                  <a:pt x="1097162" y="568646"/>
                </a:cubicBezTo>
                <a:cubicBezTo>
                  <a:pt x="1097162" y="732066"/>
                  <a:pt x="1044582" y="818675"/>
                  <a:pt x="950465" y="818675"/>
                </a:cubicBezTo>
                <a:moveTo>
                  <a:pt x="950465" y="251429"/>
                </a:moveTo>
                <a:cubicBezTo>
                  <a:pt x="758549" y="251429"/>
                  <a:pt x="652338" y="394203"/>
                  <a:pt x="652338" y="568646"/>
                </a:cubicBezTo>
                <a:cubicBezTo>
                  <a:pt x="652338" y="743089"/>
                  <a:pt x="758724" y="885863"/>
                  <a:pt x="950465" y="885863"/>
                </a:cubicBezTo>
                <a:cubicBezTo>
                  <a:pt x="1142381" y="885863"/>
                  <a:pt x="1248591" y="743089"/>
                  <a:pt x="1248591" y="568646"/>
                </a:cubicBezTo>
                <a:cubicBezTo>
                  <a:pt x="1248767" y="394028"/>
                  <a:pt x="1142381" y="251429"/>
                  <a:pt x="950465" y="251429"/>
                </a:cubicBezTo>
                <a:moveTo>
                  <a:pt x="2283534" y="251429"/>
                </a:moveTo>
                <a:cubicBezTo>
                  <a:pt x="2193097" y="251429"/>
                  <a:pt x="2142971" y="290447"/>
                  <a:pt x="2114929" y="340488"/>
                </a:cubicBezTo>
                <a:lnTo>
                  <a:pt x="2107568" y="340488"/>
                </a:lnTo>
                <a:lnTo>
                  <a:pt x="2107568" y="263677"/>
                </a:lnTo>
                <a:lnTo>
                  <a:pt x="1963324" y="263677"/>
                </a:lnTo>
                <a:lnTo>
                  <a:pt x="1963324" y="873615"/>
                </a:lnTo>
                <a:lnTo>
                  <a:pt x="2107568" y="873615"/>
                </a:lnTo>
                <a:lnTo>
                  <a:pt x="2107568" y="479412"/>
                </a:lnTo>
                <a:cubicBezTo>
                  <a:pt x="2107568" y="389129"/>
                  <a:pt x="2154013" y="336638"/>
                  <a:pt x="2228501" y="336638"/>
                </a:cubicBezTo>
                <a:cubicBezTo>
                  <a:pt x="2300535" y="336638"/>
                  <a:pt x="2332433" y="384230"/>
                  <a:pt x="2332433" y="456142"/>
                </a:cubicBezTo>
                <a:lnTo>
                  <a:pt x="2332433" y="873265"/>
                </a:lnTo>
                <a:lnTo>
                  <a:pt x="2476677" y="873265"/>
                </a:lnTo>
                <a:lnTo>
                  <a:pt x="2476677" y="455092"/>
                </a:lnTo>
                <a:cubicBezTo>
                  <a:pt x="2476502" y="329465"/>
                  <a:pt x="2410602" y="251429"/>
                  <a:pt x="2283534" y="251429"/>
                </a:cubicBezTo>
                <a:moveTo>
                  <a:pt x="2803897" y="251429"/>
                </a:moveTo>
                <a:cubicBezTo>
                  <a:pt x="2670696" y="251429"/>
                  <a:pt x="2570444" y="307594"/>
                  <a:pt x="2570444" y="427097"/>
                </a:cubicBezTo>
                <a:cubicBezTo>
                  <a:pt x="2570444" y="528403"/>
                  <a:pt x="2640024" y="583168"/>
                  <a:pt x="2718368" y="602765"/>
                </a:cubicBezTo>
                <a:lnTo>
                  <a:pt x="2840528" y="633209"/>
                </a:lnTo>
                <a:cubicBezTo>
                  <a:pt x="2905201" y="649131"/>
                  <a:pt x="2934645" y="672227"/>
                  <a:pt x="2934645" y="723493"/>
                </a:cubicBezTo>
                <a:cubicBezTo>
                  <a:pt x="2934645" y="785781"/>
                  <a:pt x="2890654" y="821125"/>
                  <a:pt x="2813712" y="821125"/>
                </a:cubicBezTo>
                <a:cubicBezTo>
                  <a:pt x="2730636" y="821125"/>
                  <a:pt x="2687872" y="780882"/>
                  <a:pt x="2674376" y="679576"/>
                </a:cubicBezTo>
                <a:lnTo>
                  <a:pt x="2544855" y="716144"/>
                </a:lnTo>
                <a:cubicBezTo>
                  <a:pt x="2552216" y="821125"/>
                  <a:pt x="2650014" y="885688"/>
                  <a:pt x="2797763" y="885688"/>
                </a:cubicBezTo>
                <a:cubicBezTo>
                  <a:pt x="2962688" y="885688"/>
                  <a:pt x="3051898" y="808877"/>
                  <a:pt x="3051898" y="686924"/>
                </a:cubicBezTo>
                <a:cubicBezTo>
                  <a:pt x="3051898" y="572320"/>
                  <a:pt x="2972503" y="524729"/>
                  <a:pt x="2889427" y="503908"/>
                </a:cubicBezTo>
                <a:lnTo>
                  <a:pt x="2772174" y="474688"/>
                </a:lnTo>
                <a:cubicBezTo>
                  <a:pt x="2713461" y="459991"/>
                  <a:pt x="2687872" y="433221"/>
                  <a:pt x="2687872" y="394203"/>
                </a:cubicBezTo>
                <a:cubicBezTo>
                  <a:pt x="2687872" y="345387"/>
                  <a:pt x="2729409" y="316167"/>
                  <a:pt x="2791804" y="316167"/>
                </a:cubicBezTo>
                <a:cubicBezTo>
                  <a:pt x="2865065" y="316167"/>
                  <a:pt x="2910284" y="356410"/>
                  <a:pt x="2916418" y="433221"/>
                </a:cubicBezTo>
                <a:lnTo>
                  <a:pt x="3038578" y="396652"/>
                </a:lnTo>
                <a:cubicBezTo>
                  <a:pt x="3023856" y="311093"/>
                  <a:pt x="2939553" y="251429"/>
                  <a:pt x="2803897" y="251429"/>
                </a:cubicBezTo>
                <a:moveTo>
                  <a:pt x="3409965" y="818675"/>
                </a:moveTo>
                <a:cubicBezTo>
                  <a:pt x="3315848" y="818675"/>
                  <a:pt x="3263268" y="729617"/>
                  <a:pt x="3263268" y="568646"/>
                </a:cubicBezTo>
                <a:cubicBezTo>
                  <a:pt x="3263268" y="405226"/>
                  <a:pt x="3315848" y="318617"/>
                  <a:pt x="3409965" y="318617"/>
                </a:cubicBezTo>
                <a:cubicBezTo>
                  <a:pt x="3504083" y="318617"/>
                  <a:pt x="3556663" y="406451"/>
                  <a:pt x="3556663" y="568646"/>
                </a:cubicBezTo>
                <a:cubicBezTo>
                  <a:pt x="3556487" y="732066"/>
                  <a:pt x="3504083" y="818675"/>
                  <a:pt x="3409965" y="818675"/>
                </a:cubicBezTo>
                <a:moveTo>
                  <a:pt x="3409965" y="251429"/>
                </a:moveTo>
                <a:cubicBezTo>
                  <a:pt x="3218050" y="251429"/>
                  <a:pt x="3111839" y="394203"/>
                  <a:pt x="3111839" y="568646"/>
                </a:cubicBezTo>
                <a:cubicBezTo>
                  <a:pt x="3111839" y="743089"/>
                  <a:pt x="3218225" y="885863"/>
                  <a:pt x="3409965" y="885863"/>
                </a:cubicBezTo>
                <a:cubicBezTo>
                  <a:pt x="3601881" y="885863"/>
                  <a:pt x="3708092" y="743089"/>
                  <a:pt x="3708092" y="568646"/>
                </a:cubicBezTo>
                <a:cubicBezTo>
                  <a:pt x="3708092" y="394028"/>
                  <a:pt x="3601706" y="251429"/>
                  <a:pt x="3409965" y="251429"/>
                </a:cubicBezTo>
                <a:moveTo>
                  <a:pt x="4113656" y="251429"/>
                </a:moveTo>
                <a:cubicBezTo>
                  <a:pt x="4023219" y="251429"/>
                  <a:pt x="3973094" y="290447"/>
                  <a:pt x="3945051" y="340488"/>
                </a:cubicBezTo>
                <a:lnTo>
                  <a:pt x="3937690" y="340488"/>
                </a:lnTo>
                <a:lnTo>
                  <a:pt x="3937690" y="263677"/>
                </a:lnTo>
                <a:lnTo>
                  <a:pt x="3793446" y="263677"/>
                </a:lnTo>
                <a:lnTo>
                  <a:pt x="3793446" y="873615"/>
                </a:lnTo>
                <a:lnTo>
                  <a:pt x="3937690" y="873615"/>
                </a:lnTo>
                <a:lnTo>
                  <a:pt x="3937690" y="479412"/>
                </a:lnTo>
                <a:cubicBezTo>
                  <a:pt x="3937690" y="389129"/>
                  <a:pt x="3984135" y="336638"/>
                  <a:pt x="4058623" y="336638"/>
                </a:cubicBezTo>
                <a:cubicBezTo>
                  <a:pt x="4130657" y="336638"/>
                  <a:pt x="4162555" y="384230"/>
                  <a:pt x="4162555" y="456142"/>
                </a:cubicBezTo>
                <a:lnTo>
                  <a:pt x="4162555" y="873265"/>
                </a:lnTo>
                <a:lnTo>
                  <a:pt x="4306799" y="873265"/>
                </a:lnTo>
                <a:lnTo>
                  <a:pt x="4306799" y="455092"/>
                </a:lnTo>
                <a:cubicBezTo>
                  <a:pt x="4306799" y="329465"/>
                  <a:pt x="4240724" y="251429"/>
                  <a:pt x="4113656" y="251429"/>
                </a:cubicBezTo>
                <a:moveTo>
                  <a:pt x="6255401" y="818675"/>
                </a:moveTo>
                <a:cubicBezTo>
                  <a:pt x="6161283" y="818675"/>
                  <a:pt x="6108704" y="729617"/>
                  <a:pt x="6108704" y="568646"/>
                </a:cubicBezTo>
                <a:cubicBezTo>
                  <a:pt x="6108704" y="405226"/>
                  <a:pt x="6161283" y="318617"/>
                  <a:pt x="6255401" y="318617"/>
                </a:cubicBezTo>
                <a:cubicBezTo>
                  <a:pt x="6349518" y="318617"/>
                  <a:pt x="6402098" y="406451"/>
                  <a:pt x="6402098" y="568646"/>
                </a:cubicBezTo>
                <a:cubicBezTo>
                  <a:pt x="6402098" y="732066"/>
                  <a:pt x="6349518" y="818675"/>
                  <a:pt x="6255401" y="818675"/>
                </a:cubicBezTo>
                <a:moveTo>
                  <a:pt x="6255401" y="251429"/>
                </a:moveTo>
                <a:cubicBezTo>
                  <a:pt x="6063485" y="251429"/>
                  <a:pt x="5957274" y="394203"/>
                  <a:pt x="5957274" y="568646"/>
                </a:cubicBezTo>
                <a:cubicBezTo>
                  <a:pt x="5957274" y="743089"/>
                  <a:pt x="6063660" y="885863"/>
                  <a:pt x="6255401" y="885863"/>
                </a:cubicBezTo>
                <a:cubicBezTo>
                  <a:pt x="6447316" y="885863"/>
                  <a:pt x="6553528" y="743089"/>
                  <a:pt x="6553528" y="568646"/>
                </a:cubicBezTo>
                <a:cubicBezTo>
                  <a:pt x="6553528" y="394028"/>
                  <a:pt x="6447316" y="251429"/>
                  <a:pt x="6255401" y="251429"/>
                </a:cubicBezTo>
                <a:moveTo>
                  <a:pt x="7588295" y="251429"/>
                </a:moveTo>
                <a:cubicBezTo>
                  <a:pt x="7497858" y="251429"/>
                  <a:pt x="7447732" y="290447"/>
                  <a:pt x="7419689" y="340488"/>
                </a:cubicBezTo>
                <a:lnTo>
                  <a:pt x="7412328" y="340488"/>
                </a:lnTo>
                <a:lnTo>
                  <a:pt x="7412328" y="263677"/>
                </a:lnTo>
                <a:lnTo>
                  <a:pt x="7268085" y="263677"/>
                </a:lnTo>
                <a:lnTo>
                  <a:pt x="7268085" y="873615"/>
                </a:lnTo>
                <a:lnTo>
                  <a:pt x="7412328" y="873615"/>
                </a:lnTo>
                <a:lnTo>
                  <a:pt x="7412328" y="479412"/>
                </a:lnTo>
                <a:cubicBezTo>
                  <a:pt x="7412328" y="389129"/>
                  <a:pt x="7458774" y="336638"/>
                  <a:pt x="7533262" y="336638"/>
                </a:cubicBezTo>
                <a:cubicBezTo>
                  <a:pt x="7605295" y="336638"/>
                  <a:pt x="7637194" y="384230"/>
                  <a:pt x="7637194" y="456142"/>
                </a:cubicBezTo>
                <a:lnTo>
                  <a:pt x="7637194" y="873265"/>
                </a:lnTo>
                <a:lnTo>
                  <a:pt x="7781438" y="873265"/>
                </a:lnTo>
                <a:lnTo>
                  <a:pt x="7781438" y="455092"/>
                </a:lnTo>
                <a:cubicBezTo>
                  <a:pt x="7781438" y="329465"/>
                  <a:pt x="7715362" y="251429"/>
                  <a:pt x="7588295" y="251429"/>
                </a:cubicBezTo>
                <a:moveTo>
                  <a:pt x="8108833" y="251429"/>
                </a:moveTo>
                <a:cubicBezTo>
                  <a:pt x="7975631" y="251429"/>
                  <a:pt x="7875380" y="307594"/>
                  <a:pt x="7875380" y="427097"/>
                </a:cubicBezTo>
                <a:cubicBezTo>
                  <a:pt x="7875380" y="528403"/>
                  <a:pt x="7944960" y="583168"/>
                  <a:pt x="8023304" y="602765"/>
                </a:cubicBezTo>
                <a:lnTo>
                  <a:pt x="8145464" y="633209"/>
                </a:lnTo>
                <a:cubicBezTo>
                  <a:pt x="8210137" y="649131"/>
                  <a:pt x="8239581" y="672227"/>
                  <a:pt x="8239581" y="723493"/>
                </a:cubicBezTo>
                <a:cubicBezTo>
                  <a:pt x="8239581" y="785781"/>
                  <a:pt x="8195589" y="821125"/>
                  <a:pt x="8118648" y="821125"/>
                </a:cubicBezTo>
                <a:cubicBezTo>
                  <a:pt x="8035573" y="821125"/>
                  <a:pt x="7992808" y="780882"/>
                  <a:pt x="7979312" y="679576"/>
                </a:cubicBezTo>
                <a:lnTo>
                  <a:pt x="7849791" y="716144"/>
                </a:lnTo>
                <a:cubicBezTo>
                  <a:pt x="7857152" y="821125"/>
                  <a:pt x="7954950" y="885688"/>
                  <a:pt x="8102699" y="885688"/>
                </a:cubicBezTo>
                <a:cubicBezTo>
                  <a:pt x="8267624" y="885688"/>
                  <a:pt x="8356834" y="808877"/>
                  <a:pt x="8356834" y="686924"/>
                </a:cubicBezTo>
                <a:cubicBezTo>
                  <a:pt x="8356834" y="572320"/>
                  <a:pt x="8277439" y="524729"/>
                  <a:pt x="8194363" y="503908"/>
                </a:cubicBezTo>
                <a:lnTo>
                  <a:pt x="8077110" y="474688"/>
                </a:lnTo>
                <a:cubicBezTo>
                  <a:pt x="8018396" y="459991"/>
                  <a:pt x="7992808" y="433221"/>
                  <a:pt x="7992808" y="394203"/>
                </a:cubicBezTo>
                <a:cubicBezTo>
                  <a:pt x="7992808" y="345387"/>
                  <a:pt x="8034346" y="316167"/>
                  <a:pt x="8096740" y="316167"/>
                </a:cubicBezTo>
                <a:cubicBezTo>
                  <a:pt x="8170001" y="316167"/>
                  <a:pt x="8215220" y="356410"/>
                  <a:pt x="8221353" y="433221"/>
                </a:cubicBezTo>
                <a:lnTo>
                  <a:pt x="8343514" y="396652"/>
                </a:lnTo>
                <a:cubicBezTo>
                  <a:pt x="8328791" y="311093"/>
                  <a:pt x="8244489" y="251429"/>
                  <a:pt x="8108833" y="251429"/>
                </a:cubicBezTo>
                <a:moveTo>
                  <a:pt x="8714726" y="818675"/>
                </a:moveTo>
                <a:cubicBezTo>
                  <a:pt x="8620608" y="818675"/>
                  <a:pt x="8568028" y="729617"/>
                  <a:pt x="8568028" y="568646"/>
                </a:cubicBezTo>
                <a:cubicBezTo>
                  <a:pt x="8568028" y="405226"/>
                  <a:pt x="8620608" y="318617"/>
                  <a:pt x="8714726" y="318617"/>
                </a:cubicBezTo>
                <a:cubicBezTo>
                  <a:pt x="8808844" y="318617"/>
                  <a:pt x="8861423" y="406451"/>
                  <a:pt x="8861423" y="568646"/>
                </a:cubicBezTo>
                <a:cubicBezTo>
                  <a:pt x="8861423" y="732066"/>
                  <a:pt x="8808844" y="818675"/>
                  <a:pt x="8714726" y="818675"/>
                </a:cubicBezTo>
                <a:moveTo>
                  <a:pt x="8714726" y="251429"/>
                </a:moveTo>
                <a:cubicBezTo>
                  <a:pt x="8522810" y="251429"/>
                  <a:pt x="8416599" y="394203"/>
                  <a:pt x="8416599" y="568646"/>
                </a:cubicBezTo>
                <a:cubicBezTo>
                  <a:pt x="8416599" y="743089"/>
                  <a:pt x="8522810" y="885863"/>
                  <a:pt x="8714726" y="885863"/>
                </a:cubicBezTo>
                <a:cubicBezTo>
                  <a:pt x="8906641" y="885863"/>
                  <a:pt x="9012852" y="743089"/>
                  <a:pt x="9012852" y="568646"/>
                </a:cubicBezTo>
                <a:cubicBezTo>
                  <a:pt x="9012852" y="394028"/>
                  <a:pt x="8906641" y="251429"/>
                  <a:pt x="8714726" y="251429"/>
                </a:cubicBezTo>
                <a:moveTo>
                  <a:pt x="9418592" y="251429"/>
                </a:moveTo>
                <a:cubicBezTo>
                  <a:pt x="9328155" y="251429"/>
                  <a:pt x="9278029" y="290447"/>
                  <a:pt x="9249987" y="340488"/>
                </a:cubicBezTo>
                <a:lnTo>
                  <a:pt x="9242625" y="340488"/>
                </a:lnTo>
                <a:lnTo>
                  <a:pt x="9242625" y="263677"/>
                </a:lnTo>
                <a:lnTo>
                  <a:pt x="9098382" y="263677"/>
                </a:lnTo>
                <a:lnTo>
                  <a:pt x="9098382" y="873615"/>
                </a:lnTo>
                <a:lnTo>
                  <a:pt x="9242625" y="873615"/>
                </a:lnTo>
                <a:lnTo>
                  <a:pt x="9242625" y="479412"/>
                </a:lnTo>
                <a:cubicBezTo>
                  <a:pt x="9242625" y="389129"/>
                  <a:pt x="9289071" y="336638"/>
                  <a:pt x="9363559" y="336638"/>
                </a:cubicBezTo>
                <a:cubicBezTo>
                  <a:pt x="9435593" y="336638"/>
                  <a:pt x="9467491" y="384230"/>
                  <a:pt x="9467491" y="456142"/>
                </a:cubicBezTo>
                <a:lnTo>
                  <a:pt x="9467491" y="873265"/>
                </a:lnTo>
                <a:lnTo>
                  <a:pt x="9611734" y="873265"/>
                </a:lnTo>
                <a:lnTo>
                  <a:pt x="9611734" y="455092"/>
                </a:lnTo>
                <a:cubicBezTo>
                  <a:pt x="9611560" y="329465"/>
                  <a:pt x="9545660" y="251429"/>
                  <a:pt x="9418592" y="251429"/>
                </a:cubicBezTo>
                <a:moveTo>
                  <a:pt x="566984" y="19596"/>
                </a:moveTo>
                <a:lnTo>
                  <a:pt x="415379" y="19596"/>
                </a:lnTo>
                <a:lnTo>
                  <a:pt x="415379" y="650356"/>
                </a:lnTo>
                <a:cubicBezTo>
                  <a:pt x="415379" y="752887"/>
                  <a:pt x="376295" y="813776"/>
                  <a:pt x="283404" y="813776"/>
                </a:cubicBezTo>
                <a:cubicBezTo>
                  <a:pt x="191740" y="813776"/>
                  <a:pt x="151429" y="749213"/>
                  <a:pt x="151429" y="638108"/>
                </a:cubicBezTo>
                <a:lnTo>
                  <a:pt x="151429" y="521055"/>
                </a:lnTo>
                <a:lnTo>
                  <a:pt x="0" y="558848"/>
                </a:lnTo>
                <a:lnTo>
                  <a:pt x="0" y="611338"/>
                </a:lnTo>
                <a:cubicBezTo>
                  <a:pt x="0" y="771084"/>
                  <a:pt x="79395" y="893212"/>
                  <a:pt x="283580" y="893212"/>
                </a:cubicBezTo>
                <a:cubicBezTo>
                  <a:pt x="487589" y="893212"/>
                  <a:pt x="566984" y="771259"/>
                  <a:pt x="566984" y="611338"/>
                </a:cubicBezTo>
                <a:lnTo>
                  <a:pt x="566984" y="19596"/>
                </a:lnTo>
                <a:moveTo>
                  <a:pt x="1478364" y="19596"/>
                </a:moveTo>
                <a:lnTo>
                  <a:pt x="1334121" y="19596"/>
                </a:lnTo>
                <a:lnTo>
                  <a:pt x="1334121" y="873440"/>
                </a:lnTo>
                <a:lnTo>
                  <a:pt x="1478364" y="873440"/>
                </a:lnTo>
                <a:lnTo>
                  <a:pt x="1478364" y="479412"/>
                </a:lnTo>
                <a:cubicBezTo>
                  <a:pt x="1478364" y="389129"/>
                  <a:pt x="1524810" y="336638"/>
                  <a:pt x="1599298" y="336638"/>
                </a:cubicBezTo>
                <a:cubicBezTo>
                  <a:pt x="1671332" y="336638"/>
                  <a:pt x="1703230" y="384230"/>
                  <a:pt x="1703230" y="456142"/>
                </a:cubicBezTo>
                <a:lnTo>
                  <a:pt x="1703230" y="873265"/>
                </a:lnTo>
                <a:lnTo>
                  <a:pt x="1847474" y="873265"/>
                </a:lnTo>
                <a:lnTo>
                  <a:pt x="1847474" y="455092"/>
                </a:lnTo>
                <a:cubicBezTo>
                  <a:pt x="1847474" y="329465"/>
                  <a:pt x="1781398" y="251429"/>
                  <a:pt x="1654331" y="251429"/>
                </a:cubicBezTo>
                <a:cubicBezTo>
                  <a:pt x="1563894" y="251429"/>
                  <a:pt x="1513768" y="290447"/>
                  <a:pt x="1485726" y="340488"/>
                </a:cubicBezTo>
                <a:lnTo>
                  <a:pt x="1478364" y="340488"/>
                </a:lnTo>
                <a:lnTo>
                  <a:pt x="1478364" y="19596"/>
                </a:lnTo>
                <a:moveTo>
                  <a:pt x="5871744" y="19596"/>
                </a:moveTo>
                <a:lnTo>
                  <a:pt x="5720315" y="19596"/>
                </a:lnTo>
                <a:lnTo>
                  <a:pt x="5720315" y="650356"/>
                </a:lnTo>
                <a:cubicBezTo>
                  <a:pt x="5720315" y="752887"/>
                  <a:pt x="5681231" y="813776"/>
                  <a:pt x="5588340" y="813776"/>
                </a:cubicBezTo>
                <a:cubicBezTo>
                  <a:pt x="5496676" y="813776"/>
                  <a:pt x="5456366" y="749213"/>
                  <a:pt x="5456366" y="638108"/>
                </a:cubicBezTo>
                <a:lnTo>
                  <a:pt x="5456366" y="521055"/>
                </a:lnTo>
                <a:lnTo>
                  <a:pt x="5304936" y="558848"/>
                </a:lnTo>
                <a:lnTo>
                  <a:pt x="5304936" y="611338"/>
                </a:lnTo>
                <a:cubicBezTo>
                  <a:pt x="5304936" y="771084"/>
                  <a:pt x="5384331" y="893212"/>
                  <a:pt x="5588515" y="893212"/>
                </a:cubicBezTo>
                <a:cubicBezTo>
                  <a:pt x="5792700" y="893212"/>
                  <a:pt x="5871920" y="771259"/>
                  <a:pt x="5871920" y="611338"/>
                </a:cubicBezTo>
                <a:lnTo>
                  <a:pt x="5871920" y="19596"/>
                </a:lnTo>
                <a:moveTo>
                  <a:pt x="6783125" y="19596"/>
                </a:moveTo>
                <a:lnTo>
                  <a:pt x="6638882" y="19596"/>
                </a:lnTo>
                <a:lnTo>
                  <a:pt x="6638882" y="873440"/>
                </a:lnTo>
                <a:lnTo>
                  <a:pt x="6783125" y="873440"/>
                </a:lnTo>
                <a:lnTo>
                  <a:pt x="6783125" y="479412"/>
                </a:lnTo>
                <a:cubicBezTo>
                  <a:pt x="6783125" y="389129"/>
                  <a:pt x="6829571" y="336638"/>
                  <a:pt x="6904059" y="336638"/>
                </a:cubicBezTo>
                <a:cubicBezTo>
                  <a:pt x="6976092" y="336638"/>
                  <a:pt x="7007991" y="384230"/>
                  <a:pt x="7007991" y="456142"/>
                </a:cubicBezTo>
                <a:lnTo>
                  <a:pt x="7007991" y="873265"/>
                </a:lnTo>
                <a:lnTo>
                  <a:pt x="7152234" y="873265"/>
                </a:lnTo>
                <a:lnTo>
                  <a:pt x="7152234" y="455092"/>
                </a:lnTo>
                <a:cubicBezTo>
                  <a:pt x="7152234" y="329465"/>
                  <a:pt x="7086335" y="251429"/>
                  <a:pt x="6959092" y="251429"/>
                </a:cubicBezTo>
                <a:cubicBezTo>
                  <a:pt x="6868655" y="251429"/>
                  <a:pt x="6818529" y="290447"/>
                  <a:pt x="6790486" y="340488"/>
                </a:cubicBezTo>
                <a:lnTo>
                  <a:pt x="6783125" y="340488"/>
                </a:lnTo>
                <a:lnTo>
                  <a:pt x="6783125" y="19596"/>
                </a:lnTo>
                <a:moveTo>
                  <a:pt x="4781944" y="803978"/>
                </a:moveTo>
                <a:cubicBezTo>
                  <a:pt x="4664691" y="803978"/>
                  <a:pt x="4592482" y="708795"/>
                  <a:pt x="4592482" y="607489"/>
                </a:cubicBezTo>
                <a:cubicBezTo>
                  <a:pt x="4592482" y="543976"/>
                  <a:pt x="4620524" y="485536"/>
                  <a:pt x="4666970" y="452642"/>
                </a:cubicBezTo>
                <a:lnTo>
                  <a:pt x="4943188" y="753937"/>
                </a:lnTo>
                <a:cubicBezTo>
                  <a:pt x="4892010" y="784382"/>
                  <a:pt x="4834523" y="803978"/>
                  <a:pt x="4781944" y="803978"/>
                </a:cubicBezTo>
                <a:moveTo>
                  <a:pt x="5050801" y="653855"/>
                </a:moveTo>
                <a:lnTo>
                  <a:pt x="4811388" y="390354"/>
                </a:lnTo>
                <a:cubicBezTo>
                  <a:pt x="4854153" y="373207"/>
                  <a:pt x="4895691" y="367083"/>
                  <a:pt x="4929868" y="367083"/>
                </a:cubicBezTo>
                <a:cubicBezTo>
                  <a:pt x="5028893" y="367083"/>
                  <a:pt x="5089885" y="424472"/>
                  <a:pt x="5089885" y="523154"/>
                </a:cubicBezTo>
                <a:cubicBezTo>
                  <a:pt x="5089885" y="567246"/>
                  <a:pt x="5077617" y="612388"/>
                  <a:pt x="5050801" y="653855"/>
                </a:cubicBezTo>
                <a:moveTo>
                  <a:pt x="4778263" y="355010"/>
                </a:moveTo>
                <a:lnTo>
                  <a:pt x="4725684" y="296396"/>
                </a:lnTo>
                <a:cubicBezTo>
                  <a:pt x="4679238" y="245130"/>
                  <a:pt x="4665743" y="213461"/>
                  <a:pt x="4665743" y="175668"/>
                </a:cubicBezTo>
                <a:cubicBezTo>
                  <a:pt x="4665743" y="104981"/>
                  <a:pt x="4710961" y="64738"/>
                  <a:pt x="4781768" y="64738"/>
                </a:cubicBezTo>
                <a:cubicBezTo>
                  <a:pt x="4853803" y="64738"/>
                  <a:pt x="4896568" y="106206"/>
                  <a:pt x="4896568" y="181792"/>
                </a:cubicBezTo>
                <a:cubicBezTo>
                  <a:pt x="4896743" y="251429"/>
                  <a:pt x="4862566" y="317217"/>
                  <a:pt x="4778263" y="355010"/>
                </a:cubicBezTo>
                <a:moveTo>
                  <a:pt x="4785624" y="0"/>
                </a:moveTo>
                <a:cubicBezTo>
                  <a:pt x="4617019" y="0"/>
                  <a:pt x="4533943" y="93958"/>
                  <a:pt x="4533943" y="211011"/>
                </a:cubicBezTo>
                <a:cubicBezTo>
                  <a:pt x="4533943" y="274350"/>
                  <a:pt x="4560759" y="337863"/>
                  <a:pt x="4631741" y="414674"/>
                </a:cubicBezTo>
                <a:lnTo>
                  <a:pt x="4632968" y="417124"/>
                </a:lnTo>
                <a:cubicBezTo>
                  <a:pt x="4513262" y="474513"/>
                  <a:pt x="4458228" y="567246"/>
                  <a:pt x="4458228" y="662254"/>
                </a:cubicBezTo>
                <a:cubicBezTo>
                  <a:pt x="4458228" y="787881"/>
                  <a:pt x="4554800" y="892862"/>
                  <a:pt x="4703775" y="892862"/>
                </a:cubicBezTo>
                <a:cubicBezTo>
                  <a:pt x="4789305" y="892862"/>
                  <a:pt x="4889557" y="857518"/>
                  <a:pt x="4979994" y="794005"/>
                </a:cubicBezTo>
                <a:lnTo>
                  <a:pt x="5053255" y="873265"/>
                </a:lnTo>
                <a:lnTo>
                  <a:pt x="5245170" y="873265"/>
                </a:lnTo>
                <a:lnTo>
                  <a:pt x="5245170" y="867141"/>
                </a:lnTo>
                <a:lnTo>
                  <a:pt x="5088834" y="695148"/>
                </a:lnTo>
                <a:cubicBezTo>
                  <a:pt x="5154909" y="617112"/>
                  <a:pt x="5192766" y="531728"/>
                  <a:pt x="5192766" y="457191"/>
                </a:cubicBezTo>
                <a:cubicBezTo>
                  <a:pt x="5192766" y="364458"/>
                  <a:pt x="5130372" y="302345"/>
                  <a:pt x="5032749" y="302345"/>
                </a:cubicBezTo>
                <a:cubicBezTo>
                  <a:pt x="4981396" y="302345"/>
                  <a:pt x="4923909" y="317042"/>
                  <a:pt x="4886051" y="331564"/>
                </a:cubicBezTo>
                <a:lnTo>
                  <a:pt x="4883598" y="326665"/>
                </a:lnTo>
                <a:cubicBezTo>
                  <a:pt x="4976489" y="276624"/>
                  <a:pt x="5015573" y="230258"/>
                  <a:pt x="5015573" y="165695"/>
                </a:cubicBezTo>
                <a:cubicBezTo>
                  <a:pt x="5015398" y="73312"/>
                  <a:pt x="4932322" y="0"/>
                  <a:pt x="4785624" y="0"/>
                </a:cubicBezTo>
                <a:moveTo>
                  <a:pt x="1128885" y="1543918"/>
                </a:moveTo>
                <a:cubicBezTo>
                  <a:pt x="1142381" y="1436662"/>
                  <a:pt x="1197239" y="1375599"/>
                  <a:pt x="1293810" y="1375599"/>
                </a:cubicBezTo>
                <a:cubicBezTo>
                  <a:pt x="1385474" y="1375599"/>
                  <a:pt x="1439280" y="1430538"/>
                  <a:pt x="1441734" y="1543918"/>
                </a:cubicBezTo>
                <a:lnTo>
                  <a:pt x="1128885" y="1543918"/>
                </a:lnTo>
                <a:moveTo>
                  <a:pt x="1293810" y="1292664"/>
                </a:moveTo>
                <a:cubicBezTo>
                  <a:pt x="1132566" y="1292664"/>
                  <a:pt x="1020045" y="1406043"/>
                  <a:pt x="1020045" y="1614780"/>
                </a:cubicBezTo>
                <a:cubicBezTo>
                  <a:pt x="1020045" y="1814768"/>
                  <a:pt x="1123978" y="1927098"/>
                  <a:pt x="1293810" y="1927098"/>
                </a:cubicBezTo>
                <a:cubicBezTo>
                  <a:pt x="1433146" y="1927098"/>
                  <a:pt x="1521129" y="1847837"/>
                  <a:pt x="1543037" y="1728334"/>
                </a:cubicBezTo>
                <a:lnTo>
                  <a:pt x="1450147" y="1704013"/>
                </a:lnTo>
                <a:cubicBezTo>
                  <a:pt x="1434198" y="1806545"/>
                  <a:pt x="1379339" y="1841888"/>
                  <a:pt x="1303450" y="1841888"/>
                </a:cubicBezTo>
                <a:cubicBezTo>
                  <a:pt x="1182516" y="1841888"/>
                  <a:pt x="1128710" y="1752829"/>
                  <a:pt x="1125029" y="1616180"/>
                </a:cubicBezTo>
                <a:lnTo>
                  <a:pt x="1544089" y="1616180"/>
                </a:lnTo>
                <a:lnTo>
                  <a:pt x="1544089" y="1582061"/>
                </a:lnTo>
                <a:cubicBezTo>
                  <a:pt x="1544440" y="1368250"/>
                  <a:pt x="1428238" y="1292664"/>
                  <a:pt x="1293810" y="1292664"/>
                </a:cubicBezTo>
                <a:moveTo>
                  <a:pt x="2967595" y="1543918"/>
                </a:moveTo>
                <a:cubicBezTo>
                  <a:pt x="2981091" y="1436662"/>
                  <a:pt x="3035949" y="1375599"/>
                  <a:pt x="3132520" y="1375599"/>
                </a:cubicBezTo>
                <a:cubicBezTo>
                  <a:pt x="3224184" y="1375599"/>
                  <a:pt x="3277991" y="1430538"/>
                  <a:pt x="3280444" y="1543918"/>
                </a:cubicBezTo>
                <a:lnTo>
                  <a:pt x="2967595" y="1543918"/>
                </a:lnTo>
                <a:moveTo>
                  <a:pt x="3132520" y="1292664"/>
                </a:moveTo>
                <a:cubicBezTo>
                  <a:pt x="2971276" y="1292664"/>
                  <a:pt x="2858756" y="1406043"/>
                  <a:pt x="2858756" y="1614780"/>
                </a:cubicBezTo>
                <a:cubicBezTo>
                  <a:pt x="2858756" y="1814768"/>
                  <a:pt x="2962688" y="1927098"/>
                  <a:pt x="3132520" y="1927098"/>
                </a:cubicBezTo>
                <a:cubicBezTo>
                  <a:pt x="3271856" y="1927098"/>
                  <a:pt x="3359839" y="1847837"/>
                  <a:pt x="3381748" y="1728334"/>
                </a:cubicBezTo>
                <a:lnTo>
                  <a:pt x="3288857" y="1704013"/>
                </a:lnTo>
                <a:cubicBezTo>
                  <a:pt x="3272908" y="1806545"/>
                  <a:pt x="3218050" y="1841888"/>
                  <a:pt x="3142160" y="1841888"/>
                </a:cubicBezTo>
                <a:cubicBezTo>
                  <a:pt x="3021227" y="1841888"/>
                  <a:pt x="2967420" y="1752829"/>
                  <a:pt x="2963740" y="1616180"/>
                </a:cubicBezTo>
                <a:lnTo>
                  <a:pt x="3382799" y="1616180"/>
                </a:lnTo>
                <a:lnTo>
                  <a:pt x="3382799" y="1582061"/>
                </a:lnTo>
                <a:cubicBezTo>
                  <a:pt x="3383150" y="1368250"/>
                  <a:pt x="3266949" y="1292664"/>
                  <a:pt x="3132520" y="1292664"/>
                </a:cubicBezTo>
                <a:moveTo>
                  <a:pt x="3766631" y="1292664"/>
                </a:moveTo>
                <a:cubicBezTo>
                  <a:pt x="3599252" y="1292664"/>
                  <a:pt x="3485505" y="1409717"/>
                  <a:pt x="3485505" y="1616005"/>
                </a:cubicBezTo>
                <a:cubicBezTo>
                  <a:pt x="3485505" y="1818442"/>
                  <a:pt x="3596623" y="1927098"/>
                  <a:pt x="3761723" y="1927098"/>
                </a:cubicBezTo>
                <a:cubicBezTo>
                  <a:pt x="3910874" y="1927098"/>
                  <a:pt x="3995177" y="1835589"/>
                  <a:pt x="4012178" y="1709962"/>
                </a:cubicBezTo>
                <a:lnTo>
                  <a:pt x="3915606" y="1686692"/>
                </a:lnTo>
                <a:cubicBezTo>
                  <a:pt x="3898430" y="1801296"/>
                  <a:pt x="3849531" y="1840313"/>
                  <a:pt x="3768909" y="1840313"/>
                </a:cubicBezTo>
                <a:cubicBezTo>
                  <a:pt x="3651657" y="1840313"/>
                  <a:pt x="3591716" y="1754929"/>
                  <a:pt x="3591716" y="1608481"/>
                </a:cubicBezTo>
                <a:cubicBezTo>
                  <a:pt x="3591716" y="1455909"/>
                  <a:pt x="3655337" y="1379098"/>
                  <a:pt x="3764002" y="1379098"/>
                </a:cubicBezTo>
                <a:cubicBezTo>
                  <a:pt x="3840943" y="1379098"/>
                  <a:pt x="3897204" y="1416891"/>
                  <a:pt x="3915606" y="1525546"/>
                </a:cubicBezTo>
                <a:lnTo>
                  <a:pt x="4012178" y="1502275"/>
                </a:lnTo>
                <a:cubicBezTo>
                  <a:pt x="3995177" y="1378048"/>
                  <a:pt x="3910874" y="1292664"/>
                  <a:pt x="3766631" y="1292664"/>
                </a:cubicBezTo>
                <a:moveTo>
                  <a:pt x="879833" y="1060831"/>
                </a:moveTo>
                <a:lnTo>
                  <a:pt x="718589" y="1060831"/>
                </a:lnTo>
                <a:lnTo>
                  <a:pt x="465680" y="1748805"/>
                </a:lnTo>
                <a:lnTo>
                  <a:pt x="211545" y="1060831"/>
                </a:lnTo>
                <a:lnTo>
                  <a:pt x="42765" y="1060831"/>
                </a:lnTo>
                <a:lnTo>
                  <a:pt x="42765" y="1914675"/>
                </a:lnTo>
                <a:lnTo>
                  <a:pt x="148976" y="1914675"/>
                </a:lnTo>
                <a:lnTo>
                  <a:pt x="148976" y="1179284"/>
                </a:lnTo>
                <a:lnTo>
                  <a:pt x="421513" y="1914850"/>
                </a:lnTo>
                <a:lnTo>
                  <a:pt x="503362" y="1914850"/>
                </a:lnTo>
                <a:lnTo>
                  <a:pt x="773447" y="1178060"/>
                </a:lnTo>
                <a:lnTo>
                  <a:pt x="773447" y="1914850"/>
                </a:lnTo>
                <a:lnTo>
                  <a:pt x="879833" y="1914850"/>
                </a:lnTo>
                <a:lnTo>
                  <a:pt x="879833" y="1060831"/>
                </a:lnTo>
                <a:moveTo>
                  <a:pt x="1920559" y="1840488"/>
                </a:moveTo>
                <a:cubicBezTo>
                  <a:pt x="1820307" y="1840488"/>
                  <a:pt x="1753181" y="1768577"/>
                  <a:pt x="1753181" y="1609881"/>
                </a:cubicBezTo>
                <a:cubicBezTo>
                  <a:pt x="1753181" y="1450135"/>
                  <a:pt x="1820307" y="1379273"/>
                  <a:pt x="1920559" y="1379273"/>
                </a:cubicBezTo>
                <a:cubicBezTo>
                  <a:pt x="2020811" y="1379273"/>
                  <a:pt x="2087938" y="1449960"/>
                  <a:pt x="2087938" y="1609881"/>
                </a:cubicBezTo>
                <a:cubicBezTo>
                  <a:pt x="2087938" y="1768402"/>
                  <a:pt x="2020811" y="1840488"/>
                  <a:pt x="1920559" y="1840488"/>
                </a:cubicBezTo>
                <a:moveTo>
                  <a:pt x="2186963" y="1060831"/>
                </a:moveTo>
                <a:lnTo>
                  <a:pt x="2085659" y="1060831"/>
                </a:lnTo>
                <a:lnTo>
                  <a:pt x="2085659" y="1421965"/>
                </a:lnTo>
                <a:cubicBezTo>
                  <a:pt x="2063576" y="1354777"/>
                  <a:pt x="2009945" y="1292664"/>
                  <a:pt x="1903559" y="1292664"/>
                </a:cubicBezTo>
                <a:cubicBezTo>
                  <a:pt x="1766676" y="1292664"/>
                  <a:pt x="1646970" y="1400094"/>
                  <a:pt x="1646970" y="1613555"/>
                </a:cubicBezTo>
                <a:cubicBezTo>
                  <a:pt x="1646970" y="1829465"/>
                  <a:pt x="1766676" y="1927098"/>
                  <a:pt x="1894971" y="1927098"/>
                </a:cubicBezTo>
                <a:cubicBezTo>
                  <a:pt x="1991542" y="1927098"/>
                  <a:pt x="2062349" y="1870933"/>
                  <a:pt x="2085659" y="1791672"/>
                </a:cubicBezTo>
                <a:lnTo>
                  <a:pt x="2085659" y="1838039"/>
                </a:lnTo>
                <a:cubicBezTo>
                  <a:pt x="2085659" y="1866034"/>
                  <a:pt x="2088113" y="1896653"/>
                  <a:pt x="2091794" y="1914850"/>
                </a:cubicBezTo>
                <a:lnTo>
                  <a:pt x="2194499" y="1914850"/>
                </a:lnTo>
                <a:cubicBezTo>
                  <a:pt x="2189592" y="1885630"/>
                  <a:pt x="2187138" y="1842938"/>
                  <a:pt x="2187138" y="1787998"/>
                </a:cubicBezTo>
                <a:lnTo>
                  <a:pt x="2187138" y="1060831"/>
                </a:lnTo>
                <a:moveTo>
                  <a:pt x="2956729" y="1060831"/>
                </a:moveTo>
                <a:lnTo>
                  <a:pt x="2296854" y="1060831"/>
                </a:lnTo>
                <a:lnTo>
                  <a:pt x="2296854" y="1149890"/>
                </a:lnTo>
                <a:lnTo>
                  <a:pt x="2574300" y="1149890"/>
                </a:lnTo>
                <a:lnTo>
                  <a:pt x="2574300" y="1914850"/>
                </a:lnTo>
                <a:lnTo>
                  <a:pt x="2680686" y="1914850"/>
                </a:lnTo>
                <a:lnTo>
                  <a:pt x="2680686" y="1149890"/>
                </a:lnTo>
                <a:lnTo>
                  <a:pt x="2956904" y="1149890"/>
                </a:lnTo>
                <a:lnTo>
                  <a:pt x="2956904" y="1060831"/>
                </a:lnTo>
                <a:moveTo>
                  <a:pt x="4229682" y="1060831"/>
                </a:moveTo>
                <a:lnTo>
                  <a:pt x="4128203" y="1060831"/>
                </a:lnTo>
                <a:lnTo>
                  <a:pt x="4128203" y="1914675"/>
                </a:lnTo>
                <a:lnTo>
                  <a:pt x="4229682" y="1914675"/>
                </a:lnTo>
                <a:lnTo>
                  <a:pt x="4229682" y="1513473"/>
                </a:lnTo>
                <a:cubicBezTo>
                  <a:pt x="4229682" y="1428089"/>
                  <a:pt x="4272447" y="1370699"/>
                  <a:pt x="4362884" y="1370699"/>
                </a:cubicBezTo>
                <a:cubicBezTo>
                  <a:pt x="4452094" y="1370699"/>
                  <a:pt x="4494859" y="1428089"/>
                  <a:pt x="4494859" y="1513473"/>
                </a:cubicBezTo>
                <a:lnTo>
                  <a:pt x="4494859" y="1914850"/>
                </a:lnTo>
                <a:lnTo>
                  <a:pt x="4596338" y="1914850"/>
                </a:lnTo>
                <a:lnTo>
                  <a:pt x="4596338" y="1492827"/>
                </a:lnTo>
                <a:cubicBezTo>
                  <a:pt x="4596338" y="1378223"/>
                  <a:pt x="4525530" y="1292839"/>
                  <a:pt x="4399515" y="1292839"/>
                </a:cubicBezTo>
                <a:cubicBezTo>
                  <a:pt x="4315212" y="1292839"/>
                  <a:pt x="4252817" y="1330632"/>
                  <a:pt x="4229682" y="1399044"/>
                </a:cubicBezTo>
                <a:lnTo>
                  <a:pt x="4229682" y="1060831"/>
                </a:lnTo>
              </a:path>
            </a:pathLst>
          </a:custGeom>
          <a:solidFill>
            <a:schemeClr val="bg1"/>
          </a:solidFill>
          <a:ln w="17520" cap="flat">
            <a:noFill/>
            <a:prstDash val="solid"/>
            <a:miter/>
          </a:ln>
        </p:spPr>
        <p:txBody>
          <a:bodyPr rtlCol="0" anchor="ctr"/>
          <a:lstStyle/>
          <a:p>
            <a:endParaRPr lang="en-GB"/>
          </a:p>
        </p:txBody>
      </p:sp>
      <p:grpSp>
        <p:nvGrpSpPr>
          <p:cNvPr id="3" name="Group 2">
            <a:extLst>
              <a:ext uri="{FF2B5EF4-FFF2-40B4-BE49-F238E27FC236}">
                <a16:creationId xmlns:a16="http://schemas.microsoft.com/office/drawing/2014/main" id="{4B14BFF6-E018-49F8-69E2-317840B4848B}"/>
              </a:ext>
            </a:extLst>
          </p:cNvPr>
          <p:cNvGrpSpPr/>
          <p:nvPr userDrawn="1"/>
        </p:nvGrpSpPr>
        <p:grpSpPr>
          <a:xfrm>
            <a:off x="10549117" y="6162338"/>
            <a:ext cx="1407244" cy="393192"/>
            <a:chOff x="10373732" y="6162338"/>
            <a:chExt cx="1407244" cy="393192"/>
          </a:xfrm>
        </p:grpSpPr>
        <p:sp>
          <p:nvSpPr>
            <p:cNvPr id="4" name="TextBox 3">
              <a:extLst>
                <a:ext uri="{FF2B5EF4-FFF2-40B4-BE49-F238E27FC236}">
                  <a16:creationId xmlns:a16="http://schemas.microsoft.com/office/drawing/2014/main" id="{9C4EBFE9-6016-8832-CB0E-908550C4C890}"/>
                </a:ext>
              </a:extLst>
            </p:cNvPr>
            <p:cNvSpPr txBox="1"/>
            <p:nvPr userDrawn="1"/>
          </p:nvSpPr>
          <p:spPr>
            <a:xfrm>
              <a:off x="10500816" y="6254750"/>
              <a:ext cx="1280160" cy="246221"/>
            </a:xfrm>
            <a:prstGeom prst="rect">
              <a:avLst/>
            </a:prstGeom>
            <a:noFill/>
          </p:spPr>
          <p:txBody>
            <a:bodyPr wrap="square" lIns="0" tIns="0" rIns="0" bIns="0" rtlCol="0">
              <a:spAutoFit/>
            </a:bodyPr>
            <a:lstStyle/>
            <a:p>
              <a:pPr marL="0" lvl="0" indent="0" algn="l" defTabSz="914400" rtl="0" eaLnBrk="1" latinLnBrk="0" hangingPunct="1">
                <a:lnSpc>
                  <a:spcPct val="100000"/>
                </a:lnSpc>
                <a:spcBef>
                  <a:spcPts val="0"/>
                </a:spcBef>
                <a:spcAft>
                  <a:spcPts val="0"/>
                </a:spcAft>
                <a:buFont typeface="Arial" panose="020B0604020202020204" pitchFamily="34" charset="0"/>
                <a:buNone/>
                <a:tabLst/>
              </a:pPr>
              <a:r>
                <a:rPr lang="en-US" sz="1600" b="0" i="0" kern="1200">
                  <a:solidFill>
                    <a:schemeClr val="bg1"/>
                  </a:solidFill>
                  <a:latin typeface="+mn-lt"/>
                  <a:ea typeface="+mn-ea"/>
                  <a:cs typeface="+mn-cs"/>
                </a:rPr>
                <a:t>Orthopaedics</a:t>
              </a:r>
            </a:p>
          </p:txBody>
        </p:sp>
        <p:sp>
          <p:nvSpPr>
            <p:cNvPr id="10" name="Rectangle 9">
              <a:extLst>
                <a:ext uri="{FF2B5EF4-FFF2-40B4-BE49-F238E27FC236}">
                  <a16:creationId xmlns:a16="http://schemas.microsoft.com/office/drawing/2014/main" id="{7AD63195-B7C3-E83D-4B2A-FA879F807B29}"/>
                </a:ext>
              </a:extLst>
            </p:cNvPr>
            <p:cNvSpPr/>
            <p:nvPr userDrawn="1"/>
          </p:nvSpPr>
          <p:spPr>
            <a:xfrm>
              <a:off x="10373732" y="6162338"/>
              <a:ext cx="18288" cy="3931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grpSp>
    </p:spTree>
    <p:extLst>
      <p:ext uri="{BB962C8B-B14F-4D97-AF65-F5344CB8AC3E}">
        <p14:creationId xmlns:p14="http://schemas.microsoft.com/office/powerpoint/2010/main" val="39315742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End Slide [Accessible Version]">
    <p:bg>
      <p:bgPr>
        <a:solidFill>
          <a:schemeClr val="bg1"/>
        </a:solidFill>
        <a:effectLst/>
      </p:bgPr>
    </p:bg>
    <p:spTree>
      <p:nvGrpSpPr>
        <p:cNvPr id="1" name=""/>
        <p:cNvGrpSpPr/>
        <p:nvPr/>
      </p:nvGrpSpPr>
      <p:grpSpPr>
        <a:xfrm>
          <a:off x="0" y="0"/>
          <a:ext cx="0" cy="0"/>
          <a:chOff x="0" y="0"/>
          <a:chExt cx="0" cy="0"/>
        </a:xfrm>
      </p:grpSpPr>
      <p:sp>
        <p:nvSpPr>
          <p:cNvPr id="10" name="Text Placeholder 31">
            <a:extLst>
              <a:ext uri="{FF2B5EF4-FFF2-40B4-BE49-F238E27FC236}">
                <a16:creationId xmlns:a16="http://schemas.microsoft.com/office/drawing/2014/main" id="{938BB031-45ED-95FB-C1C5-66605571CD90}"/>
              </a:ext>
            </a:extLst>
          </p:cNvPr>
          <p:cNvSpPr>
            <a:spLocks noGrp="1"/>
          </p:cNvSpPr>
          <p:nvPr>
            <p:ph type="body" sz="quarter" idx="10" hasCustomPrompt="1"/>
          </p:nvPr>
        </p:nvSpPr>
        <p:spPr>
          <a:xfrm>
            <a:off x="287338" y="5035735"/>
            <a:ext cx="2795587" cy="717180"/>
          </a:xfrm>
        </p:spPr>
        <p:txBody>
          <a:bodyPr anchor="b"/>
          <a:lstStyle>
            <a:lvl1pPr>
              <a:lnSpc>
                <a:spcPct val="100000"/>
              </a:lnSpc>
              <a:spcBef>
                <a:spcPts val="0"/>
              </a:spcBef>
              <a:spcAft>
                <a:spcPts val="0"/>
              </a:spcAft>
              <a:defRPr sz="1000">
                <a:solidFill>
                  <a:schemeClr val="tx1"/>
                </a:solidFill>
              </a:defRPr>
            </a:lvl1pPr>
          </a:lstStyle>
          <a:p>
            <a:r>
              <a:rPr lang="en-GB"/>
              <a:t>Supporting details – delete if not required</a:t>
            </a:r>
          </a:p>
        </p:txBody>
      </p:sp>
      <p:sp>
        <p:nvSpPr>
          <p:cNvPr id="2" name="Title 1">
            <a:extLst>
              <a:ext uri="{FF2B5EF4-FFF2-40B4-BE49-F238E27FC236}">
                <a16:creationId xmlns:a16="http://schemas.microsoft.com/office/drawing/2014/main" id="{241F71E3-AC39-2207-0CC4-1E2486610795}"/>
              </a:ext>
            </a:extLst>
          </p:cNvPr>
          <p:cNvSpPr>
            <a:spLocks noGrp="1"/>
          </p:cNvSpPr>
          <p:nvPr>
            <p:ph type="ctrTitle"/>
          </p:nvPr>
        </p:nvSpPr>
        <p:spPr>
          <a:xfrm>
            <a:off x="291593" y="280800"/>
            <a:ext cx="5734050" cy="2620397"/>
          </a:xfrm>
        </p:spPr>
        <p:txBody>
          <a:bodyPr wrap="square" anchor="t">
            <a:spAutoFit/>
          </a:bodyPr>
          <a:lstStyle>
            <a:lvl1pPr algn="l">
              <a:lnSpc>
                <a:spcPct val="80000"/>
              </a:lnSpc>
              <a:defRPr sz="7000" b="0" i="0" spc="0" baseline="0">
                <a:solidFill>
                  <a:schemeClr val="accent1"/>
                </a:solidFill>
                <a:latin typeface="+mj-lt"/>
              </a:defRPr>
            </a:lvl1pPr>
          </a:lstStyle>
          <a:p>
            <a:r>
              <a:rPr lang="en-US"/>
              <a:t>Click to edit Master title style</a:t>
            </a:r>
            <a:endParaRPr lang="en-GB"/>
          </a:p>
        </p:txBody>
      </p:sp>
      <p:sp>
        <p:nvSpPr>
          <p:cNvPr id="5" name="Graphic 6">
            <a:extLst>
              <a:ext uri="{FF2B5EF4-FFF2-40B4-BE49-F238E27FC236}">
                <a16:creationId xmlns:a16="http://schemas.microsoft.com/office/drawing/2014/main" id="{655035F6-FF47-B9C4-0CB6-CDDBF382A70C}"/>
              </a:ext>
            </a:extLst>
          </p:cNvPr>
          <p:cNvSpPr>
            <a:spLocks noChangeAspect="1"/>
          </p:cNvSpPr>
          <p:nvPr userDrawn="1"/>
        </p:nvSpPr>
        <p:spPr>
          <a:xfrm>
            <a:off x="295014" y="6157305"/>
            <a:ext cx="2028986" cy="406800"/>
          </a:xfrm>
          <a:custGeom>
            <a:avLst/>
            <a:gdLst>
              <a:gd name="connsiteX0" fmla="*/ 950465 w 9611734"/>
              <a:gd name="connsiteY0" fmla="*/ 818675 h 1927097"/>
              <a:gd name="connsiteX1" fmla="*/ 803768 w 9611734"/>
              <a:gd name="connsiteY1" fmla="*/ 568646 h 1927097"/>
              <a:gd name="connsiteX2" fmla="*/ 950465 w 9611734"/>
              <a:gd name="connsiteY2" fmla="*/ 318617 h 1927097"/>
              <a:gd name="connsiteX3" fmla="*/ 1097162 w 9611734"/>
              <a:gd name="connsiteY3" fmla="*/ 568646 h 1927097"/>
              <a:gd name="connsiteX4" fmla="*/ 950465 w 9611734"/>
              <a:gd name="connsiteY4" fmla="*/ 818675 h 1927097"/>
              <a:gd name="connsiteX5" fmla="*/ 950465 w 9611734"/>
              <a:gd name="connsiteY5" fmla="*/ 251429 h 1927097"/>
              <a:gd name="connsiteX6" fmla="*/ 652338 w 9611734"/>
              <a:gd name="connsiteY6" fmla="*/ 568646 h 1927097"/>
              <a:gd name="connsiteX7" fmla="*/ 950465 w 9611734"/>
              <a:gd name="connsiteY7" fmla="*/ 885863 h 1927097"/>
              <a:gd name="connsiteX8" fmla="*/ 1248591 w 9611734"/>
              <a:gd name="connsiteY8" fmla="*/ 568646 h 1927097"/>
              <a:gd name="connsiteX9" fmla="*/ 950465 w 9611734"/>
              <a:gd name="connsiteY9" fmla="*/ 251429 h 1927097"/>
              <a:gd name="connsiteX10" fmla="*/ 2283534 w 9611734"/>
              <a:gd name="connsiteY10" fmla="*/ 251429 h 1927097"/>
              <a:gd name="connsiteX11" fmla="*/ 2114929 w 9611734"/>
              <a:gd name="connsiteY11" fmla="*/ 340488 h 1927097"/>
              <a:gd name="connsiteX12" fmla="*/ 2107568 w 9611734"/>
              <a:gd name="connsiteY12" fmla="*/ 340488 h 1927097"/>
              <a:gd name="connsiteX13" fmla="*/ 2107568 w 9611734"/>
              <a:gd name="connsiteY13" fmla="*/ 263677 h 1927097"/>
              <a:gd name="connsiteX14" fmla="*/ 1963324 w 9611734"/>
              <a:gd name="connsiteY14" fmla="*/ 263677 h 1927097"/>
              <a:gd name="connsiteX15" fmla="*/ 1963324 w 9611734"/>
              <a:gd name="connsiteY15" fmla="*/ 873615 h 1927097"/>
              <a:gd name="connsiteX16" fmla="*/ 2107568 w 9611734"/>
              <a:gd name="connsiteY16" fmla="*/ 873615 h 1927097"/>
              <a:gd name="connsiteX17" fmla="*/ 2107568 w 9611734"/>
              <a:gd name="connsiteY17" fmla="*/ 479412 h 1927097"/>
              <a:gd name="connsiteX18" fmla="*/ 2228501 w 9611734"/>
              <a:gd name="connsiteY18" fmla="*/ 336638 h 1927097"/>
              <a:gd name="connsiteX19" fmla="*/ 2332433 w 9611734"/>
              <a:gd name="connsiteY19" fmla="*/ 456142 h 1927097"/>
              <a:gd name="connsiteX20" fmla="*/ 2332433 w 9611734"/>
              <a:gd name="connsiteY20" fmla="*/ 873265 h 1927097"/>
              <a:gd name="connsiteX21" fmla="*/ 2476677 w 9611734"/>
              <a:gd name="connsiteY21" fmla="*/ 873265 h 1927097"/>
              <a:gd name="connsiteX22" fmla="*/ 2476677 w 9611734"/>
              <a:gd name="connsiteY22" fmla="*/ 455092 h 1927097"/>
              <a:gd name="connsiteX23" fmla="*/ 2283534 w 9611734"/>
              <a:gd name="connsiteY23" fmla="*/ 251429 h 1927097"/>
              <a:gd name="connsiteX24" fmla="*/ 2803897 w 9611734"/>
              <a:gd name="connsiteY24" fmla="*/ 251429 h 1927097"/>
              <a:gd name="connsiteX25" fmla="*/ 2570444 w 9611734"/>
              <a:gd name="connsiteY25" fmla="*/ 427097 h 1927097"/>
              <a:gd name="connsiteX26" fmla="*/ 2718368 w 9611734"/>
              <a:gd name="connsiteY26" fmla="*/ 602765 h 1927097"/>
              <a:gd name="connsiteX27" fmla="*/ 2840528 w 9611734"/>
              <a:gd name="connsiteY27" fmla="*/ 633209 h 1927097"/>
              <a:gd name="connsiteX28" fmla="*/ 2934645 w 9611734"/>
              <a:gd name="connsiteY28" fmla="*/ 723493 h 1927097"/>
              <a:gd name="connsiteX29" fmla="*/ 2813712 w 9611734"/>
              <a:gd name="connsiteY29" fmla="*/ 821125 h 1927097"/>
              <a:gd name="connsiteX30" fmla="*/ 2674376 w 9611734"/>
              <a:gd name="connsiteY30" fmla="*/ 679576 h 1927097"/>
              <a:gd name="connsiteX31" fmla="*/ 2544855 w 9611734"/>
              <a:gd name="connsiteY31" fmla="*/ 716144 h 1927097"/>
              <a:gd name="connsiteX32" fmla="*/ 2797763 w 9611734"/>
              <a:gd name="connsiteY32" fmla="*/ 885688 h 1927097"/>
              <a:gd name="connsiteX33" fmla="*/ 3051898 w 9611734"/>
              <a:gd name="connsiteY33" fmla="*/ 686924 h 1927097"/>
              <a:gd name="connsiteX34" fmla="*/ 2889427 w 9611734"/>
              <a:gd name="connsiteY34" fmla="*/ 503908 h 1927097"/>
              <a:gd name="connsiteX35" fmla="*/ 2772174 w 9611734"/>
              <a:gd name="connsiteY35" fmla="*/ 474688 h 1927097"/>
              <a:gd name="connsiteX36" fmla="*/ 2687872 w 9611734"/>
              <a:gd name="connsiteY36" fmla="*/ 394203 h 1927097"/>
              <a:gd name="connsiteX37" fmla="*/ 2791804 w 9611734"/>
              <a:gd name="connsiteY37" fmla="*/ 316167 h 1927097"/>
              <a:gd name="connsiteX38" fmla="*/ 2916418 w 9611734"/>
              <a:gd name="connsiteY38" fmla="*/ 433221 h 1927097"/>
              <a:gd name="connsiteX39" fmla="*/ 3038578 w 9611734"/>
              <a:gd name="connsiteY39" fmla="*/ 396652 h 1927097"/>
              <a:gd name="connsiteX40" fmla="*/ 2803897 w 9611734"/>
              <a:gd name="connsiteY40" fmla="*/ 251429 h 1927097"/>
              <a:gd name="connsiteX41" fmla="*/ 3409965 w 9611734"/>
              <a:gd name="connsiteY41" fmla="*/ 818675 h 1927097"/>
              <a:gd name="connsiteX42" fmla="*/ 3263268 w 9611734"/>
              <a:gd name="connsiteY42" fmla="*/ 568646 h 1927097"/>
              <a:gd name="connsiteX43" fmla="*/ 3409965 w 9611734"/>
              <a:gd name="connsiteY43" fmla="*/ 318617 h 1927097"/>
              <a:gd name="connsiteX44" fmla="*/ 3556663 w 9611734"/>
              <a:gd name="connsiteY44" fmla="*/ 568646 h 1927097"/>
              <a:gd name="connsiteX45" fmla="*/ 3409965 w 9611734"/>
              <a:gd name="connsiteY45" fmla="*/ 818675 h 1927097"/>
              <a:gd name="connsiteX46" fmla="*/ 3409965 w 9611734"/>
              <a:gd name="connsiteY46" fmla="*/ 251429 h 1927097"/>
              <a:gd name="connsiteX47" fmla="*/ 3111839 w 9611734"/>
              <a:gd name="connsiteY47" fmla="*/ 568646 h 1927097"/>
              <a:gd name="connsiteX48" fmla="*/ 3409965 w 9611734"/>
              <a:gd name="connsiteY48" fmla="*/ 885863 h 1927097"/>
              <a:gd name="connsiteX49" fmla="*/ 3708092 w 9611734"/>
              <a:gd name="connsiteY49" fmla="*/ 568646 h 1927097"/>
              <a:gd name="connsiteX50" fmla="*/ 3409965 w 9611734"/>
              <a:gd name="connsiteY50" fmla="*/ 251429 h 1927097"/>
              <a:gd name="connsiteX51" fmla="*/ 4113656 w 9611734"/>
              <a:gd name="connsiteY51" fmla="*/ 251429 h 1927097"/>
              <a:gd name="connsiteX52" fmla="*/ 3945051 w 9611734"/>
              <a:gd name="connsiteY52" fmla="*/ 340488 h 1927097"/>
              <a:gd name="connsiteX53" fmla="*/ 3937690 w 9611734"/>
              <a:gd name="connsiteY53" fmla="*/ 340488 h 1927097"/>
              <a:gd name="connsiteX54" fmla="*/ 3937690 w 9611734"/>
              <a:gd name="connsiteY54" fmla="*/ 263677 h 1927097"/>
              <a:gd name="connsiteX55" fmla="*/ 3793446 w 9611734"/>
              <a:gd name="connsiteY55" fmla="*/ 263677 h 1927097"/>
              <a:gd name="connsiteX56" fmla="*/ 3793446 w 9611734"/>
              <a:gd name="connsiteY56" fmla="*/ 873615 h 1927097"/>
              <a:gd name="connsiteX57" fmla="*/ 3937690 w 9611734"/>
              <a:gd name="connsiteY57" fmla="*/ 873615 h 1927097"/>
              <a:gd name="connsiteX58" fmla="*/ 3937690 w 9611734"/>
              <a:gd name="connsiteY58" fmla="*/ 479412 h 1927097"/>
              <a:gd name="connsiteX59" fmla="*/ 4058623 w 9611734"/>
              <a:gd name="connsiteY59" fmla="*/ 336638 h 1927097"/>
              <a:gd name="connsiteX60" fmla="*/ 4162555 w 9611734"/>
              <a:gd name="connsiteY60" fmla="*/ 456142 h 1927097"/>
              <a:gd name="connsiteX61" fmla="*/ 4162555 w 9611734"/>
              <a:gd name="connsiteY61" fmla="*/ 873265 h 1927097"/>
              <a:gd name="connsiteX62" fmla="*/ 4306799 w 9611734"/>
              <a:gd name="connsiteY62" fmla="*/ 873265 h 1927097"/>
              <a:gd name="connsiteX63" fmla="*/ 4306799 w 9611734"/>
              <a:gd name="connsiteY63" fmla="*/ 455092 h 1927097"/>
              <a:gd name="connsiteX64" fmla="*/ 4113656 w 9611734"/>
              <a:gd name="connsiteY64" fmla="*/ 251429 h 1927097"/>
              <a:gd name="connsiteX65" fmla="*/ 6255401 w 9611734"/>
              <a:gd name="connsiteY65" fmla="*/ 818675 h 1927097"/>
              <a:gd name="connsiteX66" fmla="*/ 6108704 w 9611734"/>
              <a:gd name="connsiteY66" fmla="*/ 568646 h 1927097"/>
              <a:gd name="connsiteX67" fmla="*/ 6255401 w 9611734"/>
              <a:gd name="connsiteY67" fmla="*/ 318617 h 1927097"/>
              <a:gd name="connsiteX68" fmla="*/ 6402098 w 9611734"/>
              <a:gd name="connsiteY68" fmla="*/ 568646 h 1927097"/>
              <a:gd name="connsiteX69" fmla="*/ 6255401 w 9611734"/>
              <a:gd name="connsiteY69" fmla="*/ 818675 h 1927097"/>
              <a:gd name="connsiteX70" fmla="*/ 6255401 w 9611734"/>
              <a:gd name="connsiteY70" fmla="*/ 251429 h 1927097"/>
              <a:gd name="connsiteX71" fmla="*/ 5957274 w 9611734"/>
              <a:gd name="connsiteY71" fmla="*/ 568646 h 1927097"/>
              <a:gd name="connsiteX72" fmla="*/ 6255401 w 9611734"/>
              <a:gd name="connsiteY72" fmla="*/ 885863 h 1927097"/>
              <a:gd name="connsiteX73" fmla="*/ 6553528 w 9611734"/>
              <a:gd name="connsiteY73" fmla="*/ 568646 h 1927097"/>
              <a:gd name="connsiteX74" fmla="*/ 6255401 w 9611734"/>
              <a:gd name="connsiteY74" fmla="*/ 251429 h 1927097"/>
              <a:gd name="connsiteX75" fmla="*/ 7588295 w 9611734"/>
              <a:gd name="connsiteY75" fmla="*/ 251429 h 1927097"/>
              <a:gd name="connsiteX76" fmla="*/ 7419689 w 9611734"/>
              <a:gd name="connsiteY76" fmla="*/ 340488 h 1927097"/>
              <a:gd name="connsiteX77" fmla="*/ 7412328 w 9611734"/>
              <a:gd name="connsiteY77" fmla="*/ 340488 h 1927097"/>
              <a:gd name="connsiteX78" fmla="*/ 7412328 w 9611734"/>
              <a:gd name="connsiteY78" fmla="*/ 263677 h 1927097"/>
              <a:gd name="connsiteX79" fmla="*/ 7268085 w 9611734"/>
              <a:gd name="connsiteY79" fmla="*/ 263677 h 1927097"/>
              <a:gd name="connsiteX80" fmla="*/ 7268085 w 9611734"/>
              <a:gd name="connsiteY80" fmla="*/ 873615 h 1927097"/>
              <a:gd name="connsiteX81" fmla="*/ 7412328 w 9611734"/>
              <a:gd name="connsiteY81" fmla="*/ 873615 h 1927097"/>
              <a:gd name="connsiteX82" fmla="*/ 7412328 w 9611734"/>
              <a:gd name="connsiteY82" fmla="*/ 479412 h 1927097"/>
              <a:gd name="connsiteX83" fmla="*/ 7533262 w 9611734"/>
              <a:gd name="connsiteY83" fmla="*/ 336638 h 1927097"/>
              <a:gd name="connsiteX84" fmla="*/ 7637194 w 9611734"/>
              <a:gd name="connsiteY84" fmla="*/ 456142 h 1927097"/>
              <a:gd name="connsiteX85" fmla="*/ 7637194 w 9611734"/>
              <a:gd name="connsiteY85" fmla="*/ 873265 h 1927097"/>
              <a:gd name="connsiteX86" fmla="*/ 7781438 w 9611734"/>
              <a:gd name="connsiteY86" fmla="*/ 873265 h 1927097"/>
              <a:gd name="connsiteX87" fmla="*/ 7781438 w 9611734"/>
              <a:gd name="connsiteY87" fmla="*/ 455092 h 1927097"/>
              <a:gd name="connsiteX88" fmla="*/ 7588295 w 9611734"/>
              <a:gd name="connsiteY88" fmla="*/ 251429 h 1927097"/>
              <a:gd name="connsiteX89" fmla="*/ 8108833 w 9611734"/>
              <a:gd name="connsiteY89" fmla="*/ 251429 h 1927097"/>
              <a:gd name="connsiteX90" fmla="*/ 7875380 w 9611734"/>
              <a:gd name="connsiteY90" fmla="*/ 427097 h 1927097"/>
              <a:gd name="connsiteX91" fmla="*/ 8023304 w 9611734"/>
              <a:gd name="connsiteY91" fmla="*/ 602765 h 1927097"/>
              <a:gd name="connsiteX92" fmla="*/ 8145464 w 9611734"/>
              <a:gd name="connsiteY92" fmla="*/ 633209 h 1927097"/>
              <a:gd name="connsiteX93" fmla="*/ 8239581 w 9611734"/>
              <a:gd name="connsiteY93" fmla="*/ 723493 h 1927097"/>
              <a:gd name="connsiteX94" fmla="*/ 8118648 w 9611734"/>
              <a:gd name="connsiteY94" fmla="*/ 821125 h 1927097"/>
              <a:gd name="connsiteX95" fmla="*/ 7979312 w 9611734"/>
              <a:gd name="connsiteY95" fmla="*/ 679576 h 1927097"/>
              <a:gd name="connsiteX96" fmla="*/ 7849791 w 9611734"/>
              <a:gd name="connsiteY96" fmla="*/ 716144 h 1927097"/>
              <a:gd name="connsiteX97" fmla="*/ 8102699 w 9611734"/>
              <a:gd name="connsiteY97" fmla="*/ 885688 h 1927097"/>
              <a:gd name="connsiteX98" fmla="*/ 8356834 w 9611734"/>
              <a:gd name="connsiteY98" fmla="*/ 686924 h 1927097"/>
              <a:gd name="connsiteX99" fmla="*/ 8194363 w 9611734"/>
              <a:gd name="connsiteY99" fmla="*/ 503908 h 1927097"/>
              <a:gd name="connsiteX100" fmla="*/ 8077110 w 9611734"/>
              <a:gd name="connsiteY100" fmla="*/ 474688 h 1927097"/>
              <a:gd name="connsiteX101" fmla="*/ 7992808 w 9611734"/>
              <a:gd name="connsiteY101" fmla="*/ 394203 h 1927097"/>
              <a:gd name="connsiteX102" fmla="*/ 8096740 w 9611734"/>
              <a:gd name="connsiteY102" fmla="*/ 316167 h 1927097"/>
              <a:gd name="connsiteX103" fmla="*/ 8221353 w 9611734"/>
              <a:gd name="connsiteY103" fmla="*/ 433221 h 1927097"/>
              <a:gd name="connsiteX104" fmla="*/ 8343514 w 9611734"/>
              <a:gd name="connsiteY104" fmla="*/ 396652 h 1927097"/>
              <a:gd name="connsiteX105" fmla="*/ 8108833 w 9611734"/>
              <a:gd name="connsiteY105" fmla="*/ 251429 h 1927097"/>
              <a:gd name="connsiteX106" fmla="*/ 8714726 w 9611734"/>
              <a:gd name="connsiteY106" fmla="*/ 818675 h 1927097"/>
              <a:gd name="connsiteX107" fmla="*/ 8568028 w 9611734"/>
              <a:gd name="connsiteY107" fmla="*/ 568646 h 1927097"/>
              <a:gd name="connsiteX108" fmla="*/ 8714726 w 9611734"/>
              <a:gd name="connsiteY108" fmla="*/ 318617 h 1927097"/>
              <a:gd name="connsiteX109" fmla="*/ 8861423 w 9611734"/>
              <a:gd name="connsiteY109" fmla="*/ 568646 h 1927097"/>
              <a:gd name="connsiteX110" fmla="*/ 8714726 w 9611734"/>
              <a:gd name="connsiteY110" fmla="*/ 818675 h 1927097"/>
              <a:gd name="connsiteX111" fmla="*/ 8714726 w 9611734"/>
              <a:gd name="connsiteY111" fmla="*/ 251429 h 1927097"/>
              <a:gd name="connsiteX112" fmla="*/ 8416599 w 9611734"/>
              <a:gd name="connsiteY112" fmla="*/ 568646 h 1927097"/>
              <a:gd name="connsiteX113" fmla="*/ 8714726 w 9611734"/>
              <a:gd name="connsiteY113" fmla="*/ 885863 h 1927097"/>
              <a:gd name="connsiteX114" fmla="*/ 9012852 w 9611734"/>
              <a:gd name="connsiteY114" fmla="*/ 568646 h 1927097"/>
              <a:gd name="connsiteX115" fmla="*/ 8714726 w 9611734"/>
              <a:gd name="connsiteY115" fmla="*/ 251429 h 1927097"/>
              <a:gd name="connsiteX116" fmla="*/ 9418592 w 9611734"/>
              <a:gd name="connsiteY116" fmla="*/ 251429 h 1927097"/>
              <a:gd name="connsiteX117" fmla="*/ 9249987 w 9611734"/>
              <a:gd name="connsiteY117" fmla="*/ 340488 h 1927097"/>
              <a:gd name="connsiteX118" fmla="*/ 9242625 w 9611734"/>
              <a:gd name="connsiteY118" fmla="*/ 340488 h 1927097"/>
              <a:gd name="connsiteX119" fmla="*/ 9242625 w 9611734"/>
              <a:gd name="connsiteY119" fmla="*/ 263677 h 1927097"/>
              <a:gd name="connsiteX120" fmla="*/ 9098382 w 9611734"/>
              <a:gd name="connsiteY120" fmla="*/ 263677 h 1927097"/>
              <a:gd name="connsiteX121" fmla="*/ 9098382 w 9611734"/>
              <a:gd name="connsiteY121" fmla="*/ 873615 h 1927097"/>
              <a:gd name="connsiteX122" fmla="*/ 9242625 w 9611734"/>
              <a:gd name="connsiteY122" fmla="*/ 873615 h 1927097"/>
              <a:gd name="connsiteX123" fmla="*/ 9242625 w 9611734"/>
              <a:gd name="connsiteY123" fmla="*/ 479412 h 1927097"/>
              <a:gd name="connsiteX124" fmla="*/ 9363559 w 9611734"/>
              <a:gd name="connsiteY124" fmla="*/ 336638 h 1927097"/>
              <a:gd name="connsiteX125" fmla="*/ 9467491 w 9611734"/>
              <a:gd name="connsiteY125" fmla="*/ 456142 h 1927097"/>
              <a:gd name="connsiteX126" fmla="*/ 9467491 w 9611734"/>
              <a:gd name="connsiteY126" fmla="*/ 873265 h 1927097"/>
              <a:gd name="connsiteX127" fmla="*/ 9611734 w 9611734"/>
              <a:gd name="connsiteY127" fmla="*/ 873265 h 1927097"/>
              <a:gd name="connsiteX128" fmla="*/ 9611734 w 9611734"/>
              <a:gd name="connsiteY128" fmla="*/ 455092 h 1927097"/>
              <a:gd name="connsiteX129" fmla="*/ 9418592 w 9611734"/>
              <a:gd name="connsiteY129" fmla="*/ 251429 h 1927097"/>
              <a:gd name="connsiteX130" fmla="*/ 566984 w 9611734"/>
              <a:gd name="connsiteY130" fmla="*/ 19596 h 1927097"/>
              <a:gd name="connsiteX131" fmla="*/ 415379 w 9611734"/>
              <a:gd name="connsiteY131" fmla="*/ 19596 h 1927097"/>
              <a:gd name="connsiteX132" fmla="*/ 415379 w 9611734"/>
              <a:gd name="connsiteY132" fmla="*/ 650356 h 1927097"/>
              <a:gd name="connsiteX133" fmla="*/ 283404 w 9611734"/>
              <a:gd name="connsiteY133" fmla="*/ 813776 h 1927097"/>
              <a:gd name="connsiteX134" fmla="*/ 151429 w 9611734"/>
              <a:gd name="connsiteY134" fmla="*/ 638108 h 1927097"/>
              <a:gd name="connsiteX135" fmla="*/ 151429 w 9611734"/>
              <a:gd name="connsiteY135" fmla="*/ 521055 h 1927097"/>
              <a:gd name="connsiteX136" fmla="*/ 0 w 9611734"/>
              <a:gd name="connsiteY136" fmla="*/ 558848 h 1927097"/>
              <a:gd name="connsiteX137" fmla="*/ 0 w 9611734"/>
              <a:gd name="connsiteY137" fmla="*/ 611338 h 1927097"/>
              <a:gd name="connsiteX138" fmla="*/ 283580 w 9611734"/>
              <a:gd name="connsiteY138" fmla="*/ 893212 h 1927097"/>
              <a:gd name="connsiteX139" fmla="*/ 566984 w 9611734"/>
              <a:gd name="connsiteY139" fmla="*/ 611338 h 1927097"/>
              <a:gd name="connsiteX140" fmla="*/ 566984 w 9611734"/>
              <a:gd name="connsiteY140" fmla="*/ 19596 h 1927097"/>
              <a:gd name="connsiteX141" fmla="*/ 1478364 w 9611734"/>
              <a:gd name="connsiteY141" fmla="*/ 19596 h 1927097"/>
              <a:gd name="connsiteX142" fmla="*/ 1334121 w 9611734"/>
              <a:gd name="connsiteY142" fmla="*/ 19596 h 1927097"/>
              <a:gd name="connsiteX143" fmla="*/ 1334121 w 9611734"/>
              <a:gd name="connsiteY143" fmla="*/ 873440 h 1927097"/>
              <a:gd name="connsiteX144" fmla="*/ 1478364 w 9611734"/>
              <a:gd name="connsiteY144" fmla="*/ 873440 h 1927097"/>
              <a:gd name="connsiteX145" fmla="*/ 1478364 w 9611734"/>
              <a:gd name="connsiteY145" fmla="*/ 479412 h 1927097"/>
              <a:gd name="connsiteX146" fmla="*/ 1599298 w 9611734"/>
              <a:gd name="connsiteY146" fmla="*/ 336638 h 1927097"/>
              <a:gd name="connsiteX147" fmla="*/ 1703230 w 9611734"/>
              <a:gd name="connsiteY147" fmla="*/ 456142 h 1927097"/>
              <a:gd name="connsiteX148" fmla="*/ 1703230 w 9611734"/>
              <a:gd name="connsiteY148" fmla="*/ 873265 h 1927097"/>
              <a:gd name="connsiteX149" fmla="*/ 1847474 w 9611734"/>
              <a:gd name="connsiteY149" fmla="*/ 873265 h 1927097"/>
              <a:gd name="connsiteX150" fmla="*/ 1847474 w 9611734"/>
              <a:gd name="connsiteY150" fmla="*/ 455092 h 1927097"/>
              <a:gd name="connsiteX151" fmla="*/ 1654331 w 9611734"/>
              <a:gd name="connsiteY151" fmla="*/ 251429 h 1927097"/>
              <a:gd name="connsiteX152" fmla="*/ 1485726 w 9611734"/>
              <a:gd name="connsiteY152" fmla="*/ 340488 h 1927097"/>
              <a:gd name="connsiteX153" fmla="*/ 1478364 w 9611734"/>
              <a:gd name="connsiteY153" fmla="*/ 340488 h 1927097"/>
              <a:gd name="connsiteX154" fmla="*/ 1478364 w 9611734"/>
              <a:gd name="connsiteY154" fmla="*/ 19596 h 1927097"/>
              <a:gd name="connsiteX155" fmla="*/ 5871744 w 9611734"/>
              <a:gd name="connsiteY155" fmla="*/ 19596 h 1927097"/>
              <a:gd name="connsiteX156" fmla="*/ 5720315 w 9611734"/>
              <a:gd name="connsiteY156" fmla="*/ 19596 h 1927097"/>
              <a:gd name="connsiteX157" fmla="*/ 5720315 w 9611734"/>
              <a:gd name="connsiteY157" fmla="*/ 650356 h 1927097"/>
              <a:gd name="connsiteX158" fmla="*/ 5588340 w 9611734"/>
              <a:gd name="connsiteY158" fmla="*/ 813776 h 1927097"/>
              <a:gd name="connsiteX159" fmla="*/ 5456366 w 9611734"/>
              <a:gd name="connsiteY159" fmla="*/ 638108 h 1927097"/>
              <a:gd name="connsiteX160" fmla="*/ 5456366 w 9611734"/>
              <a:gd name="connsiteY160" fmla="*/ 521055 h 1927097"/>
              <a:gd name="connsiteX161" fmla="*/ 5304936 w 9611734"/>
              <a:gd name="connsiteY161" fmla="*/ 558848 h 1927097"/>
              <a:gd name="connsiteX162" fmla="*/ 5304936 w 9611734"/>
              <a:gd name="connsiteY162" fmla="*/ 611338 h 1927097"/>
              <a:gd name="connsiteX163" fmla="*/ 5588515 w 9611734"/>
              <a:gd name="connsiteY163" fmla="*/ 893212 h 1927097"/>
              <a:gd name="connsiteX164" fmla="*/ 5871920 w 9611734"/>
              <a:gd name="connsiteY164" fmla="*/ 611338 h 1927097"/>
              <a:gd name="connsiteX165" fmla="*/ 5871920 w 9611734"/>
              <a:gd name="connsiteY165" fmla="*/ 19596 h 1927097"/>
              <a:gd name="connsiteX166" fmla="*/ 6783125 w 9611734"/>
              <a:gd name="connsiteY166" fmla="*/ 19596 h 1927097"/>
              <a:gd name="connsiteX167" fmla="*/ 6638882 w 9611734"/>
              <a:gd name="connsiteY167" fmla="*/ 19596 h 1927097"/>
              <a:gd name="connsiteX168" fmla="*/ 6638882 w 9611734"/>
              <a:gd name="connsiteY168" fmla="*/ 873440 h 1927097"/>
              <a:gd name="connsiteX169" fmla="*/ 6783125 w 9611734"/>
              <a:gd name="connsiteY169" fmla="*/ 873440 h 1927097"/>
              <a:gd name="connsiteX170" fmla="*/ 6783125 w 9611734"/>
              <a:gd name="connsiteY170" fmla="*/ 479412 h 1927097"/>
              <a:gd name="connsiteX171" fmla="*/ 6904059 w 9611734"/>
              <a:gd name="connsiteY171" fmla="*/ 336638 h 1927097"/>
              <a:gd name="connsiteX172" fmla="*/ 7007991 w 9611734"/>
              <a:gd name="connsiteY172" fmla="*/ 456142 h 1927097"/>
              <a:gd name="connsiteX173" fmla="*/ 7007991 w 9611734"/>
              <a:gd name="connsiteY173" fmla="*/ 873265 h 1927097"/>
              <a:gd name="connsiteX174" fmla="*/ 7152234 w 9611734"/>
              <a:gd name="connsiteY174" fmla="*/ 873265 h 1927097"/>
              <a:gd name="connsiteX175" fmla="*/ 7152234 w 9611734"/>
              <a:gd name="connsiteY175" fmla="*/ 455092 h 1927097"/>
              <a:gd name="connsiteX176" fmla="*/ 6959092 w 9611734"/>
              <a:gd name="connsiteY176" fmla="*/ 251429 h 1927097"/>
              <a:gd name="connsiteX177" fmla="*/ 6790486 w 9611734"/>
              <a:gd name="connsiteY177" fmla="*/ 340488 h 1927097"/>
              <a:gd name="connsiteX178" fmla="*/ 6783125 w 9611734"/>
              <a:gd name="connsiteY178" fmla="*/ 340488 h 1927097"/>
              <a:gd name="connsiteX179" fmla="*/ 6783125 w 9611734"/>
              <a:gd name="connsiteY179" fmla="*/ 19596 h 1927097"/>
              <a:gd name="connsiteX180" fmla="*/ 4781944 w 9611734"/>
              <a:gd name="connsiteY180" fmla="*/ 803978 h 1927097"/>
              <a:gd name="connsiteX181" fmla="*/ 4592482 w 9611734"/>
              <a:gd name="connsiteY181" fmla="*/ 607489 h 1927097"/>
              <a:gd name="connsiteX182" fmla="*/ 4666970 w 9611734"/>
              <a:gd name="connsiteY182" fmla="*/ 452642 h 1927097"/>
              <a:gd name="connsiteX183" fmla="*/ 4943188 w 9611734"/>
              <a:gd name="connsiteY183" fmla="*/ 753937 h 1927097"/>
              <a:gd name="connsiteX184" fmla="*/ 4781944 w 9611734"/>
              <a:gd name="connsiteY184" fmla="*/ 803978 h 1927097"/>
              <a:gd name="connsiteX185" fmla="*/ 5050801 w 9611734"/>
              <a:gd name="connsiteY185" fmla="*/ 653855 h 1927097"/>
              <a:gd name="connsiteX186" fmla="*/ 4811388 w 9611734"/>
              <a:gd name="connsiteY186" fmla="*/ 390354 h 1927097"/>
              <a:gd name="connsiteX187" fmla="*/ 4929868 w 9611734"/>
              <a:gd name="connsiteY187" fmla="*/ 367083 h 1927097"/>
              <a:gd name="connsiteX188" fmla="*/ 5089885 w 9611734"/>
              <a:gd name="connsiteY188" fmla="*/ 523154 h 1927097"/>
              <a:gd name="connsiteX189" fmla="*/ 5050801 w 9611734"/>
              <a:gd name="connsiteY189" fmla="*/ 653855 h 1927097"/>
              <a:gd name="connsiteX190" fmla="*/ 4778263 w 9611734"/>
              <a:gd name="connsiteY190" fmla="*/ 355010 h 1927097"/>
              <a:gd name="connsiteX191" fmla="*/ 4725684 w 9611734"/>
              <a:gd name="connsiteY191" fmla="*/ 296396 h 1927097"/>
              <a:gd name="connsiteX192" fmla="*/ 4665743 w 9611734"/>
              <a:gd name="connsiteY192" fmla="*/ 175668 h 1927097"/>
              <a:gd name="connsiteX193" fmla="*/ 4781768 w 9611734"/>
              <a:gd name="connsiteY193" fmla="*/ 64738 h 1927097"/>
              <a:gd name="connsiteX194" fmla="*/ 4896568 w 9611734"/>
              <a:gd name="connsiteY194" fmla="*/ 181792 h 1927097"/>
              <a:gd name="connsiteX195" fmla="*/ 4778263 w 9611734"/>
              <a:gd name="connsiteY195" fmla="*/ 355010 h 1927097"/>
              <a:gd name="connsiteX196" fmla="*/ 4785624 w 9611734"/>
              <a:gd name="connsiteY196" fmla="*/ 0 h 1927097"/>
              <a:gd name="connsiteX197" fmla="*/ 4533943 w 9611734"/>
              <a:gd name="connsiteY197" fmla="*/ 211011 h 1927097"/>
              <a:gd name="connsiteX198" fmla="*/ 4631741 w 9611734"/>
              <a:gd name="connsiteY198" fmla="*/ 414674 h 1927097"/>
              <a:gd name="connsiteX199" fmla="*/ 4632968 w 9611734"/>
              <a:gd name="connsiteY199" fmla="*/ 417124 h 1927097"/>
              <a:gd name="connsiteX200" fmla="*/ 4458228 w 9611734"/>
              <a:gd name="connsiteY200" fmla="*/ 662254 h 1927097"/>
              <a:gd name="connsiteX201" fmla="*/ 4703775 w 9611734"/>
              <a:gd name="connsiteY201" fmla="*/ 892862 h 1927097"/>
              <a:gd name="connsiteX202" fmla="*/ 4979994 w 9611734"/>
              <a:gd name="connsiteY202" fmla="*/ 794005 h 1927097"/>
              <a:gd name="connsiteX203" fmla="*/ 5053255 w 9611734"/>
              <a:gd name="connsiteY203" fmla="*/ 873265 h 1927097"/>
              <a:gd name="connsiteX204" fmla="*/ 5245170 w 9611734"/>
              <a:gd name="connsiteY204" fmla="*/ 873265 h 1927097"/>
              <a:gd name="connsiteX205" fmla="*/ 5245170 w 9611734"/>
              <a:gd name="connsiteY205" fmla="*/ 867141 h 1927097"/>
              <a:gd name="connsiteX206" fmla="*/ 5088834 w 9611734"/>
              <a:gd name="connsiteY206" fmla="*/ 695148 h 1927097"/>
              <a:gd name="connsiteX207" fmla="*/ 5192766 w 9611734"/>
              <a:gd name="connsiteY207" fmla="*/ 457191 h 1927097"/>
              <a:gd name="connsiteX208" fmla="*/ 5032749 w 9611734"/>
              <a:gd name="connsiteY208" fmla="*/ 302345 h 1927097"/>
              <a:gd name="connsiteX209" fmla="*/ 4886051 w 9611734"/>
              <a:gd name="connsiteY209" fmla="*/ 331564 h 1927097"/>
              <a:gd name="connsiteX210" fmla="*/ 4883598 w 9611734"/>
              <a:gd name="connsiteY210" fmla="*/ 326665 h 1927097"/>
              <a:gd name="connsiteX211" fmla="*/ 5015573 w 9611734"/>
              <a:gd name="connsiteY211" fmla="*/ 165695 h 1927097"/>
              <a:gd name="connsiteX212" fmla="*/ 4785624 w 9611734"/>
              <a:gd name="connsiteY212" fmla="*/ 0 h 1927097"/>
              <a:gd name="connsiteX213" fmla="*/ 1128885 w 9611734"/>
              <a:gd name="connsiteY213" fmla="*/ 1543918 h 1927097"/>
              <a:gd name="connsiteX214" fmla="*/ 1293810 w 9611734"/>
              <a:gd name="connsiteY214" fmla="*/ 1375599 h 1927097"/>
              <a:gd name="connsiteX215" fmla="*/ 1441734 w 9611734"/>
              <a:gd name="connsiteY215" fmla="*/ 1543918 h 1927097"/>
              <a:gd name="connsiteX216" fmla="*/ 1128885 w 9611734"/>
              <a:gd name="connsiteY216" fmla="*/ 1543918 h 1927097"/>
              <a:gd name="connsiteX217" fmla="*/ 1293810 w 9611734"/>
              <a:gd name="connsiteY217" fmla="*/ 1292664 h 1927097"/>
              <a:gd name="connsiteX218" fmla="*/ 1020045 w 9611734"/>
              <a:gd name="connsiteY218" fmla="*/ 1614780 h 1927097"/>
              <a:gd name="connsiteX219" fmla="*/ 1293810 w 9611734"/>
              <a:gd name="connsiteY219" fmla="*/ 1927098 h 1927097"/>
              <a:gd name="connsiteX220" fmla="*/ 1543037 w 9611734"/>
              <a:gd name="connsiteY220" fmla="*/ 1728334 h 1927097"/>
              <a:gd name="connsiteX221" fmla="*/ 1450147 w 9611734"/>
              <a:gd name="connsiteY221" fmla="*/ 1704013 h 1927097"/>
              <a:gd name="connsiteX222" fmla="*/ 1303450 w 9611734"/>
              <a:gd name="connsiteY222" fmla="*/ 1841888 h 1927097"/>
              <a:gd name="connsiteX223" fmla="*/ 1125029 w 9611734"/>
              <a:gd name="connsiteY223" fmla="*/ 1616180 h 1927097"/>
              <a:gd name="connsiteX224" fmla="*/ 1544089 w 9611734"/>
              <a:gd name="connsiteY224" fmla="*/ 1616180 h 1927097"/>
              <a:gd name="connsiteX225" fmla="*/ 1544089 w 9611734"/>
              <a:gd name="connsiteY225" fmla="*/ 1582061 h 1927097"/>
              <a:gd name="connsiteX226" fmla="*/ 1293810 w 9611734"/>
              <a:gd name="connsiteY226" fmla="*/ 1292664 h 1927097"/>
              <a:gd name="connsiteX227" fmla="*/ 2967595 w 9611734"/>
              <a:gd name="connsiteY227" fmla="*/ 1543918 h 1927097"/>
              <a:gd name="connsiteX228" fmla="*/ 3132520 w 9611734"/>
              <a:gd name="connsiteY228" fmla="*/ 1375599 h 1927097"/>
              <a:gd name="connsiteX229" fmla="*/ 3280444 w 9611734"/>
              <a:gd name="connsiteY229" fmla="*/ 1543918 h 1927097"/>
              <a:gd name="connsiteX230" fmla="*/ 2967595 w 9611734"/>
              <a:gd name="connsiteY230" fmla="*/ 1543918 h 1927097"/>
              <a:gd name="connsiteX231" fmla="*/ 3132520 w 9611734"/>
              <a:gd name="connsiteY231" fmla="*/ 1292664 h 1927097"/>
              <a:gd name="connsiteX232" fmla="*/ 2858756 w 9611734"/>
              <a:gd name="connsiteY232" fmla="*/ 1614780 h 1927097"/>
              <a:gd name="connsiteX233" fmla="*/ 3132520 w 9611734"/>
              <a:gd name="connsiteY233" fmla="*/ 1927098 h 1927097"/>
              <a:gd name="connsiteX234" fmla="*/ 3381748 w 9611734"/>
              <a:gd name="connsiteY234" fmla="*/ 1728334 h 1927097"/>
              <a:gd name="connsiteX235" fmla="*/ 3288857 w 9611734"/>
              <a:gd name="connsiteY235" fmla="*/ 1704013 h 1927097"/>
              <a:gd name="connsiteX236" fmla="*/ 3142160 w 9611734"/>
              <a:gd name="connsiteY236" fmla="*/ 1841888 h 1927097"/>
              <a:gd name="connsiteX237" fmla="*/ 2963740 w 9611734"/>
              <a:gd name="connsiteY237" fmla="*/ 1616180 h 1927097"/>
              <a:gd name="connsiteX238" fmla="*/ 3382799 w 9611734"/>
              <a:gd name="connsiteY238" fmla="*/ 1616180 h 1927097"/>
              <a:gd name="connsiteX239" fmla="*/ 3382799 w 9611734"/>
              <a:gd name="connsiteY239" fmla="*/ 1582061 h 1927097"/>
              <a:gd name="connsiteX240" fmla="*/ 3132520 w 9611734"/>
              <a:gd name="connsiteY240" fmla="*/ 1292664 h 1927097"/>
              <a:gd name="connsiteX241" fmla="*/ 3766631 w 9611734"/>
              <a:gd name="connsiteY241" fmla="*/ 1292664 h 1927097"/>
              <a:gd name="connsiteX242" fmla="*/ 3485505 w 9611734"/>
              <a:gd name="connsiteY242" fmla="*/ 1616005 h 1927097"/>
              <a:gd name="connsiteX243" fmla="*/ 3761723 w 9611734"/>
              <a:gd name="connsiteY243" fmla="*/ 1927098 h 1927097"/>
              <a:gd name="connsiteX244" fmla="*/ 4012178 w 9611734"/>
              <a:gd name="connsiteY244" fmla="*/ 1709962 h 1927097"/>
              <a:gd name="connsiteX245" fmla="*/ 3915606 w 9611734"/>
              <a:gd name="connsiteY245" fmla="*/ 1686692 h 1927097"/>
              <a:gd name="connsiteX246" fmla="*/ 3768909 w 9611734"/>
              <a:gd name="connsiteY246" fmla="*/ 1840313 h 1927097"/>
              <a:gd name="connsiteX247" fmla="*/ 3591716 w 9611734"/>
              <a:gd name="connsiteY247" fmla="*/ 1608481 h 1927097"/>
              <a:gd name="connsiteX248" fmla="*/ 3764002 w 9611734"/>
              <a:gd name="connsiteY248" fmla="*/ 1379098 h 1927097"/>
              <a:gd name="connsiteX249" fmla="*/ 3915606 w 9611734"/>
              <a:gd name="connsiteY249" fmla="*/ 1525546 h 1927097"/>
              <a:gd name="connsiteX250" fmla="*/ 4012178 w 9611734"/>
              <a:gd name="connsiteY250" fmla="*/ 1502275 h 1927097"/>
              <a:gd name="connsiteX251" fmla="*/ 3766631 w 9611734"/>
              <a:gd name="connsiteY251" fmla="*/ 1292664 h 1927097"/>
              <a:gd name="connsiteX252" fmla="*/ 879833 w 9611734"/>
              <a:gd name="connsiteY252" fmla="*/ 1060831 h 1927097"/>
              <a:gd name="connsiteX253" fmla="*/ 718589 w 9611734"/>
              <a:gd name="connsiteY253" fmla="*/ 1060831 h 1927097"/>
              <a:gd name="connsiteX254" fmla="*/ 465680 w 9611734"/>
              <a:gd name="connsiteY254" fmla="*/ 1748805 h 1927097"/>
              <a:gd name="connsiteX255" fmla="*/ 211545 w 9611734"/>
              <a:gd name="connsiteY255" fmla="*/ 1060831 h 1927097"/>
              <a:gd name="connsiteX256" fmla="*/ 42765 w 9611734"/>
              <a:gd name="connsiteY256" fmla="*/ 1060831 h 1927097"/>
              <a:gd name="connsiteX257" fmla="*/ 42765 w 9611734"/>
              <a:gd name="connsiteY257" fmla="*/ 1914675 h 1927097"/>
              <a:gd name="connsiteX258" fmla="*/ 148976 w 9611734"/>
              <a:gd name="connsiteY258" fmla="*/ 1914675 h 1927097"/>
              <a:gd name="connsiteX259" fmla="*/ 148976 w 9611734"/>
              <a:gd name="connsiteY259" fmla="*/ 1179284 h 1927097"/>
              <a:gd name="connsiteX260" fmla="*/ 421513 w 9611734"/>
              <a:gd name="connsiteY260" fmla="*/ 1914850 h 1927097"/>
              <a:gd name="connsiteX261" fmla="*/ 503362 w 9611734"/>
              <a:gd name="connsiteY261" fmla="*/ 1914850 h 1927097"/>
              <a:gd name="connsiteX262" fmla="*/ 773447 w 9611734"/>
              <a:gd name="connsiteY262" fmla="*/ 1178060 h 1927097"/>
              <a:gd name="connsiteX263" fmla="*/ 773447 w 9611734"/>
              <a:gd name="connsiteY263" fmla="*/ 1914850 h 1927097"/>
              <a:gd name="connsiteX264" fmla="*/ 879833 w 9611734"/>
              <a:gd name="connsiteY264" fmla="*/ 1914850 h 1927097"/>
              <a:gd name="connsiteX265" fmla="*/ 879833 w 9611734"/>
              <a:gd name="connsiteY265" fmla="*/ 1060831 h 1927097"/>
              <a:gd name="connsiteX266" fmla="*/ 1920559 w 9611734"/>
              <a:gd name="connsiteY266" fmla="*/ 1840488 h 1927097"/>
              <a:gd name="connsiteX267" fmla="*/ 1753181 w 9611734"/>
              <a:gd name="connsiteY267" fmla="*/ 1609881 h 1927097"/>
              <a:gd name="connsiteX268" fmla="*/ 1920559 w 9611734"/>
              <a:gd name="connsiteY268" fmla="*/ 1379273 h 1927097"/>
              <a:gd name="connsiteX269" fmla="*/ 2087938 w 9611734"/>
              <a:gd name="connsiteY269" fmla="*/ 1609881 h 1927097"/>
              <a:gd name="connsiteX270" fmla="*/ 1920559 w 9611734"/>
              <a:gd name="connsiteY270" fmla="*/ 1840488 h 1927097"/>
              <a:gd name="connsiteX271" fmla="*/ 2186963 w 9611734"/>
              <a:gd name="connsiteY271" fmla="*/ 1060831 h 1927097"/>
              <a:gd name="connsiteX272" fmla="*/ 2085659 w 9611734"/>
              <a:gd name="connsiteY272" fmla="*/ 1060831 h 1927097"/>
              <a:gd name="connsiteX273" fmla="*/ 2085659 w 9611734"/>
              <a:gd name="connsiteY273" fmla="*/ 1421965 h 1927097"/>
              <a:gd name="connsiteX274" fmla="*/ 1903559 w 9611734"/>
              <a:gd name="connsiteY274" fmla="*/ 1292664 h 1927097"/>
              <a:gd name="connsiteX275" fmla="*/ 1646970 w 9611734"/>
              <a:gd name="connsiteY275" fmla="*/ 1613555 h 1927097"/>
              <a:gd name="connsiteX276" fmla="*/ 1894971 w 9611734"/>
              <a:gd name="connsiteY276" fmla="*/ 1927098 h 1927097"/>
              <a:gd name="connsiteX277" fmla="*/ 2085659 w 9611734"/>
              <a:gd name="connsiteY277" fmla="*/ 1791672 h 1927097"/>
              <a:gd name="connsiteX278" fmla="*/ 2085659 w 9611734"/>
              <a:gd name="connsiteY278" fmla="*/ 1838039 h 1927097"/>
              <a:gd name="connsiteX279" fmla="*/ 2091794 w 9611734"/>
              <a:gd name="connsiteY279" fmla="*/ 1914850 h 1927097"/>
              <a:gd name="connsiteX280" fmla="*/ 2194499 w 9611734"/>
              <a:gd name="connsiteY280" fmla="*/ 1914850 h 1927097"/>
              <a:gd name="connsiteX281" fmla="*/ 2187138 w 9611734"/>
              <a:gd name="connsiteY281" fmla="*/ 1787998 h 1927097"/>
              <a:gd name="connsiteX282" fmla="*/ 2187138 w 9611734"/>
              <a:gd name="connsiteY282" fmla="*/ 1060831 h 1927097"/>
              <a:gd name="connsiteX283" fmla="*/ 2956729 w 9611734"/>
              <a:gd name="connsiteY283" fmla="*/ 1060831 h 1927097"/>
              <a:gd name="connsiteX284" fmla="*/ 2296854 w 9611734"/>
              <a:gd name="connsiteY284" fmla="*/ 1060831 h 1927097"/>
              <a:gd name="connsiteX285" fmla="*/ 2296854 w 9611734"/>
              <a:gd name="connsiteY285" fmla="*/ 1149890 h 1927097"/>
              <a:gd name="connsiteX286" fmla="*/ 2574300 w 9611734"/>
              <a:gd name="connsiteY286" fmla="*/ 1149890 h 1927097"/>
              <a:gd name="connsiteX287" fmla="*/ 2574300 w 9611734"/>
              <a:gd name="connsiteY287" fmla="*/ 1914850 h 1927097"/>
              <a:gd name="connsiteX288" fmla="*/ 2680686 w 9611734"/>
              <a:gd name="connsiteY288" fmla="*/ 1914850 h 1927097"/>
              <a:gd name="connsiteX289" fmla="*/ 2680686 w 9611734"/>
              <a:gd name="connsiteY289" fmla="*/ 1149890 h 1927097"/>
              <a:gd name="connsiteX290" fmla="*/ 2956904 w 9611734"/>
              <a:gd name="connsiteY290" fmla="*/ 1149890 h 1927097"/>
              <a:gd name="connsiteX291" fmla="*/ 2956904 w 9611734"/>
              <a:gd name="connsiteY291" fmla="*/ 1060831 h 1927097"/>
              <a:gd name="connsiteX292" fmla="*/ 4229682 w 9611734"/>
              <a:gd name="connsiteY292" fmla="*/ 1060831 h 1927097"/>
              <a:gd name="connsiteX293" fmla="*/ 4128203 w 9611734"/>
              <a:gd name="connsiteY293" fmla="*/ 1060831 h 1927097"/>
              <a:gd name="connsiteX294" fmla="*/ 4128203 w 9611734"/>
              <a:gd name="connsiteY294" fmla="*/ 1914675 h 1927097"/>
              <a:gd name="connsiteX295" fmla="*/ 4229682 w 9611734"/>
              <a:gd name="connsiteY295" fmla="*/ 1914675 h 1927097"/>
              <a:gd name="connsiteX296" fmla="*/ 4229682 w 9611734"/>
              <a:gd name="connsiteY296" fmla="*/ 1513473 h 1927097"/>
              <a:gd name="connsiteX297" fmla="*/ 4362884 w 9611734"/>
              <a:gd name="connsiteY297" fmla="*/ 1370699 h 1927097"/>
              <a:gd name="connsiteX298" fmla="*/ 4494859 w 9611734"/>
              <a:gd name="connsiteY298" fmla="*/ 1513473 h 1927097"/>
              <a:gd name="connsiteX299" fmla="*/ 4494859 w 9611734"/>
              <a:gd name="connsiteY299" fmla="*/ 1914850 h 1927097"/>
              <a:gd name="connsiteX300" fmla="*/ 4596338 w 9611734"/>
              <a:gd name="connsiteY300" fmla="*/ 1914850 h 1927097"/>
              <a:gd name="connsiteX301" fmla="*/ 4596338 w 9611734"/>
              <a:gd name="connsiteY301" fmla="*/ 1492827 h 1927097"/>
              <a:gd name="connsiteX302" fmla="*/ 4399515 w 9611734"/>
              <a:gd name="connsiteY302" fmla="*/ 1292839 h 1927097"/>
              <a:gd name="connsiteX303" fmla="*/ 4229682 w 9611734"/>
              <a:gd name="connsiteY303" fmla="*/ 1399044 h 1927097"/>
              <a:gd name="connsiteX304" fmla="*/ 4229682 w 9611734"/>
              <a:gd name="connsiteY304" fmla="*/ 1060831 h 192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Lst>
            <a:rect l="l" t="t" r="r" b="b"/>
            <a:pathLst>
              <a:path w="9611734" h="1927097">
                <a:moveTo>
                  <a:pt x="950465" y="818675"/>
                </a:moveTo>
                <a:cubicBezTo>
                  <a:pt x="856347" y="818675"/>
                  <a:pt x="803768" y="729617"/>
                  <a:pt x="803768" y="568646"/>
                </a:cubicBezTo>
                <a:cubicBezTo>
                  <a:pt x="803768" y="405226"/>
                  <a:pt x="856347" y="318617"/>
                  <a:pt x="950465" y="318617"/>
                </a:cubicBezTo>
                <a:cubicBezTo>
                  <a:pt x="1044582" y="318617"/>
                  <a:pt x="1097162" y="406451"/>
                  <a:pt x="1097162" y="568646"/>
                </a:cubicBezTo>
                <a:cubicBezTo>
                  <a:pt x="1097162" y="732066"/>
                  <a:pt x="1044582" y="818675"/>
                  <a:pt x="950465" y="818675"/>
                </a:cubicBezTo>
                <a:moveTo>
                  <a:pt x="950465" y="251429"/>
                </a:moveTo>
                <a:cubicBezTo>
                  <a:pt x="758549" y="251429"/>
                  <a:pt x="652338" y="394203"/>
                  <a:pt x="652338" y="568646"/>
                </a:cubicBezTo>
                <a:cubicBezTo>
                  <a:pt x="652338" y="743089"/>
                  <a:pt x="758724" y="885863"/>
                  <a:pt x="950465" y="885863"/>
                </a:cubicBezTo>
                <a:cubicBezTo>
                  <a:pt x="1142381" y="885863"/>
                  <a:pt x="1248591" y="743089"/>
                  <a:pt x="1248591" y="568646"/>
                </a:cubicBezTo>
                <a:cubicBezTo>
                  <a:pt x="1248767" y="394028"/>
                  <a:pt x="1142381" y="251429"/>
                  <a:pt x="950465" y="251429"/>
                </a:cubicBezTo>
                <a:moveTo>
                  <a:pt x="2283534" y="251429"/>
                </a:moveTo>
                <a:cubicBezTo>
                  <a:pt x="2193097" y="251429"/>
                  <a:pt x="2142971" y="290447"/>
                  <a:pt x="2114929" y="340488"/>
                </a:cubicBezTo>
                <a:lnTo>
                  <a:pt x="2107568" y="340488"/>
                </a:lnTo>
                <a:lnTo>
                  <a:pt x="2107568" y="263677"/>
                </a:lnTo>
                <a:lnTo>
                  <a:pt x="1963324" y="263677"/>
                </a:lnTo>
                <a:lnTo>
                  <a:pt x="1963324" y="873615"/>
                </a:lnTo>
                <a:lnTo>
                  <a:pt x="2107568" y="873615"/>
                </a:lnTo>
                <a:lnTo>
                  <a:pt x="2107568" y="479412"/>
                </a:lnTo>
                <a:cubicBezTo>
                  <a:pt x="2107568" y="389129"/>
                  <a:pt x="2154013" y="336638"/>
                  <a:pt x="2228501" y="336638"/>
                </a:cubicBezTo>
                <a:cubicBezTo>
                  <a:pt x="2300535" y="336638"/>
                  <a:pt x="2332433" y="384230"/>
                  <a:pt x="2332433" y="456142"/>
                </a:cubicBezTo>
                <a:lnTo>
                  <a:pt x="2332433" y="873265"/>
                </a:lnTo>
                <a:lnTo>
                  <a:pt x="2476677" y="873265"/>
                </a:lnTo>
                <a:lnTo>
                  <a:pt x="2476677" y="455092"/>
                </a:lnTo>
                <a:cubicBezTo>
                  <a:pt x="2476502" y="329465"/>
                  <a:pt x="2410602" y="251429"/>
                  <a:pt x="2283534" y="251429"/>
                </a:cubicBezTo>
                <a:moveTo>
                  <a:pt x="2803897" y="251429"/>
                </a:moveTo>
                <a:cubicBezTo>
                  <a:pt x="2670696" y="251429"/>
                  <a:pt x="2570444" y="307594"/>
                  <a:pt x="2570444" y="427097"/>
                </a:cubicBezTo>
                <a:cubicBezTo>
                  <a:pt x="2570444" y="528403"/>
                  <a:pt x="2640024" y="583168"/>
                  <a:pt x="2718368" y="602765"/>
                </a:cubicBezTo>
                <a:lnTo>
                  <a:pt x="2840528" y="633209"/>
                </a:lnTo>
                <a:cubicBezTo>
                  <a:pt x="2905201" y="649131"/>
                  <a:pt x="2934645" y="672227"/>
                  <a:pt x="2934645" y="723493"/>
                </a:cubicBezTo>
                <a:cubicBezTo>
                  <a:pt x="2934645" y="785781"/>
                  <a:pt x="2890654" y="821125"/>
                  <a:pt x="2813712" y="821125"/>
                </a:cubicBezTo>
                <a:cubicBezTo>
                  <a:pt x="2730636" y="821125"/>
                  <a:pt x="2687872" y="780882"/>
                  <a:pt x="2674376" y="679576"/>
                </a:cubicBezTo>
                <a:lnTo>
                  <a:pt x="2544855" y="716144"/>
                </a:lnTo>
                <a:cubicBezTo>
                  <a:pt x="2552216" y="821125"/>
                  <a:pt x="2650014" y="885688"/>
                  <a:pt x="2797763" y="885688"/>
                </a:cubicBezTo>
                <a:cubicBezTo>
                  <a:pt x="2962688" y="885688"/>
                  <a:pt x="3051898" y="808877"/>
                  <a:pt x="3051898" y="686924"/>
                </a:cubicBezTo>
                <a:cubicBezTo>
                  <a:pt x="3051898" y="572320"/>
                  <a:pt x="2972503" y="524729"/>
                  <a:pt x="2889427" y="503908"/>
                </a:cubicBezTo>
                <a:lnTo>
                  <a:pt x="2772174" y="474688"/>
                </a:lnTo>
                <a:cubicBezTo>
                  <a:pt x="2713461" y="459991"/>
                  <a:pt x="2687872" y="433221"/>
                  <a:pt x="2687872" y="394203"/>
                </a:cubicBezTo>
                <a:cubicBezTo>
                  <a:pt x="2687872" y="345387"/>
                  <a:pt x="2729409" y="316167"/>
                  <a:pt x="2791804" y="316167"/>
                </a:cubicBezTo>
                <a:cubicBezTo>
                  <a:pt x="2865065" y="316167"/>
                  <a:pt x="2910284" y="356410"/>
                  <a:pt x="2916418" y="433221"/>
                </a:cubicBezTo>
                <a:lnTo>
                  <a:pt x="3038578" y="396652"/>
                </a:lnTo>
                <a:cubicBezTo>
                  <a:pt x="3023856" y="311093"/>
                  <a:pt x="2939553" y="251429"/>
                  <a:pt x="2803897" y="251429"/>
                </a:cubicBezTo>
                <a:moveTo>
                  <a:pt x="3409965" y="818675"/>
                </a:moveTo>
                <a:cubicBezTo>
                  <a:pt x="3315848" y="818675"/>
                  <a:pt x="3263268" y="729617"/>
                  <a:pt x="3263268" y="568646"/>
                </a:cubicBezTo>
                <a:cubicBezTo>
                  <a:pt x="3263268" y="405226"/>
                  <a:pt x="3315848" y="318617"/>
                  <a:pt x="3409965" y="318617"/>
                </a:cubicBezTo>
                <a:cubicBezTo>
                  <a:pt x="3504083" y="318617"/>
                  <a:pt x="3556663" y="406451"/>
                  <a:pt x="3556663" y="568646"/>
                </a:cubicBezTo>
                <a:cubicBezTo>
                  <a:pt x="3556487" y="732066"/>
                  <a:pt x="3504083" y="818675"/>
                  <a:pt x="3409965" y="818675"/>
                </a:cubicBezTo>
                <a:moveTo>
                  <a:pt x="3409965" y="251429"/>
                </a:moveTo>
                <a:cubicBezTo>
                  <a:pt x="3218050" y="251429"/>
                  <a:pt x="3111839" y="394203"/>
                  <a:pt x="3111839" y="568646"/>
                </a:cubicBezTo>
                <a:cubicBezTo>
                  <a:pt x="3111839" y="743089"/>
                  <a:pt x="3218225" y="885863"/>
                  <a:pt x="3409965" y="885863"/>
                </a:cubicBezTo>
                <a:cubicBezTo>
                  <a:pt x="3601881" y="885863"/>
                  <a:pt x="3708092" y="743089"/>
                  <a:pt x="3708092" y="568646"/>
                </a:cubicBezTo>
                <a:cubicBezTo>
                  <a:pt x="3708092" y="394028"/>
                  <a:pt x="3601706" y="251429"/>
                  <a:pt x="3409965" y="251429"/>
                </a:cubicBezTo>
                <a:moveTo>
                  <a:pt x="4113656" y="251429"/>
                </a:moveTo>
                <a:cubicBezTo>
                  <a:pt x="4023219" y="251429"/>
                  <a:pt x="3973094" y="290447"/>
                  <a:pt x="3945051" y="340488"/>
                </a:cubicBezTo>
                <a:lnTo>
                  <a:pt x="3937690" y="340488"/>
                </a:lnTo>
                <a:lnTo>
                  <a:pt x="3937690" y="263677"/>
                </a:lnTo>
                <a:lnTo>
                  <a:pt x="3793446" y="263677"/>
                </a:lnTo>
                <a:lnTo>
                  <a:pt x="3793446" y="873615"/>
                </a:lnTo>
                <a:lnTo>
                  <a:pt x="3937690" y="873615"/>
                </a:lnTo>
                <a:lnTo>
                  <a:pt x="3937690" y="479412"/>
                </a:lnTo>
                <a:cubicBezTo>
                  <a:pt x="3937690" y="389129"/>
                  <a:pt x="3984135" y="336638"/>
                  <a:pt x="4058623" y="336638"/>
                </a:cubicBezTo>
                <a:cubicBezTo>
                  <a:pt x="4130657" y="336638"/>
                  <a:pt x="4162555" y="384230"/>
                  <a:pt x="4162555" y="456142"/>
                </a:cubicBezTo>
                <a:lnTo>
                  <a:pt x="4162555" y="873265"/>
                </a:lnTo>
                <a:lnTo>
                  <a:pt x="4306799" y="873265"/>
                </a:lnTo>
                <a:lnTo>
                  <a:pt x="4306799" y="455092"/>
                </a:lnTo>
                <a:cubicBezTo>
                  <a:pt x="4306799" y="329465"/>
                  <a:pt x="4240724" y="251429"/>
                  <a:pt x="4113656" y="251429"/>
                </a:cubicBezTo>
                <a:moveTo>
                  <a:pt x="6255401" y="818675"/>
                </a:moveTo>
                <a:cubicBezTo>
                  <a:pt x="6161283" y="818675"/>
                  <a:pt x="6108704" y="729617"/>
                  <a:pt x="6108704" y="568646"/>
                </a:cubicBezTo>
                <a:cubicBezTo>
                  <a:pt x="6108704" y="405226"/>
                  <a:pt x="6161283" y="318617"/>
                  <a:pt x="6255401" y="318617"/>
                </a:cubicBezTo>
                <a:cubicBezTo>
                  <a:pt x="6349518" y="318617"/>
                  <a:pt x="6402098" y="406451"/>
                  <a:pt x="6402098" y="568646"/>
                </a:cubicBezTo>
                <a:cubicBezTo>
                  <a:pt x="6402098" y="732066"/>
                  <a:pt x="6349518" y="818675"/>
                  <a:pt x="6255401" y="818675"/>
                </a:cubicBezTo>
                <a:moveTo>
                  <a:pt x="6255401" y="251429"/>
                </a:moveTo>
                <a:cubicBezTo>
                  <a:pt x="6063485" y="251429"/>
                  <a:pt x="5957274" y="394203"/>
                  <a:pt x="5957274" y="568646"/>
                </a:cubicBezTo>
                <a:cubicBezTo>
                  <a:pt x="5957274" y="743089"/>
                  <a:pt x="6063660" y="885863"/>
                  <a:pt x="6255401" y="885863"/>
                </a:cubicBezTo>
                <a:cubicBezTo>
                  <a:pt x="6447316" y="885863"/>
                  <a:pt x="6553528" y="743089"/>
                  <a:pt x="6553528" y="568646"/>
                </a:cubicBezTo>
                <a:cubicBezTo>
                  <a:pt x="6553528" y="394028"/>
                  <a:pt x="6447316" y="251429"/>
                  <a:pt x="6255401" y="251429"/>
                </a:cubicBezTo>
                <a:moveTo>
                  <a:pt x="7588295" y="251429"/>
                </a:moveTo>
                <a:cubicBezTo>
                  <a:pt x="7497858" y="251429"/>
                  <a:pt x="7447732" y="290447"/>
                  <a:pt x="7419689" y="340488"/>
                </a:cubicBezTo>
                <a:lnTo>
                  <a:pt x="7412328" y="340488"/>
                </a:lnTo>
                <a:lnTo>
                  <a:pt x="7412328" y="263677"/>
                </a:lnTo>
                <a:lnTo>
                  <a:pt x="7268085" y="263677"/>
                </a:lnTo>
                <a:lnTo>
                  <a:pt x="7268085" y="873615"/>
                </a:lnTo>
                <a:lnTo>
                  <a:pt x="7412328" y="873615"/>
                </a:lnTo>
                <a:lnTo>
                  <a:pt x="7412328" y="479412"/>
                </a:lnTo>
                <a:cubicBezTo>
                  <a:pt x="7412328" y="389129"/>
                  <a:pt x="7458774" y="336638"/>
                  <a:pt x="7533262" y="336638"/>
                </a:cubicBezTo>
                <a:cubicBezTo>
                  <a:pt x="7605295" y="336638"/>
                  <a:pt x="7637194" y="384230"/>
                  <a:pt x="7637194" y="456142"/>
                </a:cubicBezTo>
                <a:lnTo>
                  <a:pt x="7637194" y="873265"/>
                </a:lnTo>
                <a:lnTo>
                  <a:pt x="7781438" y="873265"/>
                </a:lnTo>
                <a:lnTo>
                  <a:pt x="7781438" y="455092"/>
                </a:lnTo>
                <a:cubicBezTo>
                  <a:pt x="7781438" y="329465"/>
                  <a:pt x="7715362" y="251429"/>
                  <a:pt x="7588295" y="251429"/>
                </a:cubicBezTo>
                <a:moveTo>
                  <a:pt x="8108833" y="251429"/>
                </a:moveTo>
                <a:cubicBezTo>
                  <a:pt x="7975631" y="251429"/>
                  <a:pt x="7875380" y="307594"/>
                  <a:pt x="7875380" y="427097"/>
                </a:cubicBezTo>
                <a:cubicBezTo>
                  <a:pt x="7875380" y="528403"/>
                  <a:pt x="7944960" y="583168"/>
                  <a:pt x="8023304" y="602765"/>
                </a:cubicBezTo>
                <a:lnTo>
                  <a:pt x="8145464" y="633209"/>
                </a:lnTo>
                <a:cubicBezTo>
                  <a:pt x="8210137" y="649131"/>
                  <a:pt x="8239581" y="672227"/>
                  <a:pt x="8239581" y="723493"/>
                </a:cubicBezTo>
                <a:cubicBezTo>
                  <a:pt x="8239581" y="785781"/>
                  <a:pt x="8195589" y="821125"/>
                  <a:pt x="8118648" y="821125"/>
                </a:cubicBezTo>
                <a:cubicBezTo>
                  <a:pt x="8035573" y="821125"/>
                  <a:pt x="7992808" y="780882"/>
                  <a:pt x="7979312" y="679576"/>
                </a:cubicBezTo>
                <a:lnTo>
                  <a:pt x="7849791" y="716144"/>
                </a:lnTo>
                <a:cubicBezTo>
                  <a:pt x="7857152" y="821125"/>
                  <a:pt x="7954950" y="885688"/>
                  <a:pt x="8102699" y="885688"/>
                </a:cubicBezTo>
                <a:cubicBezTo>
                  <a:pt x="8267624" y="885688"/>
                  <a:pt x="8356834" y="808877"/>
                  <a:pt x="8356834" y="686924"/>
                </a:cubicBezTo>
                <a:cubicBezTo>
                  <a:pt x="8356834" y="572320"/>
                  <a:pt x="8277439" y="524729"/>
                  <a:pt x="8194363" y="503908"/>
                </a:cubicBezTo>
                <a:lnTo>
                  <a:pt x="8077110" y="474688"/>
                </a:lnTo>
                <a:cubicBezTo>
                  <a:pt x="8018396" y="459991"/>
                  <a:pt x="7992808" y="433221"/>
                  <a:pt x="7992808" y="394203"/>
                </a:cubicBezTo>
                <a:cubicBezTo>
                  <a:pt x="7992808" y="345387"/>
                  <a:pt x="8034346" y="316167"/>
                  <a:pt x="8096740" y="316167"/>
                </a:cubicBezTo>
                <a:cubicBezTo>
                  <a:pt x="8170001" y="316167"/>
                  <a:pt x="8215220" y="356410"/>
                  <a:pt x="8221353" y="433221"/>
                </a:cubicBezTo>
                <a:lnTo>
                  <a:pt x="8343514" y="396652"/>
                </a:lnTo>
                <a:cubicBezTo>
                  <a:pt x="8328791" y="311093"/>
                  <a:pt x="8244489" y="251429"/>
                  <a:pt x="8108833" y="251429"/>
                </a:cubicBezTo>
                <a:moveTo>
                  <a:pt x="8714726" y="818675"/>
                </a:moveTo>
                <a:cubicBezTo>
                  <a:pt x="8620608" y="818675"/>
                  <a:pt x="8568028" y="729617"/>
                  <a:pt x="8568028" y="568646"/>
                </a:cubicBezTo>
                <a:cubicBezTo>
                  <a:pt x="8568028" y="405226"/>
                  <a:pt x="8620608" y="318617"/>
                  <a:pt x="8714726" y="318617"/>
                </a:cubicBezTo>
                <a:cubicBezTo>
                  <a:pt x="8808844" y="318617"/>
                  <a:pt x="8861423" y="406451"/>
                  <a:pt x="8861423" y="568646"/>
                </a:cubicBezTo>
                <a:cubicBezTo>
                  <a:pt x="8861423" y="732066"/>
                  <a:pt x="8808844" y="818675"/>
                  <a:pt x="8714726" y="818675"/>
                </a:cubicBezTo>
                <a:moveTo>
                  <a:pt x="8714726" y="251429"/>
                </a:moveTo>
                <a:cubicBezTo>
                  <a:pt x="8522810" y="251429"/>
                  <a:pt x="8416599" y="394203"/>
                  <a:pt x="8416599" y="568646"/>
                </a:cubicBezTo>
                <a:cubicBezTo>
                  <a:pt x="8416599" y="743089"/>
                  <a:pt x="8522810" y="885863"/>
                  <a:pt x="8714726" y="885863"/>
                </a:cubicBezTo>
                <a:cubicBezTo>
                  <a:pt x="8906641" y="885863"/>
                  <a:pt x="9012852" y="743089"/>
                  <a:pt x="9012852" y="568646"/>
                </a:cubicBezTo>
                <a:cubicBezTo>
                  <a:pt x="9012852" y="394028"/>
                  <a:pt x="8906641" y="251429"/>
                  <a:pt x="8714726" y="251429"/>
                </a:cubicBezTo>
                <a:moveTo>
                  <a:pt x="9418592" y="251429"/>
                </a:moveTo>
                <a:cubicBezTo>
                  <a:pt x="9328155" y="251429"/>
                  <a:pt x="9278029" y="290447"/>
                  <a:pt x="9249987" y="340488"/>
                </a:cubicBezTo>
                <a:lnTo>
                  <a:pt x="9242625" y="340488"/>
                </a:lnTo>
                <a:lnTo>
                  <a:pt x="9242625" y="263677"/>
                </a:lnTo>
                <a:lnTo>
                  <a:pt x="9098382" y="263677"/>
                </a:lnTo>
                <a:lnTo>
                  <a:pt x="9098382" y="873615"/>
                </a:lnTo>
                <a:lnTo>
                  <a:pt x="9242625" y="873615"/>
                </a:lnTo>
                <a:lnTo>
                  <a:pt x="9242625" y="479412"/>
                </a:lnTo>
                <a:cubicBezTo>
                  <a:pt x="9242625" y="389129"/>
                  <a:pt x="9289071" y="336638"/>
                  <a:pt x="9363559" y="336638"/>
                </a:cubicBezTo>
                <a:cubicBezTo>
                  <a:pt x="9435593" y="336638"/>
                  <a:pt x="9467491" y="384230"/>
                  <a:pt x="9467491" y="456142"/>
                </a:cubicBezTo>
                <a:lnTo>
                  <a:pt x="9467491" y="873265"/>
                </a:lnTo>
                <a:lnTo>
                  <a:pt x="9611734" y="873265"/>
                </a:lnTo>
                <a:lnTo>
                  <a:pt x="9611734" y="455092"/>
                </a:lnTo>
                <a:cubicBezTo>
                  <a:pt x="9611560" y="329465"/>
                  <a:pt x="9545660" y="251429"/>
                  <a:pt x="9418592" y="251429"/>
                </a:cubicBezTo>
                <a:moveTo>
                  <a:pt x="566984" y="19596"/>
                </a:moveTo>
                <a:lnTo>
                  <a:pt x="415379" y="19596"/>
                </a:lnTo>
                <a:lnTo>
                  <a:pt x="415379" y="650356"/>
                </a:lnTo>
                <a:cubicBezTo>
                  <a:pt x="415379" y="752887"/>
                  <a:pt x="376295" y="813776"/>
                  <a:pt x="283404" y="813776"/>
                </a:cubicBezTo>
                <a:cubicBezTo>
                  <a:pt x="191740" y="813776"/>
                  <a:pt x="151429" y="749213"/>
                  <a:pt x="151429" y="638108"/>
                </a:cubicBezTo>
                <a:lnTo>
                  <a:pt x="151429" y="521055"/>
                </a:lnTo>
                <a:lnTo>
                  <a:pt x="0" y="558848"/>
                </a:lnTo>
                <a:lnTo>
                  <a:pt x="0" y="611338"/>
                </a:lnTo>
                <a:cubicBezTo>
                  <a:pt x="0" y="771084"/>
                  <a:pt x="79395" y="893212"/>
                  <a:pt x="283580" y="893212"/>
                </a:cubicBezTo>
                <a:cubicBezTo>
                  <a:pt x="487589" y="893212"/>
                  <a:pt x="566984" y="771259"/>
                  <a:pt x="566984" y="611338"/>
                </a:cubicBezTo>
                <a:lnTo>
                  <a:pt x="566984" y="19596"/>
                </a:lnTo>
                <a:moveTo>
                  <a:pt x="1478364" y="19596"/>
                </a:moveTo>
                <a:lnTo>
                  <a:pt x="1334121" y="19596"/>
                </a:lnTo>
                <a:lnTo>
                  <a:pt x="1334121" y="873440"/>
                </a:lnTo>
                <a:lnTo>
                  <a:pt x="1478364" y="873440"/>
                </a:lnTo>
                <a:lnTo>
                  <a:pt x="1478364" y="479412"/>
                </a:lnTo>
                <a:cubicBezTo>
                  <a:pt x="1478364" y="389129"/>
                  <a:pt x="1524810" y="336638"/>
                  <a:pt x="1599298" y="336638"/>
                </a:cubicBezTo>
                <a:cubicBezTo>
                  <a:pt x="1671332" y="336638"/>
                  <a:pt x="1703230" y="384230"/>
                  <a:pt x="1703230" y="456142"/>
                </a:cubicBezTo>
                <a:lnTo>
                  <a:pt x="1703230" y="873265"/>
                </a:lnTo>
                <a:lnTo>
                  <a:pt x="1847474" y="873265"/>
                </a:lnTo>
                <a:lnTo>
                  <a:pt x="1847474" y="455092"/>
                </a:lnTo>
                <a:cubicBezTo>
                  <a:pt x="1847474" y="329465"/>
                  <a:pt x="1781398" y="251429"/>
                  <a:pt x="1654331" y="251429"/>
                </a:cubicBezTo>
                <a:cubicBezTo>
                  <a:pt x="1563894" y="251429"/>
                  <a:pt x="1513768" y="290447"/>
                  <a:pt x="1485726" y="340488"/>
                </a:cubicBezTo>
                <a:lnTo>
                  <a:pt x="1478364" y="340488"/>
                </a:lnTo>
                <a:lnTo>
                  <a:pt x="1478364" y="19596"/>
                </a:lnTo>
                <a:moveTo>
                  <a:pt x="5871744" y="19596"/>
                </a:moveTo>
                <a:lnTo>
                  <a:pt x="5720315" y="19596"/>
                </a:lnTo>
                <a:lnTo>
                  <a:pt x="5720315" y="650356"/>
                </a:lnTo>
                <a:cubicBezTo>
                  <a:pt x="5720315" y="752887"/>
                  <a:pt x="5681231" y="813776"/>
                  <a:pt x="5588340" y="813776"/>
                </a:cubicBezTo>
                <a:cubicBezTo>
                  <a:pt x="5496676" y="813776"/>
                  <a:pt x="5456366" y="749213"/>
                  <a:pt x="5456366" y="638108"/>
                </a:cubicBezTo>
                <a:lnTo>
                  <a:pt x="5456366" y="521055"/>
                </a:lnTo>
                <a:lnTo>
                  <a:pt x="5304936" y="558848"/>
                </a:lnTo>
                <a:lnTo>
                  <a:pt x="5304936" y="611338"/>
                </a:lnTo>
                <a:cubicBezTo>
                  <a:pt x="5304936" y="771084"/>
                  <a:pt x="5384331" y="893212"/>
                  <a:pt x="5588515" y="893212"/>
                </a:cubicBezTo>
                <a:cubicBezTo>
                  <a:pt x="5792700" y="893212"/>
                  <a:pt x="5871920" y="771259"/>
                  <a:pt x="5871920" y="611338"/>
                </a:cubicBezTo>
                <a:lnTo>
                  <a:pt x="5871920" y="19596"/>
                </a:lnTo>
                <a:moveTo>
                  <a:pt x="6783125" y="19596"/>
                </a:moveTo>
                <a:lnTo>
                  <a:pt x="6638882" y="19596"/>
                </a:lnTo>
                <a:lnTo>
                  <a:pt x="6638882" y="873440"/>
                </a:lnTo>
                <a:lnTo>
                  <a:pt x="6783125" y="873440"/>
                </a:lnTo>
                <a:lnTo>
                  <a:pt x="6783125" y="479412"/>
                </a:lnTo>
                <a:cubicBezTo>
                  <a:pt x="6783125" y="389129"/>
                  <a:pt x="6829571" y="336638"/>
                  <a:pt x="6904059" y="336638"/>
                </a:cubicBezTo>
                <a:cubicBezTo>
                  <a:pt x="6976092" y="336638"/>
                  <a:pt x="7007991" y="384230"/>
                  <a:pt x="7007991" y="456142"/>
                </a:cubicBezTo>
                <a:lnTo>
                  <a:pt x="7007991" y="873265"/>
                </a:lnTo>
                <a:lnTo>
                  <a:pt x="7152234" y="873265"/>
                </a:lnTo>
                <a:lnTo>
                  <a:pt x="7152234" y="455092"/>
                </a:lnTo>
                <a:cubicBezTo>
                  <a:pt x="7152234" y="329465"/>
                  <a:pt x="7086335" y="251429"/>
                  <a:pt x="6959092" y="251429"/>
                </a:cubicBezTo>
                <a:cubicBezTo>
                  <a:pt x="6868655" y="251429"/>
                  <a:pt x="6818529" y="290447"/>
                  <a:pt x="6790486" y="340488"/>
                </a:cubicBezTo>
                <a:lnTo>
                  <a:pt x="6783125" y="340488"/>
                </a:lnTo>
                <a:lnTo>
                  <a:pt x="6783125" y="19596"/>
                </a:lnTo>
                <a:moveTo>
                  <a:pt x="4781944" y="803978"/>
                </a:moveTo>
                <a:cubicBezTo>
                  <a:pt x="4664691" y="803978"/>
                  <a:pt x="4592482" y="708795"/>
                  <a:pt x="4592482" y="607489"/>
                </a:cubicBezTo>
                <a:cubicBezTo>
                  <a:pt x="4592482" y="543976"/>
                  <a:pt x="4620524" y="485536"/>
                  <a:pt x="4666970" y="452642"/>
                </a:cubicBezTo>
                <a:lnTo>
                  <a:pt x="4943188" y="753937"/>
                </a:lnTo>
                <a:cubicBezTo>
                  <a:pt x="4892010" y="784382"/>
                  <a:pt x="4834523" y="803978"/>
                  <a:pt x="4781944" y="803978"/>
                </a:cubicBezTo>
                <a:moveTo>
                  <a:pt x="5050801" y="653855"/>
                </a:moveTo>
                <a:lnTo>
                  <a:pt x="4811388" y="390354"/>
                </a:lnTo>
                <a:cubicBezTo>
                  <a:pt x="4854153" y="373207"/>
                  <a:pt x="4895691" y="367083"/>
                  <a:pt x="4929868" y="367083"/>
                </a:cubicBezTo>
                <a:cubicBezTo>
                  <a:pt x="5028893" y="367083"/>
                  <a:pt x="5089885" y="424472"/>
                  <a:pt x="5089885" y="523154"/>
                </a:cubicBezTo>
                <a:cubicBezTo>
                  <a:pt x="5089885" y="567246"/>
                  <a:pt x="5077617" y="612388"/>
                  <a:pt x="5050801" y="653855"/>
                </a:cubicBezTo>
                <a:moveTo>
                  <a:pt x="4778263" y="355010"/>
                </a:moveTo>
                <a:lnTo>
                  <a:pt x="4725684" y="296396"/>
                </a:lnTo>
                <a:cubicBezTo>
                  <a:pt x="4679238" y="245130"/>
                  <a:pt x="4665743" y="213461"/>
                  <a:pt x="4665743" y="175668"/>
                </a:cubicBezTo>
                <a:cubicBezTo>
                  <a:pt x="4665743" y="104981"/>
                  <a:pt x="4710961" y="64738"/>
                  <a:pt x="4781768" y="64738"/>
                </a:cubicBezTo>
                <a:cubicBezTo>
                  <a:pt x="4853803" y="64738"/>
                  <a:pt x="4896568" y="106206"/>
                  <a:pt x="4896568" y="181792"/>
                </a:cubicBezTo>
                <a:cubicBezTo>
                  <a:pt x="4896743" y="251429"/>
                  <a:pt x="4862566" y="317217"/>
                  <a:pt x="4778263" y="355010"/>
                </a:cubicBezTo>
                <a:moveTo>
                  <a:pt x="4785624" y="0"/>
                </a:moveTo>
                <a:cubicBezTo>
                  <a:pt x="4617019" y="0"/>
                  <a:pt x="4533943" y="93958"/>
                  <a:pt x="4533943" y="211011"/>
                </a:cubicBezTo>
                <a:cubicBezTo>
                  <a:pt x="4533943" y="274350"/>
                  <a:pt x="4560759" y="337863"/>
                  <a:pt x="4631741" y="414674"/>
                </a:cubicBezTo>
                <a:lnTo>
                  <a:pt x="4632968" y="417124"/>
                </a:lnTo>
                <a:cubicBezTo>
                  <a:pt x="4513262" y="474513"/>
                  <a:pt x="4458228" y="567246"/>
                  <a:pt x="4458228" y="662254"/>
                </a:cubicBezTo>
                <a:cubicBezTo>
                  <a:pt x="4458228" y="787881"/>
                  <a:pt x="4554800" y="892862"/>
                  <a:pt x="4703775" y="892862"/>
                </a:cubicBezTo>
                <a:cubicBezTo>
                  <a:pt x="4789305" y="892862"/>
                  <a:pt x="4889557" y="857518"/>
                  <a:pt x="4979994" y="794005"/>
                </a:cubicBezTo>
                <a:lnTo>
                  <a:pt x="5053255" y="873265"/>
                </a:lnTo>
                <a:lnTo>
                  <a:pt x="5245170" y="873265"/>
                </a:lnTo>
                <a:lnTo>
                  <a:pt x="5245170" y="867141"/>
                </a:lnTo>
                <a:lnTo>
                  <a:pt x="5088834" y="695148"/>
                </a:lnTo>
                <a:cubicBezTo>
                  <a:pt x="5154909" y="617112"/>
                  <a:pt x="5192766" y="531728"/>
                  <a:pt x="5192766" y="457191"/>
                </a:cubicBezTo>
                <a:cubicBezTo>
                  <a:pt x="5192766" y="364458"/>
                  <a:pt x="5130372" y="302345"/>
                  <a:pt x="5032749" y="302345"/>
                </a:cubicBezTo>
                <a:cubicBezTo>
                  <a:pt x="4981396" y="302345"/>
                  <a:pt x="4923909" y="317042"/>
                  <a:pt x="4886051" y="331564"/>
                </a:cubicBezTo>
                <a:lnTo>
                  <a:pt x="4883598" y="326665"/>
                </a:lnTo>
                <a:cubicBezTo>
                  <a:pt x="4976489" y="276624"/>
                  <a:pt x="5015573" y="230258"/>
                  <a:pt x="5015573" y="165695"/>
                </a:cubicBezTo>
                <a:cubicBezTo>
                  <a:pt x="5015398" y="73312"/>
                  <a:pt x="4932322" y="0"/>
                  <a:pt x="4785624" y="0"/>
                </a:cubicBezTo>
                <a:moveTo>
                  <a:pt x="1128885" y="1543918"/>
                </a:moveTo>
                <a:cubicBezTo>
                  <a:pt x="1142381" y="1436662"/>
                  <a:pt x="1197239" y="1375599"/>
                  <a:pt x="1293810" y="1375599"/>
                </a:cubicBezTo>
                <a:cubicBezTo>
                  <a:pt x="1385474" y="1375599"/>
                  <a:pt x="1439280" y="1430538"/>
                  <a:pt x="1441734" y="1543918"/>
                </a:cubicBezTo>
                <a:lnTo>
                  <a:pt x="1128885" y="1543918"/>
                </a:lnTo>
                <a:moveTo>
                  <a:pt x="1293810" y="1292664"/>
                </a:moveTo>
                <a:cubicBezTo>
                  <a:pt x="1132566" y="1292664"/>
                  <a:pt x="1020045" y="1406043"/>
                  <a:pt x="1020045" y="1614780"/>
                </a:cubicBezTo>
                <a:cubicBezTo>
                  <a:pt x="1020045" y="1814768"/>
                  <a:pt x="1123978" y="1927098"/>
                  <a:pt x="1293810" y="1927098"/>
                </a:cubicBezTo>
                <a:cubicBezTo>
                  <a:pt x="1433146" y="1927098"/>
                  <a:pt x="1521129" y="1847837"/>
                  <a:pt x="1543037" y="1728334"/>
                </a:cubicBezTo>
                <a:lnTo>
                  <a:pt x="1450147" y="1704013"/>
                </a:lnTo>
                <a:cubicBezTo>
                  <a:pt x="1434198" y="1806545"/>
                  <a:pt x="1379339" y="1841888"/>
                  <a:pt x="1303450" y="1841888"/>
                </a:cubicBezTo>
                <a:cubicBezTo>
                  <a:pt x="1182516" y="1841888"/>
                  <a:pt x="1128710" y="1752829"/>
                  <a:pt x="1125029" y="1616180"/>
                </a:cubicBezTo>
                <a:lnTo>
                  <a:pt x="1544089" y="1616180"/>
                </a:lnTo>
                <a:lnTo>
                  <a:pt x="1544089" y="1582061"/>
                </a:lnTo>
                <a:cubicBezTo>
                  <a:pt x="1544440" y="1368250"/>
                  <a:pt x="1428238" y="1292664"/>
                  <a:pt x="1293810" y="1292664"/>
                </a:cubicBezTo>
                <a:moveTo>
                  <a:pt x="2967595" y="1543918"/>
                </a:moveTo>
                <a:cubicBezTo>
                  <a:pt x="2981091" y="1436662"/>
                  <a:pt x="3035949" y="1375599"/>
                  <a:pt x="3132520" y="1375599"/>
                </a:cubicBezTo>
                <a:cubicBezTo>
                  <a:pt x="3224184" y="1375599"/>
                  <a:pt x="3277991" y="1430538"/>
                  <a:pt x="3280444" y="1543918"/>
                </a:cubicBezTo>
                <a:lnTo>
                  <a:pt x="2967595" y="1543918"/>
                </a:lnTo>
                <a:moveTo>
                  <a:pt x="3132520" y="1292664"/>
                </a:moveTo>
                <a:cubicBezTo>
                  <a:pt x="2971276" y="1292664"/>
                  <a:pt x="2858756" y="1406043"/>
                  <a:pt x="2858756" y="1614780"/>
                </a:cubicBezTo>
                <a:cubicBezTo>
                  <a:pt x="2858756" y="1814768"/>
                  <a:pt x="2962688" y="1927098"/>
                  <a:pt x="3132520" y="1927098"/>
                </a:cubicBezTo>
                <a:cubicBezTo>
                  <a:pt x="3271856" y="1927098"/>
                  <a:pt x="3359839" y="1847837"/>
                  <a:pt x="3381748" y="1728334"/>
                </a:cubicBezTo>
                <a:lnTo>
                  <a:pt x="3288857" y="1704013"/>
                </a:lnTo>
                <a:cubicBezTo>
                  <a:pt x="3272908" y="1806545"/>
                  <a:pt x="3218050" y="1841888"/>
                  <a:pt x="3142160" y="1841888"/>
                </a:cubicBezTo>
                <a:cubicBezTo>
                  <a:pt x="3021227" y="1841888"/>
                  <a:pt x="2967420" y="1752829"/>
                  <a:pt x="2963740" y="1616180"/>
                </a:cubicBezTo>
                <a:lnTo>
                  <a:pt x="3382799" y="1616180"/>
                </a:lnTo>
                <a:lnTo>
                  <a:pt x="3382799" y="1582061"/>
                </a:lnTo>
                <a:cubicBezTo>
                  <a:pt x="3383150" y="1368250"/>
                  <a:pt x="3266949" y="1292664"/>
                  <a:pt x="3132520" y="1292664"/>
                </a:cubicBezTo>
                <a:moveTo>
                  <a:pt x="3766631" y="1292664"/>
                </a:moveTo>
                <a:cubicBezTo>
                  <a:pt x="3599252" y="1292664"/>
                  <a:pt x="3485505" y="1409717"/>
                  <a:pt x="3485505" y="1616005"/>
                </a:cubicBezTo>
                <a:cubicBezTo>
                  <a:pt x="3485505" y="1818442"/>
                  <a:pt x="3596623" y="1927098"/>
                  <a:pt x="3761723" y="1927098"/>
                </a:cubicBezTo>
                <a:cubicBezTo>
                  <a:pt x="3910874" y="1927098"/>
                  <a:pt x="3995177" y="1835589"/>
                  <a:pt x="4012178" y="1709962"/>
                </a:cubicBezTo>
                <a:lnTo>
                  <a:pt x="3915606" y="1686692"/>
                </a:lnTo>
                <a:cubicBezTo>
                  <a:pt x="3898430" y="1801296"/>
                  <a:pt x="3849531" y="1840313"/>
                  <a:pt x="3768909" y="1840313"/>
                </a:cubicBezTo>
                <a:cubicBezTo>
                  <a:pt x="3651657" y="1840313"/>
                  <a:pt x="3591716" y="1754929"/>
                  <a:pt x="3591716" y="1608481"/>
                </a:cubicBezTo>
                <a:cubicBezTo>
                  <a:pt x="3591716" y="1455909"/>
                  <a:pt x="3655337" y="1379098"/>
                  <a:pt x="3764002" y="1379098"/>
                </a:cubicBezTo>
                <a:cubicBezTo>
                  <a:pt x="3840943" y="1379098"/>
                  <a:pt x="3897204" y="1416891"/>
                  <a:pt x="3915606" y="1525546"/>
                </a:cubicBezTo>
                <a:lnTo>
                  <a:pt x="4012178" y="1502275"/>
                </a:lnTo>
                <a:cubicBezTo>
                  <a:pt x="3995177" y="1378048"/>
                  <a:pt x="3910874" y="1292664"/>
                  <a:pt x="3766631" y="1292664"/>
                </a:cubicBezTo>
                <a:moveTo>
                  <a:pt x="879833" y="1060831"/>
                </a:moveTo>
                <a:lnTo>
                  <a:pt x="718589" y="1060831"/>
                </a:lnTo>
                <a:lnTo>
                  <a:pt x="465680" y="1748805"/>
                </a:lnTo>
                <a:lnTo>
                  <a:pt x="211545" y="1060831"/>
                </a:lnTo>
                <a:lnTo>
                  <a:pt x="42765" y="1060831"/>
                </a:lnTo>
                <a:lnTo>
                  <a:pt x="42765" y="1914675"/>
                </a:lnTo>
                <a:lnTo>
                  <a:pt x="148976" y="1914675"/>
                </a:lnTo>
                <a:lnTo>
                  <a:pt x="148976" y="1179284"/>
                </a:lnTo>
                <a:lnTo>
                  <a:pt x="421513" y="1914850"/>
                </a:lnTo>
                <a:lnTo>
                  <a:pt x="503362" y="1914850"/>
                </a:lnTo>
                <a:lnTo>
                  <a:pt x="773447" y="1178060"/>
                </a:lnTo>
                <a:lnTo>
                  <a:pt x="773447" y="1914850"/>
                </a:lnTo>
                <a:lnTo>
                  <a:pt x="879833" y="1914850"/>
                </a:lnTo>
                <a:lnTo>
                  <a:pt x="879833" y="1060831"/>
                </a:lnTo>
                <a:moveTo>
                  <a:pt x="1920559" y="1840488"/>
                </a:moveTo>
                <a:cubicBezTo>
                  <a:pt x="1820307" y="1840488"/>
                  <a:pt x="1753181" y="1768577"/>
                  <a:pt x="1753181" y="1609881"/>
                </a:cubicBezTo>
                <a:cubicBezTo>
                  <a:pt x="1753181" y="1450135"/>
                  <a:pt x="1820307" y="1379273"/>
                  <a:pt x="1920559" y="1379273"/>
                </a:cubicBezTo>
                <a:cubicBezTo>
                  <a:pt x="2020811" y="1379273"/>
                  <a:pt x="2087938" y="1449960"/>
                  <a:pt x="2087938" y="1609881"/>
                </a:cubicBezTo>
                <a:cubicBezTo>
                  <a:pt x="2087938" y="1768402"/>
                  <a:pt x="2020811" y="1840488"/>
                  <a:pt x="1920559" y="1840488"/>
                </a:cubicBezTo>
                <a:moveTo>
                  <a:pt x="2186963" y="1060831"/>
                </a:moveTo>
                <a:lnTo>
                  <a:pt x="2085659" y="1060831"/>
                </a:lnTo>
                <a:lnTo>
                  <a:pt x="2085659" y="1421965"/>
                </a:lnTo>
                <a:cubicBezTo>
                  <a:pt x="2063576" y="1354777"/>
                  <a:pt x="2009945" y="1292664"/>
                  <a:pt x="1903559" y="1292664"/>
                </a:cubicBezTo>
                <a:cubicBezTo>
                  <a:pt x="1766676" y="1292664"/>
                  <a:pt x="1646970" y="1400094"/>
                  <a:pt x="1646970" y="1613555"/>
                </a:cubicBezTo>
                <a:cubicBezTo>
                  <a:pt x="1646970" y="1829465"/>
                  <a:pt x="1766676" y="1927098"/>
                  <a:pt x="1894971" y="1927098"/>
                </a:cubicBezTo>
                <a:cubicBezTo>
                  <a:pt x="1991542" y="1927098"/>
                  <a:pt x="2062349" y="1870933"/>
                  <a:pt x="2085659" y="1791672"/>
                </a:cubicBezTo>
                <a:lnTo>
                  <a:pt x="2085659" y="1838039"/>
                </a:lnTo>
                <a:cubicBezTo>
                  <a:pt x="2085659" y="1866034"/>
                  <a:pt x="2088113" y="1896653"/>
                  <a:pt x="2091794" y="1914850"/>
                </a:cubicBezTo>
                <a:lnTo>
                  <a:pt x="2194499" y="1914850"/>
                </a:lnTo>
                <a:cubicBezTo>
                  <a:pt x="2189592" y="1885630"/>
                  <a:pt x="2187138" y="1842938"/>
                  <a:pt x="2187138" y="1787998"/>
                </a:cubicBezTo>
                <a:lnTo>
                  <a:pt x="2187138" y="1060831"/>
                </a:lnTo>
                <a:moveTo>
                  <a:pt x="2956729" y="1060831"/>
                </a:moveTo>
                <a:lnTo>
                  <a:pt x="2296854" y="1060831"/>
                </a:lnTo>
                <a:lnTo>
                  <a:pt x="2296854" y="1149890"/>
                </a:lnTo>
                <a:lnTo>
                  <a:pt x="2574300" y="1149890"/>
                </a:lnTo>
                <a:lnTo>
                  <a:pt x="2574300" y="1914850"/>
                </a:lnTo>
                <a:lnTo>
                  <a:pt x="2680686" y="1914850"/>
                </a:lnTo>
                <a:lnTo>
                  <a:pt x="2680686" y="1149890"/>
                </a:lnTo>
                <a:lnTo>
                  <a:pt x="2956904" y="1149890"/>
                </a:lnTo>
                <a:lnTo>
                  <a:pt x="2956904" y="1060831"/>
                </a:lnTo>
                <a:moveTo>
                  <a:pt x="4229682" y="1060831"/>
                </a:moveTo>
                <a:lnTo>
                  <a:pt x="4128203" y="1060831"/>
                </a:lnTo>
                <a:lnTo>
                  <a:pt x="4128203" y="1914675"/>
                </a:lnTo>
                <a:lnTo>
                  <a:pt x="4229682" y="1914675"/>
                </a:lnTo>
                <a:lnTo>
                  <a:pt x="4229682" y="1513473"/>
                </a:lnTo>
                <a:cubicBezTo>
                  <a:pt x="4229682" y="1428089"/>
                  <a:pt x="4272447" y="1370699"/>
                  <a:pt x="4362884" y="1370699"/>
                </a:cubicBezTo>
                <a:cubicBezTo>
                  <a:pt x="4452094" y="1370699"/>
                  <a:pt x="4494859" y="1428089"/>
                  <a:pt x="4494859" y="1513473"/>
                </a:cubicBezTo>
                <a:lnTo>
                  <a:pt x="4494859" y="1914850"/>
                </a:lnTo>
                <a:lnTo>
                  <a:pt x="4596338" y="1914850"/>
                </a:lnTo>
                <a:lnTo>
                  <a:pt x="4596338" y="1492827"/>
                </a:lnTo>
                <a:cubicBezTo>
                  <a:pt x="4596338" y="1378223"/>
                  <a:pt x="4525530" y="1292839"/>
                  <a:pt x="4399515" y="1292839"/>
                </a:cubicBezTo>
                <a:cubicBezTo>
                  <a:pt x="4315212" y="1292839"/>
                  <a:pt x="4252817" y="1330632"/>
                  <a:pt x="4229682" y="1399044"/>
                </a:cubicBezTo>
                <a:lnTo>
                  <a:pt x="4229682" y="1060831"/>
                </a:lnTo>
              </a:path>
            </a:pathLst>
          </a:custGeom>
          <a:solidFill>
            <a:schemeClr val="accent1"/>
          </a:solidFill>
          <a:ln w="17520" cap="flat">
            <a:noFill/>
            <a:prstDash val="solid"/>
            <a:miter/>
          </a:ln>
        </p:spPr>
        <p:txBody>
          <a:bodyPr rtlCol="0" anchor="ctr"/>
          <a:lstStyle/>
          <a:p>
            <a:endParaRPr lang="en-GB"/>
          </a:p>
        </p:txBody>
      </p:sp>
      <p:grpSp>
        <p:nvGrpSpPr>
          <p:cNvPr id="3" name="Group 2">
            <a:extLst>
              <a:ext uri="{FF2B5EF4-FFF2-40B4-BE49-F238E27FC236}">
                <a16:creationId xmlns:a16="http://schemas.microsoft.com/office/drawing/2014/main" id="{565D4B3E-F39D-998A-0C31-445D48B4F7FE}"/>
              </a:ext>
            </a:extLst>
          </p:cNvPr>
          <p:cNvGrpSpPr/>
          <p:nvPr userDrawn="1"/>
        </p:nvGrpSpPr>
        <p:grpSpPr>
          <a:xfrm>
            <a:off x="10549117" y="6162338"/>
            <a:ext cx="1407244" cy="393192"/>
            <a:chOff x="10373732" y="6162338"/>
            <a:chExt cx="1407244" cy="393192"/>
          </a:xfrm>
        </p:grpSpPr>
        <p:sp>
          <p:nvSpPr>
            <p:cNvPr id="4" name="TextBox 3">
              <a:extLst>
                <a:ext uri="{FF2B5EF4-FFF2-40B4-BE49-F238E27FC236}">
                  <a16:creationId xmlns:a16="http://schemas.microsoft.com/office/drawing/2014/main" id="{7114DC0C-2821-FAE2-6B48-2FF9CFCEFB66}"/>
                </a:ext>
              </a:extLst>
            </p:cNvPr>
            <p:cNvSpPr txBox="1"/>
            <p:nvPr userDrawn="1"/>
          </p:nvSpPr>
          <p:spPr>
            <a:xfrm>
              <a:off x="10500816" y="6254750"/>
              <a:ext cx="1280160" cy="246221"/>
            </a:xfrm>
            <a:prstGeom prst="rect">
              <a:avLst/>
            </a:prstGeom>
            <a:noFill/>
          </p:spPr>
          <p:txBody>
            <a:bodyPr wrap="square" lIns="0" tIns="0" rIns="0" bIns="0" rtlCol="0">
              <a:spAutoFit/>
            </a:bodyPr>
            <a:lstStyle/>
            <a:p>
              <a:pPr marL="0" lvl="0" indent="0" algn="l" defTabSz="914400" rtl="0" eaLnBrk="1" latinLnBrk="0" hangingPunct="1">
                <a:lnSpc>
                  <a:spcPct val="100000"/>
                </a:lnSpc>
                <a:spcBef>
                  <a:spcPts val="0"/>
                </a:spcBef>
                <a:spcAft>
                  <a:spcPts val="0"/>
                </a:spcAft>
                <a:buFont typeface="Arial" panose="020B0604020202020204" pitchFamily="34" charset="0"/>
                <a:buNone/>
                <a:tabLst/>
              </a:pPr>
              <a:r>
                <a:rPr lang="en-US" sz="1600" b="0" i="0" kern="1200">
                  <a:solidFill>
                    <a:schemeClr val="accent1"/>
                  </a:solidFill>
                  <a:latin typeface="+mn-lt"/>
                  <a:ea typeface="+mn-ea"/>
                  <a:cs typeface="+mn-cs"/>
                </a:rPr>
                <a:t>Orthopaedics</a:t>
              </a:r>
            </a:p>
          </p:txBody>
        </p:sp>
        <p:sp>
          <p:nvSpPr>
            <p:cNvPr id="9" name="Rectangle 8">
              <a:extLst>
                <a:ext uri="{FF2B5EF4-FFF2-40B4-BE49-F238E27FC236}">
                  <a16:creationId xmlns:a16="http://schemas.microsoft.com/office/drawing/2014/main" id="{7A85BEDE-504E-350F-F9C8-A4F83F04D56B}"/>
                </a:ext>
              </a:extLst>
            </p:cNvPr>
            <p:cNvSpPr/>
            <p:nvPr userDrawn="1"/>
          </p:nvSpPr>
          <p:spPr>
            <a:xfrm>
              <a:off x="10373732" y="6162338"/>
              <a:ext cx="18288" cy="3931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grpSp>
    </p:spTree>
    <p:extLst>
      <p:ext uri="{BB962C8B-B14F-4D97-AF65-F5344CB8AC3E}">
        <p14:creationId xmlns:p14="http://schemas.microsoft.com/office/powerpoint/2010/main" val="416862971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Large Photo with Open Foot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9B02CE1-E2DB-8E48-B172-0D852DE626F0}"/>
              </a:ext>
            </a:extLst>
          </p:cNvPr>
          <p:cNvSpPr>
            <a:spLocks noGrp="1"/>
          </p:cNvSpPr>
          <p:nvPr>
            <p:ph type="sldNum" sz="quarter" idx="10"/>
          </p:nvPr>
        </p:nvSpPr>
        <p:spPr/>
        <p:txBody>
          <a:bodyPr/>
          <a:lstStyle>
            <a:lvl1pPr>
              <a:defRPr>
                <a:solidFill>
                  <a:schemeClr val="accent1"/>
                </a:solidFill>
              </a:defRPr>
            </a:lvl1pPr>
          </a:lstStyle>
          <a:p>
            <a:fld id="{AD816501-AAE5-214E-B100-00C3DC5F5E3F}" type="slidenum">
              <a:rPr lang="en-US" smtClean="0"/>
              <a:pPr/>
              <a:t>‹#›</a:t>
            </a:fld>
            <a:endParaRPr lang="en-US"/>
          </a:p>
        </p:txBody>
      </p:sp>
      <p:sp>
        <p:nvSpPr>
          <p:cNvPr id="5" name="Picture Placeholder 4">
            <a:extLst>
              <a:ext uri="{FF2B5EF4-FFF2-40B4-BE49-F238E27FC236}">
                <a16:creationId xmlns:a16="http://schemas.microsoft.com/office/drawing/2014/main" id="{795DE8C9-BE0E-FA4A-BA82-2F7A75AEC629}"/>
              </a:ext>
            </a:extLst>
          </p:cNvPr>
          <p:cNvSpPr>
            <a:spLocks noGrp="1"/>
          </p:cNvSpPr>
          <p:nvPr>
            <p:ph type="pic" sz="quarter" idx="11"/>
          </p:nvPr>
        </p:nvSpPr>
        <p:spPr>
          <a:xfrm>
            <a:off x="0" y="1"/>
            <a:ext cx="12191999" cy="6087034"/>
          </a:xfrm>
          <a:solidFill>
            <a:schemeClr val="bg1">
              <a:lumMod val="95000"/>
            </a:schemeClr>
          </a:solidFill>
        </p:spPr>
        <p:txBody>
          <a:bodyPr anchor="ctr"/>
          <a:lstStyle>
            <a:lvl1pPr marL="0" indent="0" algn="ctr">
              <a:buNone/>
              <a:defRPr/>
            </a:lvl1pPr>
          </a:lstStyle>
          <a:p>
            <a:endParaRPr lang="en-US"/>
          </a:p>
        </p:txBody>
      </p:sp>
    </p:spTree>
    <p:extLst>
      <p:ext uri="{BB962C8B-B14F-4D97-AF65-F5344CB8AC3E}">
        <p14:creationId xmlns:p14="http://schemas.microsoft.com/office/powerpoint/2010/main" val="727549040"/>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userDrawn="1">
  <p:cSld name="1_Title Slide">
    <p:bg>
      <p:bgPr>
        <a:solidFill>
          <a:schemeClr val="accent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97A17AB-0114-CDE0-D80E-3AAA53BE4837}"/>
              </a:ext>
            </a:extLst>
          </p:cNvPr>
          <p:cNvSpPr>
            <a:spLocks noGrp="1"/>
          </p:cNvSpPr>
          <p:nvPr>
            <p:ph type="ctrTitle" hasCustomPrompt="1"/>
          </p:nvPr>
        </p:nvSpPr>
        <p:spPr>
          <a:xfrm>
            <a:off x="284806" y="262670"/>
            <a:ext cx="8676632" cy="2720015"/>
          </a:xfrm>
        </p:spPr>
        <p:txBody>
          <a:bodyPr anchor="t">
            <a:normAutofit/>
          </a:bodyPr>
          <a:lstStyle>
            <a:lvl1pPr algn="l">
              <a:lnSpc>
                <a:spcPct val="80000"/>
              </a:lnSpc>
              <a:defRPr sz="10500" b="0" i="0" spc="0" baseline="0">
                <a:solidFill>
                  <a:schemeClr val="bg1"/>
                </a:solidFill>
                <a:latin typeface="+mj-lt"/>
              </a:defRPr>
            </a:lvl1pPr>
          </a:lstStyle>
          <a:p>
            <a:r>
              <a:rPr lang="en-GB"/>
              <a:t>Longer titles will shrink</a:t>
            </a:r>
          </a:p>
        </p:txBody>
      </p:sp>
      <p:sp>
        <p:nvSpPr>
          <p:cNvPr id="9" name="Subtitle 2">
            <a:extLst>
              <a:ext uri="{FF2B5EF4-FFF2-40B4-BE49-F238E27FC236}">
                <a16:creationId xmlns:a16="http://schemas.microsoft.com/office/drawing/2014/main" id="{565D7B25-1665-DB97-EC26-F653F638EABF}"/>
              </a:ext>
            </a:extLst>
          </p:cNvPr>
          <p:cNvSpPr>
            <a:spLocks noGrp="1"/>
          </p:cNvSpPr>
          <p:nvPr>
            <p:ph type="subTitle" idx="1" hasCustomPrompt="1"/>
          </p:nvPr>
        </p:nvSpPr>
        <p:spPr>
          <a:xfrm>
            <a:off x="294330" y="2854509"/>
            <a:ext cx="2788595" cy="1892115"/>
          </a:xfrm>
        </p:spPr>
        <p:txBody>
          <a:bodyPr anchor="t"/>
          <a:lstStyle>
            <a:lvl1pPr marL="0" indent="0" algn="l">
              <a:lnSpc>
                <a:spcPct val="100000"/>
              </a:lnSpc>
              <a:spcBef>
                <a:spcPts val="0"/>
              </a:spcBef>
              <a:spcAft>
                <a:spcPts val="0"/>
              </a:spcAft>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Supporting details. Delete if not required.</a:t>
            </a:r>
          </a:p>
        </p:txBody>
      </p:sp>
      <p:sp>
        <p:nvSpPr>
          <p:cNvPr id="2" name="Text Placeholder 3">
            <a:extLst>
              <a:ext uri="{FF2B5EF4-FFF2-40B4-BE49-F238E27FC236}">
                <a16:creationId xmlns:a16="http://schemas.microsoft.com/office/drawing/2014/main" id="{CB7B01DE-36C9-C22D-DF41-E3791F18F1F0}"/>
              </a:ext>
            </a:extLst>
          </p:cNvPr>
          <p:cNvSpPr>
            <a:spLocks noGrp="1"/>
          </p:cNvSpPr>
          <p:nvPr>
            <p:ph type="body" sz="quarter" idx="14" hasCustomPrompt="1"/>
          </p:nvPr>
        </p:nvSpPr>
        <p:spPr>
          <a:xfrm>
            <a:off x="9227934" y="6254750"/>
            <a:ext cx="2671966" cy="246221"/>
          </a:xfrm>
        </p:spPr>
        <p:txBody>
          <a:bodyPr wrap="square">
            <a:spAutoFit/>
          </a:bodyPr>
          <a:lstStyle>
            <a:lvl1pPr marL="0" indent="0">
              <a:lnSpc>
                <a:spcPct val="100000"/>
              </a:lnSpc>
              <a:spcBef>
                <a:spcPts val="0"/>
              </a:spcBef>
              <a:spcAft>
                <a:spcPts val="0"/>
              </a:spcAft>
              <a:buFont typeface="Arial" panose="020B0604020202020204" pitchFamily="34" charset="0"/>
              <a:buNone/>
              <a:defRPr sz="1600">
                <a:solidFill>
                  <a:schemeClr val="bg1"/>
                </a:solidFill>
                <a:latin typeface="+mn-lt"/>
              </a:defRPr>
            </a:lvl1pPr>
            <a:lvl2pPr marL="0" indent="0">
              <a:lnSpc>
                <a:spcPct val="100000"/>
              </a:lnSpc>
              <a:spcBef>
                <a:spcPts val="0"/>
              </a:spcBef>
              <a:spcAft>
                <a:spcPts val="0"/>
              </a:spcAft>
              <a:buNone/>
              <a:defRPr sz="800">
                <a:solidFill>
                  <a:schemeClr val="tx2"/>
                </a:solidFill>
                <a:latin typeface="+mn-lt"/>
              </a:defRPr>
            </a:lvl2pPr>
            <a:lvl3pPr marL="0" indent="0">
              <a:lnSpc>
                <a:spcPct val="100000"/>
              </a:lnSpc>
              <a:spcBef>
                <a:spcPts val="0"/>
              </a:spcBef>
              <a:spcAft>
                <a:spcPts val="0"/>
              </a:spcAft>
              <a:buNone/>
              <a:defRPr sz="800">
                <a:solidFill>
                  <a:schemeClr val="tx2"/>
                </a:solidFill>
                <a:latin typeface="+mn-lt"/>
              </a:defRPr>
            </a:lvl3pPr>
            <a:lvl4pPr marL="0" indent="0">
              <a:lnSpc>
                <a:spcPct val="100000"/>
              </a:lnSpc>
              <a:spcBef>
                <a:spcPts val="0"/>
              </a:spcBef>
              <a:spcAft>
                <a:spcPts val="0"/>
              </a:spcAft>
              <a:buFont typeface="Arial" panose="020B0604020202020204" pitchFamily="34" charset="0"/>
              <a:buNone/>
              <a:defRPr sz="800">
                <a:solidFill>
                  <a:schemeClr val="tx2"/>
                </a:solidFill>
                <a:latin typeface="+mn-lt"/>
              </a:defRPr>
            </a:lvl4pPr>
            <a:lvl5pPr marL="0" indent="0">
              <a:lnSpc>
                <a:spcPct val="100000"/>
              </a:lnSpc>
              <a:spcBef>
                <a:spcPts val="0"/>
              </a:spcBef>
              <a:spcAft>
                <a:spcPts val="0"/>
              </a:spcAft>
              <a:buFont typeface="Arial" panose="020B0604020202020204" pitchFamily="34" charset="0"/>
              <a:buNone/>
              <a:defRPr sz="800">
                <a:solidFill>
                  <a:schemeClr val="tx2"/>
                </a:solidFill>
                <a:latin typeface="+mn-lt"/>
              </a:defRPr>
            </a:lvl5pPr>
          </a:lstStyle>
          <a:p>
            <a:pPr lvl="0"/>
            <a:r>
              <a:rPr lang="en-GB"/>
              <a:t>Focus area</a:t>
            </a:r>
          </a:p>
        </p:txBody>
      </p:sp>
      <p:sp>
        <p:nvSpPr>
          <p:cNvPr id="4" name="Text Placeholder 3">
            <a:extLst>
              <a:ext uri="{FF2B5EF4-FFF2-40B4-BE49-F238E27FC236}">
                <a16:creationId xmlns:a16="http://schemas.microsoft.com/office/drawing/2014/main" id="{75892BED-6A91-A7D4-5D55-1A60DE602F7B}"/>
              </a:ext>
            </a:extLst>
          </p:cNvPr>
          <p:cNvSpPr>
            <a:spLocks noGrp="1"/>
          </p:cNvSpPr>
          <p:nvPr>
            <p:ph type="body" sz="quarter" idx="16" hasCustomPrompt="1"/>
          </p:nvPr>
        </p:nvSpPr>
        <p:spPr>
          <a:xfrm>
            <a:off x="9101138" y="6159530"/>
            <a:ext cx="18000" cy="396000"/>
          </a:xfrm>
          <a:custGeom>
            <a:avLst/>
            <a:gdLst>
              <a:gd name="connsiteX0" fmla="*/ 0 w 10800"/>
              <a:gd name="connsiteY0" fmla="*/ 0 h 97200"/>
              <a:gd name="connsiteX1" fmla="*/ 10800 w 10800"/>
              <a:gd name="connsiteY1" fmla="*/ 0 h 97200"/>
              <a:gd name="connsiteX2" fmla="*/ 10800 w 10800"/>
              <a:gd name="connsiteY2" fmla="*/ 97200 h 97200"/>
              <a:gd name="connsiteX3" fmla="*/ 0 w 10800"/>
              <a:gd name="connsiteY3" fmla="*/ 97200 h 97200"/>
            </a:gdLst>
            <a:ahLst/>
            <a:cxnLst>
              <a:cxn ang="0">
                <a:pos x="connsiteX0" y="connsiteY0"/>
              </a:cxn>
              <a:cxn ang="0">
                <a:pos x="connsiteX1" y="connsiteY1"/>
              </a:cxn>
              <a:cxn ang="0">
                <a:pos x="connsiteX2" y="connsiteY2"/>
              </a:cxn>
              <a:cxn ang="0">
                <a:pos x="connsiteX3" y="connsiteY3"/>
              </a:cxn>
            </a:cxnLst>
            <a:rect l="l" t="t" r="r" b="b"/>
            <a:pathLst>
              <a:path w="10800" h="97200">
                <a:moveTo>
                  <a:pt x="0" y="0"/>
                </a:moveTo>
                <a:lnTo>
                  <a:pt x="10800" y="0"/>
                </a:lnTo>
                <a:lnTo>
                  <a:pt x="10800" y="97200"/>
                </a:lnTo>
                <a:lnTo>
                  <a:pt x="0" y="97200"/>
                </a:lnTo>
                <a:close/>
              </a:path>
            </a:pathLst>
          </a:custGeom>
          <a:solidFill>
            <a:schemeClr val="bg1"/>
          </a:solidFill>
        </p:spPr>
        <p:txBody>
          <a:bodyPr wrap="square">
            <a:noAutofit/>
          </a:bodyPr>
          <a:lstStyle>
            <a:lvl1pPr>
              <a:defRPr>
                <a:solidFill>
                  <a:schemeClr val="bg1"/>
                </a:solidFill>
              </a:defRPr>
            </a:lvl1pPr>
          </a:lstStyle>
          <a:p>
            <a:pPr lvl="0"/>
            <a:r>
              <a:rPr lang="en-GB"/>
              <a:t> </a:t>
            </a:r>
          </a:p>
        </p:txBody>
      </p:sp>
      <p:sp>
        <p:nvSpPr>
          <p:cNvPr id="5" name="Graphic 6">
            <a:extLst>
              <a:ext uri="{FF2B5EF4-FFF2-40B4-BE49-F238E27FC236}">
                <a16:creationId xmlns:a16="http://schemas.microsoft.com/office/drawing/2014/main" id="{71B4377D-F6E0-3187-9EAC-D06D6D48AD25}"/>
              </a:ext>
            </a:extLst>
          </p:cNvPr>
          <p:cNvSpPr>
            <a:spLocks noChangeAspect="1"/>
          </p:cNvSpPr>
          <p:nvPr userDrawn="1"/>
        </p:nvSpPr>
        <p:spPr>
          <a:xfrm>
            <a:off x="295014" y="6157305"/>
            <a:ext cx="2028986" cy="406800"/>
          </a:xfrm>
          <a:custGeom>
            <a:avLst/>
            <a:gdLst>
              <a:gd name="connsiteX0" fmla="*/ 950465 w 9611734"/>
              <a:gd name="connsiteY0" fmla="*/ 818675 h 1927097"/>
              <a:gd name="connsiteX1" fmla="*/ 803768 w 9611734"/>
              <a:gd name="connsiteY1" fmla="*/ 568646 h 1927097"/>
              <a:gd name="connsiteX2" fmla="*/ 950465 w 9611734"/>
              <a:gd name="connsiteY2" fmla="*/ 318617 h 1927097"/>
              <a:gd name="connsiteX3" fmla="*/ 1097162 w 9611734"/>
              <a:gd name="connsiteY3" fmla="*/ 568646 h 1927097"/>
              <a:gd name="connsiteX4" fmla="*/ 950465 w 9611734"/>
              <a:gd name="connsiteY4" fmla="*/ 818675 h 1927097"/>
              <a:gd name="connsiteX5" fmla="*/ 950465 w 9611734"/>
              <a:gd name="connsiteY5" fmla="*/ 251429 h 1927097"/>
              <a:gd name="connsiteX6" fmla="*/ 652338 w 9611734"/>
              <a:gd name="connsiteY6" fmla="*/ 568646 h 1927097"/>
              <a:gd name="connsiteX7" fmla="*/ 950465 w 9611734"/>
              <a:gd name="connsiteY7" fmla="*/ 885863 h 1927097"/>
              <a:gd name="connsiteX8" fmla="*/ 1248591 w 9611734"/>
              <a:gd name="connsiteY8" fmla="*/ 568646 h 1927097"/>
              <a:gd name="connsiteX9" fmla="*/ 950465 w 9611734"/>
              <a:gd name="connsiteY9" fmla="*/ 251429 h 1927097"/>
              <a:gd name="connsiteX10" fmla="*/ 2283534 w 9611734"/>
              <a:gd name="connsiteY10" fmla="*/ 251429 h 1927097"/>
              <a:gd name="connsiteX11" fmla="*/ 2114929 w 9611734"/>
              <a:gd name="connsiteY11" fmla="*/ 340488 h 1927097"/>
              <a:gd name="connsiteX12" fmla="*/ 2107568 w 9611734"/>
              <a:gd name="connsiteY12" fmla="*/ 340488 h 1927097"/>
              <a:gd name="connsiteX13" fmla="*/ 2107568 w 9611734"/>
              <a:gd name="connsiteY13" fmla="*/ 263677 h 1927097"/>
              <a:gd name="connsiteX14" fmla="*/ 1963324 w 9611734"/>
              <a:gd name="connsiteY14" fmla="*/ 263677 h 1927097"/>
              <a:gd name="connsiteX15" fmla="*/ 1963324 w 9611734"/>
              <a:gd name="connsiteY15" fmla="*/ 873615 h 1927097"/>
              <a:gd name="connsiteX16" fmla="*/ 2107568 w 9611734"/>
              <a:gd name="connsiteY16" fmla="*/ 873615 h 1927097"/>
              <a:gd name="connsiteX17" fmla="*/ 2107568 w 9611734"/>
              <a:gd name="connsiteY17" fmla="*/ 479412 h 1927097"/>
              <a:gd name="connsiteX18" fmla="*/ 2228501 w 9611734"/>
              <a:gd name="connsiteY18" fmla="*/ 336638 h 1927097"/>
              <a:gd name="connsiteX19" fmla="*/ 2332433 w 9611734"/>
              <a:gd name="connsiteY19" fmla="*/ 456142 h 1927097"/>
              <a:gd name="connsiteX20" fmla="*/ 2332433 w 9611734"/>
              <a:gd name="connsiteY20" fmla="*/ 873265 h 1927097"/>
              <a:gd name="connsiteX21" fmla="*/ 2476677 w 9611734"/>
              <a:gd name="connsiteY21" fmla="*/ 873265 h 1927097"/>
              <a:gd name="connsiteX22" fmla="*/ 2476677 w 9611734"/>
              <a:gd name="connsiteY22" fmla="*/ 455092 h 1927097"/>
              <a:gd name="connsiteX23" fmla="*/ 2283534 w 9611734"/>
              <a:gd name="connsiteY23" fmla="*/ 251429 h 1927097"/>
              <a:gd name="connsiteX24" fmla="*/ 2803897 w 9611734"/>
              <a:gd name="connsiteY24" fmla="*/ 251429 h 1927097"/>
              <a:gd name="connsiteX25" fmla="*/ 2570444 w 9611734"/>
              <a:gd name="connsiteY25" fmla="*/ 427097 h 1927097"/>
              <a:gd name="connsiteX26" fmla="*/ 2718368 w 9611734"/>
              <a:gd name="connsiteY26" fmla="*/ 602765 h 1927097"/>
              <a:gd name="connsiteX27" fmla="*/ 2840528 w 9611734"/>
              <a:gd name="connsiteY27" fmla="*/ 633209 h 1927097"/>
              <a:gd name="connsiteX28" fmla="*/ 2934645 w 9611734"/>
              <a:gd name="connsiteY28" fmla="*/ 723493 h 1927097"/>
              <a:gd name="connsiteX29" fmla="*/ 2813712 w 9611734"/>
              <a:gd name="connsiteY29" fmla="*/ 821125 h 1927097"/>
              <a:gd name="connsiteX30" fmla="*/ 2674376 w 9611734"/>
              <a:gd name="connsiteY30" fmla="*/ 679576 h 1927097"/>
              <a:gd name="connsiteX31" fmla="*/ 2544855 w 9611734"/>
              <a:gd name="connsiteY31" fmla="*/ 716144 h 1927097"/>
              <a:gd name="connsiteX32" fmla="*/ 2797763 w 9611734"/>
              <a:gd name="connsiteY32" fmla="*/ 885688 h 1927097"/>
              <a:gd name="connsiteX33" fmla="*/ 3051898 w 9611734"/>
              <a:gd name="connsiteY33" fmla="*/ 686924 h 1927097"/>
              <a:gd name="connsiteX34" fmla="*/ 2889427 w 9611734"/>
              <a:gd name="connsiteY34" fmla="*/ 503908 h 1927097"/>
              <a:gd name="connsiteX35" fmla="*/ 2772174 w 9611734"/>
              <a:gd name="connsiteY35" fmla="*/ 474688 h 1927097"/>
              <a:gd name="connsiteX36" fmla="*/ 2687872 w 9611734"/>
              <a:gd name="connsiteY36" fmla="*/ 394203 h 1927097"/>
              <a:gd name="connsiteX37" fmla="*/ 2791804 w 9611734"/>
              <a:gd name="connsiteY37" fmla="*/ 316167 h 1927097"/>
              <a:gd name="connsiteX38" fmla="*/ 2916418 w 9611734"/>
              <a:gd name="connsiteY38" fmla="*/ 433221 h 1927097"/>
              <a:gd name="connsiteX39" fmla="*/ 3038578 w 9611734"/>
              <a:gd name="connsiteY39" fmla="*/ 396652 h 1927097"/>
              <a:gd name="connsiteX40" fmla="*/ 2803897 w 9611734"/>
              <a:gd name="connsiteY40" fmla="*/ 251429 h 1927097"/>
              <a:gd name="connsiteX41" fmla="*/ 3409965 w 9611734"/>
              <a:gd name="connsiteY41" fmla="*/ 818675 h 1927097"/>
              <a:gd name="connsiteX42" fmla="*/ 3263268 w 9611734"/>
              <a:gd name="connsiteY42" fmla="*/ 568646 h 1927097"/>
              <a:gd name="connsiteX43" fmla="*/ 3409965 w 9611734"/>
              <a:gd name="connsiteY43" fmla="*/ 318617 h 1927097"/>
              <a:gd name="connsiteX44" fmla="*/ 3556663 w 9611734"/>
              <a:gd name="connsiteY44" fmla="*/ 568646 h 1927097"/>
              <a:gd name="connsiteX45" fmla="*/ 3409965 w 9611734"/>
              <a:gd name="connsiteY45" fmla="*/ 818675 h 1927097"/>
              <a:gd name="connsiteX46" fmla="*/ 3409965 w 9611734"/>
              <a:gd name="connsiteY46" fmla="*/ 251429 h 1927097"/>
              <a:gd name="connsiteX47" fmla="*/ 3111839 w 9611734"/>
              <a:gd name="connsiteY47" fmla="*/ 568646 h 1927097"/>
              <a:gd name="connsiteX48" fmla="*/ 3409965 w 9611734"/>
              <a:gd name="connsiteY48" fmla="*/ 885863 h 1927097"/>
              <a:gd name="connsiteX49" fmla="*/ 3708092 w 9611734"/>
              <a:gd name="connsiteY49" fmla="*/ 568646 h 1927097"/>
              <a:gd name="connsiteX50" fmla="*/ 3409965 w 9611734"/>
              <a:gd name="connsiteY50" fmla="*/ 251429 h 1927097"/>
              <a:gd name="connsiteX51" fmla="*/ 4113656 w 9611734"/>
              <a:gd name="connsiteY51" fmla="*/ 251429 h 1927097"/>
              <a:gd name="connsiteX52" fmla="*/ 3945051 w 9611734"/>
              <a:gd name="connsiteY52" fmla="*/ 340488 h 1927097"/>
              <a:gd name="connsiteX53" fmla="*/ 3937690 w 9611734"/>
              <a:gd name="connsiteY53" fmla="*/ 340488 h 1927097"/>
              <a:gd name="connsiteX54" fmla="*/ 3937690 w 9611734"/>
              <a:gd name="connsiteY54" fmla="*/ 263677 h 1927097"/>
              <a:gd name="connsiteX55" fmla="*/ 3793446 w 9611734"/>
              <a:gd name="connsiteY55" fmla="*/ 263677 h 1927097"/>
              <a:gd name="connsiteX56" fmla="*/ 3793446 w 9611734"/>
              <a:gd name="connsiteY56" fmla="*/ 873615 h 1927097"/>
              <a:gd name="connsiteX57" fmla="*/ 3937690 w 9611734"/>
              <a:gd name="connsiteY57" fmla="*/ 873615 h 1927097"/>
              <a:gd name="connsiteX58" fmla="*/ 3937690 w 9611734"/>
              <a:gd name="connsiteY58" fmla="*/ 479412 h 1927097"/>
              <a:gd name="connsiteX59" fmla="*/ 4058623 w 9611734"/>
              <a:gd name="connsiteY59" fmla="*/ 336638 h 1927097"/>
              <a:gd name="connsiteX60" fmla="*/ 4162555 w 9611734"/>
              <a:gd name="connsiteY60" fmla="*/ 456142 h 1927097"/>
              <a:gd name="connsiteX61" fmla="*/ 4162555 w 9611734"/>
              <a:gd name="connsiteY61" fmla="*/ 873265 h 1927097"/>
              <a:gd name="connsiteX62" fmla="*/ 4306799 w 9611734"/>
              <a:gd name="connsiteY62" fmla="*/ 873265 h 1927097"/>
              <a:gd name="connsiteX63" fmla="*/ 4306799 w 9611734"/>
              <a:gd name="connsiteY63" fmla="*/ 455092 h 1927097"/>
              <a:gd name="connsiteX64" fmla="*/ 4113656 w 9611734"/>
              <a:gd name="connsiteY64" fmla="*/ 251429 h 1927097"/>
              <a:gd name="connsiteX65" fmla="*/ 6255401 w 9611734"/>
              <a:gd name="connsiteY65" fmla="*/ 818675 h 1927097"/>
              <a:gd name="connsiteX66" fmla="*/ 6108704 w 9611734"/>
              <a:gd name="connsiteY66" fmla="*/ 568646 h 1927097"/>
              <a:gd name="connsiteX67" fmla="*/ 6255401 w 9611734"/>
              <a:gd name="connsiteY67" fmla="*/ 318617 h 1927097"/>
              <a:gd name="connsiteX68" fmla="*/ 6402098 w 9611734"/>
              <a:gd name="connsiteY68" fmla="*/ 568646 h 1927097"/>
              <a:gd name="connsiteX69" fmla="*/ 6255401 w 9611734"/>
              <a:gd name="connsiteY69" fmla="*/ 818675 h 1927097"/>
              <a:gd name="connsiteX70" fmla="*/ 6255401 w 9611734"/>
              <a:gd name="connsiteY70" fmla="*/ 251429 h 1927097"/>
              <a:gd name="connsiteX71" fmla="*/ 5957274 w 9611734"/>
              <a:gd name="connsiteY71" fmla="*/ 568646 h 1927097"/>
              <a:gd name="connsiteX72" fmla="*/ 6255401 w 9611734"/>
              <a:gd name="connsiteY72" fmla="*/ 885863 h 1927097"/>
              <a:gd name="connsiteX73" fmla="*/ 6553528 w 9611734"/>
              <a:gd name="connsiteY73" fmla="*/ 568646 h 1927097"/>
              <a:gd name="connsiteX74" fmla="*/ 6255401 w 9611734"/>
              <a:gd name="connsiteY74" fmla="*/ 251429 h 1927097"/>
              <a:gd name="connsiteX75" fmla="*/ 7588295 w 9611734"/>
              <a:gd name="connsiteY75" fmla="*/ 251429 h 1927097"/>
              <a:gd name="connsiteX76" fmla="*/ 7419689 w 9611734"/>
              <a:gd name="connsiteY76" fmla="*/ 340488 h 1927097"/>
              <a:gd name="connsiteX77" fmla="*/ 7412328 w 9611734"/>
              <a:gd name="connsiteY77" fmla="*/ 340488 h 1927097"/>
              <a:gd name="connsiteX78" fmla="*/ 7412328 w 9611734"/>
              <a:gd name="connsiteY78" fmla="*/ 263677 h 1927097"/>
              <a:gd name="connsiteX79" fmla="*/ 7268085 w 9611734"/>
              <a:gd name="connsiteY79" fmla="*/ 263677 h 1927097"/>
              <a:gd name="connsiteX80" fmla="*/ 7268085 w 9611734"/>
              <a:gd name="connsiteY80" fmla="*/ 873615 h 1927097"/>
              <a:gd name="connsiteX81" fmla="*/ 7412328 w 9611734"/>
              <a:gd name="connsiteY81" fmla="*/ 873615 h 1927097"/>
              <a:gd name="connsiteX82" fmla="*/ 7412328 w 9611734"/>
              <a:gd name="connsiteY82" fmla="*/ 479412 h 1927097"/>
              <a:gd name="connsiteX83" fmla="*/ 7533262 w 9611734"/>
              <a:gd name="connsiteY83" fmla="*/ 336638 h 1927097"/>
              <a:gd name="connsiteX84" fmla="*/ 7637194 w 9611734"/>
              <a:gd name="connsiteY84" fmla="*/ 456142 h 1927097"/>
              <a:gd name="connsiteX85" fmla="*/ 7637194 w 9611734"/>
              <a:gd name="connsiteY85" fmla="*/ 873265 h 1927097"/>
              <a:gd name="connsiteX86" fmla="*/ 7781438 w 9611734"/>
              <a:gd name="connsiteY86" fmla="*/ 873265 h 1927097"/>
              <a:gd name="connsiteX87" fmla="*/ 7781438 w 9611734"/>
              <a:gd name="connsiteY87" fmla="*/ 455092 h 1927097"/>
              <a:gd name="connsiteX88" fmla="*/ 7588295 w 9611734"/>
              <a:gd name="connsiteY88" fmla="*/ 251429 h 1927097"/>
              <a:gd name="connsiteX89" fmla="*/ 8108833 w 9611734"/>
              <a:gd name="connsiteY89" fmla="*/ 251429 h 1927097"/>
              <a:gd name="connsiteX90" fmla="*/ 7875380 w 9611734"/>
              <a:gd name="connsiteY90" fmla="*/ 427097 h 1927097"/>
              <a:gd name="connsiteX91" fmla="*/ 8023304 w 9611734"/>
              <a:gd name="connsiteY91" fmla="*/ 602765 h 1927097"/>
              <a:gd name="connsiteX92" fmla="*/ 8145464 w 9611734"/>
              <a:gd name="connsiteY92" fmla="*/ 633209 h 1927097"/>
              <a:gd name="connsiteX93" fmla="*/ 8239581 w 9611734"/>
              <a:gd name="connsiteY93" fmla="*/ 723493 h 1927097"/>
              <a:gd name="connsiteX94" fmla="*/ 8118648 w 9611734"/>
              <a:gd name="connsiteY94" fmla="*/ 821125 h 1927097"/>
              <a:gd name="connsiteX95" fmla="*/ 7979312 w 9611734"/>
              <a:gd name="connsiteY95" fmla="*/ 679576 h 1927097"/>
              <a:gd name="connsiteX96" fmla="*/ 7849791 w 9611734"/>
              <a:gd name="connsiteY96" fmla="*/ 716144 h 1927097"/>
              <a:gd name="connsiteX97" fmla="*/ 8102699 w 9611734"/>
              <a:gd name="connsiteY97" fmla="*/ 885688 h 1927097"/>
              <a:gd name="connsiteX98" fmla="*/ 8356834 w 9611734"/>
              <a:gd name="connsiteY98" fmla="*/ 686924 h 1927097"/>
              <a:gd name="connsiteX99" fmla="*/ 8194363 w 9611734"/>
              <a:gd name="connsiteY99" fmla="*/ 503908 h 1927097"/>
              <a:gd name="connsiteX100" fmla="*/ 8077110 w 9611734"/>
              <a:gd name="connsiteY100" fmla="*/ 474688 h 1927097"/>
              <a:gd name="connsiteX101" fmla="*/ 7992808 w 9611734"/>
              <a:gd name="connsiteY101" fmla="*/ 394203 h 1927097"/>
              <a:gd name="connsiteX102" fmla="*/ 8096740 w 9611734"/>
              <a:gd name="connsiteY102" fmla="*/ 316167 h 1927097"/>
              <a:gd name="connsiteX103" fmla="*/ 8221353 w 9611734"/>
              <a:gd name="connsiteY103" fmla="*/ 433221 h 1927097"/>
              <a:gd name="connsiteX104" fmla="*/ 8343514 w 9611734"/>
              <a:gd name="connsiteY104" fmla="*/ 396652 h 1927097"/>
              <a:gd name="connsiteX105" fmla="*/ 8108833 w 9611734"/>
              <a:gd name="connsiteY105" fmla="*/ 251429 h 1927097"/>
              <a:gd name="connsiteX106" fmla="*/ 8714726 w 9611734"/>
              <a:gd name="connsiteY106" fmla="*/ 818675 h 1927097"/>
              <a:gd name="connsiteX107" fmla="*/ 8568028 w 9611734"/>
              <a:gd name="connsiteY107" fmla="*/ 568646 h 1927097"/>
              <a:gd name="connsiteX108" fmla="*/ 8714726 w 9611734"/>
              <a:gd name="connsiteY108" fmla="*/ 318617 h 1927097"/>
              <a:gd name="connsiteX109" fmla="*/ 8861423 w 9611734"/>
              <a:gd name="connsiteY109" fmla="*/ 568646 h 1927097"/>
              <a:gd name="connsiteX110" fmla="*/ 8714726 w 9611734"/>
              <a:gd name="connsiteY110" fmla="*/ 818675 h 1927097"/>
              <a:gd name="connsiteX111" fmla="*/ 8714726 w 9611734"/>
              <a:gd name="connsiteY111" fmla="*/ 251429 h 1927097"/>
              <a:gd name="connsiteX112" fmla="*/ 8416599 w 9611734"/>
              <a:gd name="connsiteY112" fmla="*/ 568646 h 1927097"/>
              <a:gd name="connsiteX113" fmla="*/ 8714726 w 9611734"/>
              <a:gd name="connsiteY113" fmla="*/ 885863 h 1927097"/>
              <a:gd name="connsiteX114" fmla="*/ 9012852 w 9611734"/>
              <a:gd name="connsiteY114" fmla="*/ 568646 h 1927097"/>
              <a:gd name="connsiteX115" fmla="*/ 8714726 w 9611734"/>
              <a:gd name="connsiteY115" fmla="*/ 251429 h 1927097"/>
              <a:gd name="connsiteX116" fmla="*/ 9418592 w 9611734"/>
              <a:gd name="connsiteY116" fmla="*/ 251429 h 1927097"/>
              <a:gd name="connsiteX117" fmla="*/ 9249987 w 9611734"/>
              <a:gd name="connsiteY117" fmla="*/ 340488 h 1927097"/>
              <a:gd name="connsiteX118" fmla="*/ 9242625 w 9611734"/>
              <a:gd name="connsiteY118" fmla="*/ 340488 h 1927097"/>
              <a:gd name="connsiteX119" fmla="*/ 9242625 w 9611734"/>
              <a:gd name="connsiteY119" fmla="*/ 263677 h 1927097"/>
              <a:gd name="connsiteX120" fmla="*/ 9098382 w 9611734"/>
              <a:gd name="connsiteY120" fmla="*/ 263677 h 1927097"/>
              <a:gd name="connsiteX121" fmla="*/ 9098382 w 9611734"/>
              <a:gd name="connsiteY121" fmla="*/ 873615 h 1927097"/>
              <a:gd name="connsiteX122" fmla="*/ 9242625 w 9611734"/>
              <a:gd name="connsiteY122" fmla="*/ 873615 h 1927097"/>
              <a:gd name="connsiteX123" fmla="*/ 9242625 w 9611734"/>
              <a:gd name="connsiteY123" fmla="*/ 479412 h 1927097"/>
              <a:gd name="connsiteX124" fmla="*/ 9363559 w 9611734"/>
              <a:gd name="connsiteY124" fmla="*/ 336638 h 1927097"/>
              <a:gd name="connsiteX125" fmla="*/ 9467491 w 9611734"/>
              <a:gd name="connsiteY125" fmla="*/ 456142 h 1927097"/>
              <a:gd name="connsiteX126" fmla="*/ 9467491 w 9611734"/>
              <a:gd name="connsiteY126" fmla="*/ 873265 h 1927097"/>
              <a:gd name="connsiteX127" fmla="*/ 9611734 w 9611734"/>
              <a:gd name="connsiteY127" fmla="*/ 873265 h 1927097"/>
              <a:gd name="connsiteX128" fmla="*/ 9611734 w 9611734"/>
              <a:gd name="connsiteY128" fmla="*/ 455092 h 1927097"/>
              <a:gd name="connsiteX129" fmla="*/ 9418592 w 9611734"/>
              <a:gd name="connsiteY129" fmla="*/ 251429 h 1927097"/>
              <a:gd name="connsiteX130" fmla="*/ 566984 w 9611734"/>
              <a:gd name="connsiteY130" fmla="*/ 19596 h 1927097"/>
              <a:gd name="connsiteX131" fmla="*/ 415379 w 9611734"/>
              <a:gd name="connsiteY131" fmla="*/ 19596 h 1927097"/>
              <a:gd name="connsiteX132" fmla="*/ 415379 w 9611734"/>
              <a:gd name="connsiteY132" fmla="*/ 650356 h 1927097"/>
              <a:gd name="connsiteX133" fmla="*/ 283404 w 9611734"/>
              <a:gd name="connsiteY133" fmla="*/ 813776 h 1927097"/>
              <a:gd name="connsiteX134" fmla="*/ 151429 w 9611734"/>
              <a:gd name="connsiteY134" fmla="*/ 638108 h 1927097"/>
              <a:gd name="connsiteX135" fmla="*/ 151429 w 9611734"/>
              <a:gd name="connsiteY135" fmla="*/ 521055 h 1927097"/>
              <a:gd name="connsiteX136" fmla="*/ 0 w 9611734"/>
              <a:gd name="connsiteY136" fmla="*/ 558848 h 1927097"/>
              <a:gd name="connsiteX137" fmla="*/ 0 w 9611734"/>
              <a:gd name="connsiteY137" fmla="*/ 611338 h 1927097"/>
              <a:gd name="connsiteX138" fmla="*/ 283580 w 9611734"/>
              <a:gd name="connsiteY138" fmla="*/ 893212 h 1927097"/>
              <a:gd name="connsiteX139" fmla="*/ 566984 w 9611734"/>
              <a:gd name="connsiteY139" fmla="*/ 611338 h 1927097"/>
              <a:gd name="connsiteX140" fmla="*/ 566984 w 9611734"/>
              <a:gd name="connsiteY140" fmla="*/ 19596 h 1927097"/>
              <a:gd name="connsiteX141" fmla="*/ 1478364 w 9611734"/>
              <a:gd name="connsiteY141" fmla="*/ 19596 h 1927097"/>
              <a:gd name="connsiteX142" fmla="*/ 1334121 w 9611734"/>
              <a:gd name="connsiteY142" fmla="*/ 19596 h 1927097"/>
              <a:gd name="connsiteX143" fmla="*/ 1334121 w 9611734"/>
              <a:gd name="connsiteY143" fmla="*/ 873440 h 1927097"/>
              <a:gd name="connsiteX144" fmla="*/ 1478364 w 9611734"/>
              <a:gd name="connsiteY144" fmla="*/ 873440 h 1927097"/>
              <a:gd name="connsiteX145" fmla="*/ 1478364 w 9611734"/>
              <a:gd name="connsiteY145" fmla="*/ 479412 h 1927097"/>
              <a:gd name="connsiteX146" fmla="*/ 1599298 w 9611734"/>
              <a:gd name="connsiteY146" fmla="*/ 336638 h 1927097"/>
              <a:gd name="connsiteX147" fmla="*/ 1703230 w 9611734"/>
              <a:gd name="connsiteY147" fmla="*/ 456142 h 1927097"/>
              <a:gd name="connsiteX148" fmla="*/ 1703230 w 9611734"/>
              <a:gd name="connsiteY148" fmla="*/ 873265 h 1927097"/>
              <a:gd name="connsiteX149" fmla="*/ 1847474 w 9611734"/>
              <a:gd name="connsiteY149" fmla="*/ 873265 h 1927097"/>
              <a:gd name="connsiteX150" fmla="*/ 1847474 w 9611734"/>
              <a:gd name="connsiteY150" fmla="*/ 455092 h 1927097"/>
              <a:gd name="connsiteX151" fmla="*/ 1654331 w 9611734"/>
              <a:gd name="connsiteY151" fmla="*/ 251429 h 1927097"/>
              <a:gd name="connsiteX152" fmla="*/ 1485726 w 9611734"/>
              <a:gd name="connsiteY152" fmla="*/ 340488 h 1927097"/>
              <a:gd name="connsiteX153" fmla="*/ 1478364 w 9611734"/>
              <a:gd name="connsiteY153" fmla="*/ 340488 h 1927097"/>
              <a:gd name="connsiteX154" fmla="*/ 1478364 w 9611734"/>
              <a:gd name="connsiteY154" fmla="*/ 19596 h 1927097"/>
              <a:gd name="connsiteX155" fmla="*/ 5871744 w 9611734"/>
              <a:gd name="connsiteY155" fmla="*/ 19596 h 1927097"/>
              <a:gd name="connsiteX156" fmla="*/ 5720315 w 9611734"/>
              <a:gd name="connsiteY156" fmla="*/ 19596 h 1927097"/>
              <a:gd name="connsiteX157" fmla="*/ 5720315 w 9611734"/>
              <a:gd name="connsiteY157" fmla="*/ 650356 h 1927097"/>
              <a:gd name="connsiteX158" fmla="*/ 5588340 w 9611734"/>
              <a:gd name="connsiteY158" fmla="*/ 813776 h 1927097"/>
              <a:gd name="connsiteX159" fmla="*/ 5456366 w 9611734"/>
              <a:gd name="connsiteY159" fmla="*/ 638108 h 1927097"/>
              <a:gd name="connsiteX160" fmla="*/ 5456366 w 9611734"/>
              <a:gd name="connsiteY160" fmla="*/ 521055 h 1927097"/>
              <a:gd name="connsiteX161" fmla="*/ 5304936 w 9611734"/>
              <a:gd name="connsiteY161" fmla="*/ 558848 h 1927097"/>
              <a:gd name="connsiteX162" fmla="*/ 5304936 w 9611734"/>
              <a:gd name="connsiteY162" fmla="*/ 611338 h 1927097"/>
              <a:gd name="connsiteX163" fmla="*/ 5588515 w 9611734"/>
              <a:gd name="connsiteY163" fmla="*/ 893212 h 1927097"/>
              <a:gd name="connsiteX164" fmla="*/ 5871920 w 9611734"/>
              <a:gd name="connsiteY164" fmla="*/ 611338 h 1927097"/>
              <a:gd name="connsiteX165" fmla="*/ 5871920 w 9611734"/>
              <a:gd name="connsiteY165" fmla="*/ 19596 h 1927097"/>
              <a:gd name="connsiteX166" fmla="*/ 6783125 w 9611734"/>
              <a:gd name="connsiteY166" fmla="*/ 19596 h 1927097"/>
              <a:gd name="connsiteX167" fmla="*/ 6638882 w 9611734"/>
              <a:gd name="connsiteY167" fmla="*/ 19596 h 1927097"/>
              <a:gd name="connsiteX168" fmla="*/ 6638882 w 9611734"/>
              <a:gd name="connsiteY168" fmla="*/ 873440 h 1927097"/>
              <a:gd name="connsiteX169" fmla="*/ 6783125 w 9611734"/>
              <a:gd name="connsiteY169" fmla="*/ 873440 h 1927097"/>
              <a:gd name="connsiteX170" fmla="*/ 6783125 w 9611734"/>
              <a:gd name="connsiteY170" fmla="*/ 479412 h 1927097"/>
              <a:gd name="connsiteX171" fmla="*/ 6904059 w 9611734"/>
              <a:gd name="connsiteY171" fmla="*/ 336638 h 1927097"/>
              <a:gd name="connsiteX172" fmla="*/ 7007991 w 9611734"/>
              <a:gd name="connsiteY172" fmla="*/ 456142 h 1927097"/>
              <a:gd name="connsiteX173" fmla="*/ 7007991 w 9611734"/>
              <a:gd name="connsiteY173" fmla="*/ 873265 h 1927097"/>
              <a:gd name="connsiteX174" fmla="*/ 7152234 w 9611734"/>
              <a:gd name="connsiteY174" fmla="*/ 873265 h 1927097"/>
              <a:gd name="connsiteX175" fmla="*/ 7152234 w 9611734"/>
              <a:gd name="connsiteY175" fmla="*/ 455092 h 1927097"/>
              <a:gd name="connsiteX176" fmla="*/ 6959092 w 9611734"/>
              <a:gd name="connsiteY176" fmla="*/ 251429 h 1927097"/>
              <a:gd name="connsiteX177" fmla="*/ 6790486 w 9611734"/>
              <a:gd name="connsiteY177" fmla="*/ 340488 h 1927097"/>
              <a:gd name="connsiteX178" fmla="*/ 6783125 w 9611734"/>
              <a:gd name="connsiteY178" fmla="*/ 340488 h 1927097"/>
              <a:gd name="connsiteX179" fmla="*/ 6783125 w 9611734"/>
              <a:gd name="connsiteY179" fmla="*/ 19596 h 1927097"/>
              <a:gd name="connsiteX180" fmla="*/ 4781944 w 9611734"/>
              <a:gd name="connsiteY180" fmla="*/ 803978 h 1927097"/>
              <a:gd name="connsiteX181" fmla="*/ 4592482 w 9611734"/>
              <a:gd name="connsiteY181" fmla="*/ 607489 h 1927097"/>
              <a:gd name="connsiteX182" fmla="*/ 4666970 w 9611734"/>
              <a:gd name="connsiteY182" fmla="*/ 452642 h 1927097"/>
              <a:gd name="connsiteX183" fmla="*/ 4943188 w 9611734"/>
              <a:gd name="connsiteY183" fmla="*/ 753937 h 1927097"/>
              <a:gd name="connsiteX184" fmla="*/ 4781944 w 9611734"/>
              <a:gd name="connsiteY184" fmla="*/ 803978 h 1927097"/>
              <a:gd name="connsiteX185" fmla="*/ 5050801 w 9611734"/>
              <a:gd name="connsiteY185" fmla="*/ 653855 h 1927097"/>
              <a:gd name="connsiteX186" fmla="*/ 4811388 w 9611734"/>
              <a:gd name="connsiteY186" fmla="*/ 390354 h 1927097"/>
              <a:gd name="connsiteX187" fmla="*/ 4929868 w 9611734"/>
              <a:gd name="connsiteY187" fmla="*/ 367083 h 1927097"/>
              <a:gd name="connsiteX188" fmla="*/ 5089885 w 9611734"/>
              <a:gd name="connsiteY188" fmla="*/ 523154 h 1927097"/>
              <a:gd name="connsiteX189" fmla="*/ 5050801 w 9611734"/>
              <a:gd name="connsiteY189" fmla="*/ 653855 h 1927097"/>
              <a:gd name="connsiteX190" fmla="*/ 4778263 w 9611734"/>
              <a:gd name="connsiteY190" fmla="*/ 355010 h 1927097"/>
              <a:gd name="connsiteX191" fmla="*/ 4725684 w 9611734"/>
              <a:gd name="connsiteY191" fmla="*/ 296396 h 1927097"/>
              <a:gd name="connsiteX192" fmla="*/ 4665743 w 9611734"/>
              <a:gd name="connsiteY192" fmla="*/ 175668 h 1927097"/>
              <a:gd name="connsiteX193" fmla="*/ 4781768 w 9611734"/>
              <a:gd name="connsiteY193" fmla="*/ 64738 h 1927097"/>
              <a:gd name="connsiteX194" fmla="*/ 4896568 w 9611734"/>
              <a:gd name="connsiteY194" fmla="*/ 181792 h 1927097"/>
              <a:gd name="connsiteX195" fmla="*/ 4778263 w 9611734"/>
              <a:gd name="connsiteY195" fmla="*/ 355010 h 1927097"/>
              <a:gd name="connsiteX196" fmla="*/ 4785624 w 9611734"/>
              <a:gd name="connsiteY196" fmla="*/ 0 h 1927097"/>
              <a:gd name="connsiteX197" fmla="*/ 4533943 w 9611734"/>
              <a:gd name="connsiteY197" fmla="*/ 211011 h 1927097"/>
              <a:gd name="connsiteX198" fmla="*/ 4631741 w 9611734"/>
              <a:gd name="connsiteY198" fmla="*/ 414674 h 1927097"/>
              <a:gd name="connsiteX199" fmla="*/ 4632968 w 9611734"/>
              <a:gd name="connsiteY199" fmla="*/ 417124 h 1927097"/>
              <a:gd name="connsiteX200" fmla="*/ 4458228 w 9611734"/>
              <a:gd name="connsiteY200" fmla="*/ 662254 h 1927097"/>
              <a:gd name="connsiteX201" fmla="*/ 4703775 w 9611734"/>
              <a:gd name="connsiteY201" fmla="*/ 892862 h 1927097"/>
              <a:gd name="connsiteX202" fmla="*/ 4979994 w 9611734"/>
              <a:gd name="connsiteY202" fmla="*/ 794005 h 1927097"/>
              <a:gd name="connsiteX203" fmla="*/ 5053255 w 9611734"/>
              <a:gd name="connsiteY203" fmla="*/ 873265 h 1927097"/>
              <a:gd name="connsiteX204" fmla="*/ 5245170 w 9611734"/>
              <a:gd name="connsiteY204" fmla="*/ 873265 h 1927097"/>
              <a:gd name="connsiteX205" fmla="*/ 5245170 w 9611734"/>
              <a:gd name="connsiteY205" fmla="*/ 867141 h 1927097"/>
              <a:gd name="connsiteX206" fmla="*/ 5088834 w 9611734"/>
              <a:gd name="connsiteY206" fmla="*/ 695148 h 1927097"/>
              <a:gd name="connsiteX207" fmla="*/ 5192766 w 9611734"/>
              <a:gd name="connsiteY207" fmla="*/ 457191 h 1927097"/>
              <a:gd name="connsiteX208" fmla="*/ 5032749 w 9611734"/>
              <a:gd name="connsiteY208" fmla="*/ 302345 h 1927097"/>
              <a:gd name="connsiteX209" fmla="*/ 4886051 w 9611734"/>
              <a:gd name="connsiteY209" fmla="*/ 331564 h 1927097"/>
              <a:gd name="connsiteX210" fmla="*/ 4883598 w 9611734"/>
              <a:gd name="connsiteY210" fmla="*/ 326665 h 1927097"/>
              <a:gd name="connsiteX211" fmla="*/ 5015573 w 9611734"/>
              <a:gd name="connsiteY211" fmla="*/ 165695 h 1927097"/>
              <a:gd name="connsiteX212" fmla="*/ 4785624 w 9611734"/>
              <a:gd name="connsiteY212" fmla="*/ 0 h 1927097"/>
              <a:gd name="connsiteX213" fmla="*/ 1128885 w 9611734"/>
              <a:gd name="connsiteY213" fmla="*/ 1543918 h 1927097"/>
              <a:gd name="connsiteX214" fmla="*/ 1293810 w 9611734"/>
              <a:gd name="connsiteY214" fmla="*/ 1375599 h 1927097"/>
              <a:gd name="connsiteX215" fmla="*/ 1441734 w 9611734"/>
              <a:gd name="connsiteY215" fmla="*/ 1543918 h 1927097"/>
              <a:gd name="connsiteX216" fmla="*/ 1128885 w 9611734"/>
              <a:gd name="connsiteY216" fmla="*/ 1543918 h 1927097"/>
              <a:gd name="connsiteX217" fmla="*/ 1293810 w 9611734"/>
              <a:gd name="connsiteY217" fmla="*/ 1292664 h 1927097"/>
              <a:gd name="connsiteX218" fmla="*/ 1020045 w 9611734"/>
              <a:gd name="connsiteY218" fmla="*/ 1614780 h 1927097"/>
              <a:gd name="connsiteX219" fmla="*/ 1293810 w 9611734"/>
              <a:gd name="connsiteY219" fmla="*/ 1927098 h 1927097"/>
              <a:gd name="connsiteX220" fmla="*/ 1543037 w 9611734"/>
              <a:gd name="connsiteY220" fmla="*/ 1728334 h 1927097"/>
              <a:gd name="connsiteX221" fmla="*/ 1450147 w 9611734"/>
              <a:gd name="connsiteY221" fmla="*/ 1704013 h 1927097"/>
              <a:gd name="connsiteX222" fmla="*/ 1303450 w 9611734"/>
              <a:gd name="connsiteY222" fmla="*/ 1841888 h 1927097"/>
              <a:gd name="connsiteX223" fmla="*/ 1125029 w 9611734"/>
              <a:gd name="connsiteY223" fmla="*/ 1616180 h 1927097"/>
              <a:gd name="connsiteX224" fmla="*/ 1544089 w 9611734"/>
              <a:gd name="connsiteY224" fmla="*/ 1616180 h 1927097"/>
              <a:gd name="connsiteX225" fmla="*/ 1544089 w 9611734"/>
              <a:gd name="connsiteY225" fmla="*/ 1582061 h 1927097"/>
              <a:gd name="connsiteX226" fmla="*/ 1293810 w 9611734"/>
              <a:gd name="connsiteY226" fmla="*/ 1292664 h 1927097"/>
              <a:gd name="connsiteX227" fmla="*/ 2967595 w 9611734"/>
              <a:gd name="connsiteY227" fmla="*/ 1543918 h 1927097"/>
              <a:gd name="connsiteX228" fmla="*/ 3132520 w 9611734"/>
              <a:gd name="connsiteY228" fmla="*/ 1375599 h 1927097"/>
              <a:gd name="connsiteX229" fmla="*/ 3280444 w 9611734"/>
              <a:gd name="connsiteY229" fmla="*/ 1543918 h 1927097"/>
              <a:gd name="connsiteX230" fmla="*/ 2967595 w 9611734"/>
              <a:gd name="connsiteY230" fmla="*/ 1543918 h 1927097"/>
              <a:gd name="connsiteX231" fmla="*/ 3132520 w 9611734"/>
              <a:gd name="connsiteY231" fmla="*/ 1292664 h 1927097"/>
              <a:gd name="connsiteX232" fmla="*/ 2858756 w 9611734"/>
              <a:gd name="connsiteY232" fmla="*/ 1614780 h 1927097"/>
              <a:gd name="connsiteX233" fmla="*/ 3132520 w 9611734"/>
              <a:gd name="connsiteY233" fmla="*/ 1927098 h 1927097"/>
              <a:gd name="connsiteX234" fmla="*/ 3381748 w 9611734"/>
              <a:gd name="connsiteY234" fmla="*/ 1728334 h 1927097"/>
              <a:gd name="connsiteX235" fmla="*/ 3288857 w 9611734"/>
              <a:gd name="connsiteY235" fmla="*/ 1704013 h 1927097"/>
              <a:gd name="connsiteX236" fmla="*/ 3142160 w 9611734"/>
              <a:gd name="connsiteY236" fmla="*/ 1841888 h 1927097"/>
              <a:gd name="connsiteX237" fmla="*/ 2963740 w 9611734"/>
              <a:gd name="connsiteY237" fmla="*/ 1616180 h 1927097"/>
              <a:gd name="connsiteX238" fmla="*/ 3382799 w 9611734"/>
              <a:gd name="connsiteY238" fmla="*/ 1616180 h 1927097"/>
              <a:gd name="connsiteX239" fmla="*/ 3382799 w 9611734"/>
              <a:gd name="connsiteY239" fmla="*/ 1582061 h 1927097"/>
              <a:gd name="connsiteX240" fmla="*/ 3132520 w 9611734"/>
              <a:gd name="connsiteY240" fmla="*/ 1292664 h 1927097"/>
              <a:gd name="connsiteX241" fmla="*/ 3766631 w 9611734"/>
              <a:gd name="connsiteY241" fmla="*/ 1292664 h 1927097"/>
              <a:gd name="connsiteX242" fmla="*/ 3485505 w 9611734"/>
              <a:gd name="connsiteY242" fmla="*/ 1616005 h 1927097"/>
              <a:gd name="connsiteX243" fmla="*/ 3761723 w 9611734"/>
              <a:gd name="connsiteY243" fmla="*/ 1927098 h 1927097"/>
              <a:gd name="connsiteX244" fmla="*/ 4012178 w 9611734"/>
              <a:gd name="connsiteY244" fmla="*/ 1709962 h 1927097"/>
              <a:gd name="connsiteX245" fmla="*/ 3915606 w 9611734"/>
              <a:gd name="connsiteY245" fmla="*/ 1686692 h 1927097"/>
              <a:gd name="connsiteX246" fmla="*/ 3768909 w 9611734"/>
              <a:gd name="connsiteY246" fmla="*/ 1840313 h 1927097"/>
              <a:gd name="connsiteX247" fmla="*/ 3591716 w 9611734"/>
              <a:gd name="connsiteY247" fmla="*/ 1608481 h 1927097"/>
              <a:gd name="connsiteX248" fmla="*/ 3764002 w 9611734"/>
              <a:gd name="connsiteY248" fmla="*/ 1379098 h 1927097"/>
              <a:gd name="connsiteX249" fmla="*/ 3915606 w 9611734"/>
              <a:gd name="connsiteY249" fmla="*/ 1525546 h 1927097"/>
              <a:gd name="connsiteX250" fmla="*/ 4012178 w 9611734"/>
              <a:gd name="connsiteY250" fmla="*/ 1502275 h 1927097"/>
              <a:gd name="connsiteX251" fmla="*/ 3766631 w 9611734"/>
              <a:gd name="connsiteY251" fmla="*/ 1292664 h 1927097"/>
              <a:gd name="connsiteX252" fmla="*/ 879833 w 9611734"/>
              <a:gd name="connsiteY252" fmla="*/ 1060831 h 1927097"/>
              <a:gd name="connsiteX253" fmla="*/ 718589 w 9611734"/>
              <a:gd name="connsiteY253" fmla="*/ 1060831 h 1927097"/>
              <a:gd name="connsiteX254" fmla="*/ 465680 w 9611734"/>
              <a:gd name="connsiteY254" fmla="*/ 1748805 h 1927097"/>
              <a:gd name="connsiteX255" fmla="*/ 211545 w 9611734"/>
              <a:gd name="connsiteY255" fmla="*/ 1060831 h 1927097"/>
              <a:gd name="connsiteX256" fmla="*/ 42765 w 9611734"/>
              <a:gd name="connsiteY256" fmla="*/ 1060831 h 1927097"/>
              <a:gd name="connsiteX257" fmla="*/ 42765 w 9611734"/>
              <a:gd name="connsiteY257" fmla="*/ 1914675 h 1927097"/>
              <a:gd name="connsiteX258" fmla="*/ 148976 w 9611734"/>
              <a:gd name="connsiteY258" fmla="*/ 1914675 h 1927097"/>
              <a:gd name="connsiteX259" fmla="*/ 148976 w 9611734"/>
              <a:gd name="connsiteY259" fmla="*/ 1179284 h 1927097"/>
              <a:gd name="connsiteX260" fmla="*/ 421513 w 9611734"/>
              <a:gd name="connsiteY260" fmla="*/ 1914850 h 1927097"/>
              <a:gd name="connsiteX261" fmla="*/ 503362 w 9611734"/>
              <a:gd name="connsiteY261" fmla="*/ 1914850 h 1927097"/>
              <a:gd name="connsiteX262" fmla="*/ 773447 w 9611734"/>
              <a:gd name="connsiteY262" fmla="*/ 1178060 h 1927097"/>
              <a:gd name="connsiteX263" fmla="*/ 773447 w 9611734"/>
              <a:gd name="connsiteY263" fmla="*/ 1914850 h 1927097"/>
              <a:gd name="connsiteX264" fmla="*/ 879833 w 9611734"/>
              <a:gd name="connsiteY264" fmla="*/ 1914850 h 1927097"/>
              <a:gd name="connsiteX265" fmla="*/ 879833 w 9611734"/>
              <a:gd name="connsiteY265" fmla="*/ 1060831 h 1927097"/>
              <a:gd name="connsiteX266" fmla="*/ 1920559 w 9611734"/>
              <a:gd name="connsiteY266" fmla="*/ 1840488 h 1927097"/>
              <a:gd name="connsiteX267" fmla="*/ 1753181 w 9611734"/>
              <a:gd name="connsiteY267" fmla="*/ 1609881 h 1927097"/>
              <a:gd name="connsiteX268" fmla="*/ 1920559 w 9611734"/>
              <a:gd name="connsiteY268" fmla="*/ 1379273 h 1927097"/>
              <a:gd name="connsiteX269" fmla="*/ 2087938 w 9611734"/>
              <a:gd name="connsiteY269" fmla="*/ 1609881 h 1927097"/>
              <a:gd name="connsiteX270" fmla="*/ 1920559 w 9611734"/>
              <a:gd name="connsiteY270" fmla="*/ 1840488 h 1927097"/>
              <a:gd name="connsiteX271" fmla="*/ 2186963 w 9611734"/>
              <a:gd name="connsiteY271" fmla="*/ 1060831 h 1927097"/>
              <a:gd name="connsiteX272" fmla="*/ 2085659 w 9611734"/>
              <a:gd name="connsiteY272" fmla="*/ 1060831 h 1927097"/>
              <a:gd name="connsiteX273" fmla="*/ 2085659 w 9611734"/>
              <a:gd name="connsiteY273" fmla="*/ 1421965 h 1927097"/>
              <a:gd name="connsiteX274" fmla="*/ 1903559 w 9611734"/>
              <a:gd name="connsiteY274" fmla="*/ 1292664 h 1927097"/>
              <a:gd name="connsiteX275" fmla="*/ 1646970 w 9611734"/>
              <a:gd name="connsiteY275" fmla="*/ 1613555 h 1927097"/>
              <a:gd name="connsiteX276" fmla="*/ 1894971 w 9611734"/>
              <a:gd name="connsiteY276" fmla="*/ 1927098 h 1927097"/>
              <a:gd name="connsiteX277" fmla="*/ 2085659 w 9611734"/>
              <a:gd name="connsiteY277" fmla="*/ 1791672 h 1927097"/>
              <a:gd name="connsiteX278" fmla="*/ 2085659 w 9611734"/>
              <a:gd name="connsiteY278" fmla="*/ 1838039 h 1927097"/>
              <a:gd name="connsiteX279" fmla="*/ 2091794 w 9611734"/>
              <a:gd name="connsiteY279" fmla="*/ 1914850 h 1927097"/>
              <a:gd name="connsiteX280" fmla="*/ 2194499 w 9611734"/>
              <a:gd name="connsiteY280" fmla="*/ 1914850 h 1927097"/>
              <a:gd name="connsiteX281" fmla="*/ 2187138 w 9611734"/>
              <a:gd name="connsiteY281" fmla="*/ 1787998 h 1927097"/>
              <a:gd name="connsiteX282" fmla="*/ 2187138 w 9611734"/>
              <a:gd name="connsiteY282" fmla="*/ 1060831 h 1927097"/>
              <a:gd name="connsiteX283" fmla="*/ 2956729 w 9611734"/>
              <a:gd name="connsiteY283" fmla="*/ 1060831 h 1927097"/>
              <a:gd name="connsiteX284" fmla="*/ 2296854 w 9611734"/>
              <a:gd name="connsiteY284" fmla="*/ 1060831 h 1927097"/>
              <a:gd name="connsiteX285" fmla="*/ 2296854 w 9611734"/>
              <a:gd name="connsiteY285" fmla="*/ 1149890 h 1927097"/>
              <a:gd name="connsiteX286" fmla="*/ 2574300 w 9611734"/>
              <a:gd name="connsiteY286" fmla="*/ 1149890 h 1927097"/>
              <a:gd name="connsiteX287" fmla="*/ 2574300 w 9611734"/>
              <a:gd name="connsiteY287" fmla="*/ 1914850 h 1927097"/>
              <a:gd name="connsiteX288" fmla="*/ 2680686 w 9611734"/>
              <a:gd name="connsiteY288" fmla="*/ 1914850 h 1927097"/>
              <a:gd name="connsiteX289" fmla="*/ 2680686 w 9611734"/>
              <a:gd name="connsiteY289" fmla="*/ 1149890 h 1927097"/>
              <a:gd name="connsiteX290" fmla="*/ 2956904 w 9611734"/>
              <a:gd name="connsiteY290" fmla="*/ 1149890 h 1927097"/>
              <a:gd name="connsiteX291" fmla="*/ 2956904 w 9611734"/>
              <a:gd name="connsiteY291" fmla="*/ 1060831 h 1927097"/>
              <a:gd name="connsiteX292" fmla="*/ 4229682 w 9611734"/>
              <a:gd name="connsiteY292" fmla="*/ 1060831 h 1927097"/>
              <a:gd name="connsiteX293" fmla="*/ 4128203 w 9611734"/>
              <a:gd name="connsiteY293" fmla="*/ 1060831 h 1927097"/>
              <a:gd name="connsiteX294" fmla="*/ 4128203 w 9611734"/>
              <a:gd name="connsiteY294" fmla="*/ 1914675 h 1927097"/>
              <a:gd name="connsiteX295" fmla="*/ 4229682 w 9611734"/>
              <a:gd name="connsiteY295" fmla="*/ 1914675 h 1927097"/>
              <a:gd name="connsiteX296" fmla="*/ 4229682 w 9611734"/>
              <a:gd name="connsiteY296" fmla="*/ 1513473 h 1927097"/>
              <a:gd name="connsiteX297" fmla="*/ 4362884 w 9611734"/>
              <a:gd name="connsiteY297" fmla="*/ 1370699 h 1927097"/>
              <a:gd name="connsiteX298" fmla="*/ 4494859 w 9611734"/>
              <a:gd name="connsiteY298" fmla="*/ 1513473 h 1927097"/>
              <a:gd name="connsiteX299" fmla="*/ 4494859 w 9611734"/>
              <a:gd name="connsiteY299" fmla="*/ 1914850 h 1927097"/>
              <a:gd name="connsiteX300" fmla="*/ 4596338 w 9611734"/>
              <a:gd name="connsiteY300" fmla="*/ 1914850 h 1927097"/>
              <a:gd name="connsiteX301" fmla="*/ 4596338 w 9611734"/>
              <a:gd name="connsiteY301" fmla="*/ 1492827 h 1927097"/>
              <a:gd name="connsiteX302" fmla="*/ 4399515 w 9611734"/>
              <a:gd name="connsiteY302" fmla="*/ 1292839 h 1927097"/>
              <a:gd name="connsiteX303" fmla="*/ 4229682 w 9611734"/>
              <a:gd name="connsiteY303" fmla="*/ 1399044 h 1927097"/>
              <a:gd name="connsiteX304" fmla="*/ 4229682 w 9611734"/>
              <a:gd name="connsiteY304" fmla="*/ 1060831 h 192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Lst>
            <a:rect l="l" t="t" r="r" b="b"/>
            <a:pathLst>
              <a:path w="9611734" h="1927097">
                <a:moveTo>
                  <a:pt x="950465" y="818675"/>
                </a:moveTo>
                <a:cubicBezTo>
                  <a:pt x="856347" y="818675"/>
                  <a:pt x="803768" y="729617"/>
                  <a:pt x="803768" y="568646"/>
                </a:cubicBezTo>
                <a:cubicBezTo>
                  <a:pt x="803768" y="405226"/>
                  <a:pt x="856347" y="318617"/>
                  <a:pt x="950465" y="318617"/>
                </a:cubicBezTo>
                <a:cubicBezTo>
                  <a:pt x="1044582" y="318617"/>
                  <a:pt x="1097162" y="406451"/>
                  <a:pt x="1097162" y="568646"/>
                </a:cubicBezTo>
                <a:cubicBezTo>
                  <a:pt x="1097162" y="732066"/>
                  <a:pt x="1044582" y="818675"/>
                  <a:pt x="950465" y="818675"/>
                </a:cubicBezTo>
                <a:moveTo>
                  <a:pt x="950465" y="251429"/>
                </a:moveTo>
                <a:cubicBezTo>
                  <a:pt x="758549" y="251429"/>
                  <a:pt x="652338" y="394203"/>
                  <a:pt x="652338" y="568646"/>
                </a:cubicBezTo>
                <a:cubicBezTo>
                  <a:pt x="652338" y="743089"/>
                  <a:pt x="758724" y="885863"/>
                  <a:pt x="950465" y="885863"/>
                </a:cubicBezTo>
                <a:cubicBezTo>
                  <a:pt x="1142381" y="885863"/>
                  <a:pt x="1248591" y="743089"/>
                  <a:pt x="1248591" y="568646"/>
                </a:cubicBezTo>
                <a:cubicBezTo>
                  <a:pt x="1248767" y="394028"/>
                  <a:pt x="1142381" y="251429"/>
                  <a:pt x="950465" y="251429"/>
                </a:cubicBezTo>
                <a:moveTo>
                  <a:pt x="2283534" y="251429"/>
                </a:moveTo>
                <a:cubicBezTo>
                  <a:pt x="2193097" y="251429"/>
                  <a:pt x="2142971" y="290447"/>
                  <a:pt x="2114929" y="340488"/>
                </a:cubicBezTo>
                <a:lnTo>
                  <a:pt x="2107568" y="340488"/>
                </a:lnTo>
                <a:lnTo>
                  <a:pt x="2107568" y="263677"/>
                </a:lnTo>
                <a:lnTo>
                  <a:pt x="1963324" y="263677"/>
                </a:lnTo>
                <a:lnTo>
                  <a:pt x="1963324" y="873615"/>
                </a:lnTo>
                <a:lnTo>
                  <a:pt x="2107568" y="873615"/>
                </a:lnTo>
                <a:lnTo>
                  <a:pt x="2107568" y="479412"/>
                </a:lnTo>
                <a:cubicBezTo>
                  <a:pt x="2107568" y="389129"/>
                  <a:pt x="2154013" y="336638"/>
                  <a:pt x="2228501" y="336638"/>
                </a:cubicBezTo>
                <a:cubicBezTo>
                  <a:pt x="2300535" y="336638"/>
                  <a:pt x="2332433" y="384230"/>
                  <a:pt x="2332433" y="456142"/>
                </a:cubicBezTo>
                <a:lnTo>
                  <a:pt x="2332433" y="873265"/>
                </a:lnTo>
                <a:lnTo>
                  <a:pt x="2476677" y="873265"/>
                </a:lnTo>
                <a:lnTo>
                  <a:pt x="2476677" y="455092"/>
                </a:lnTo>
                <a:cubicBezTo>
                  <a:pt x="2476502" y="329465"/>
                  <a:pt x="2410602" y="251429"/>
                  <a:pt x="2283534" y="251429"/>
                </a:cubicBezTo>
                <a:moveTo>
                  <a:pt x="2803897" y="251429"/>
                </a:moveTo>
                <a:cubicBezTo>
                  <a:pt x="2670696" y="251429"/>
                  <a:pt x="2570444" y="307594"/>
                  <a:pt x="2570444" y="427097"/>
                </a:cubicBezTo>
                <a:cubicBezTo>
                  <a:pt x="2570444" y="528403"/>
                  <a:pt x="2640024" y="583168"/>
                  <a:pt x="2718368" y="602765"/>
                </a:cubicBezTo>
                <a:lnTo>
                  <a:pt x="2840528" y="633209"/>
                </a:lnTo>
                <a:cubicBezTo>
                  <a:pt x="2905201" y="649131"/>
                  <a:pt x="2934645" y="672227"/>
                  <a:pt x="2934645" y="723493"/>
                </a:cubicBezTo>
                <a:cubicBezTo>
                  <a:pt x="2934645" y="785781"/>
                  <a:pt x="2890654" y="821125"/>
                  <a:pt x="2813712" y="821125"/>
                </a:cubicBezTo>
                <a:cubicBezTo>
                  <a:pt x="2730636" y="821125"/>
                  <a:pt x="2687872" y="780882"/>
                  <a:pt x="2674376" y="679576"/>
                </a:cubicBezTo>
                <a:lnTo>
                  <a:pt x="2544855" y="716144"/>
                </a:lnTo>
                <a:cubicBezTo>
                  <a:pt x="2552216" y="821125"/>
                  <a:pt x="2650014" y="885688"/>
                  <a:pt x="2797763" y="885688"/>
                </a:cubicBezTo>
                <a:cubicBezTo>
                  <a:pt x="2962688" y="885688"/>
                  <a:pt x="3051898" y="808877"/>
                  <a:pt x="3051898" y="686924"/>
                </a:cubicBezTo>
                <a:cubicBezTo>
                  <a:pt x="3051898" y="572320"/>
                  <a:pt x="2972503" y="524729"/>
                  <a:pt x="2889427" y="503908"/>
                </a:cubicBezTo>
                <a:lnTo>
                  <a:pt x="2772174" y="474688"/>
                </a:lnTo>
                <a:cubicBezTo>
                  <a:pt x="2713461" y="459991"/>
                  <a:pt x="2687872" y="433221"/>
                  <a:pt x="2687872" y="394203"/>
                </a:cubicBezTo>
                <a:cubicBezTo>
                  <a:pt x="2687872" y="345387"/>
                  <a:pt x="2729409" y="316167"/>
                  <a:pt x="2791804" y="316167"/>
                </a:cubicBezTo>
                <a:cubicBezTo>
                  <a:pt x="2865065" y="316167"/>
                  <a:pt x="2910284" y="356410"/>
                  <a:pt x="2916418" y="433221"/>
                </a:cubicBezTo>
                <a:lnTo>
                  <a:pt x="3038578" y="396652"/>
                </a:lnTo>
                <a:cubicBezTo>
                  <a:pt x="3023856" y="311093"/>
                  <a:pt x="2939553" y="251429"/>
                  <a:pt x="2803897" y="251429"/>
                </a:cubicBezTo>
                <a:moveTo>
                  <a:pt x="3409965" y="818675"/>
                </a:moveTo>
                <a:cubicBezTo>
                  <a:pt x="3315848" y="818675"/>
                  <a:pt x="3263268" y="729617"/>
                  <a:pt x="3263268" y="568646"/>
                </a:cubicBezTo>
                <a:cubicBezTo>
                  <a:pt x="3263268" y="405226"/>
                  <a:pt x="3315848" y="318617"/>
                  <a:pt x="3409965" y="318617"/>
                </a:cubicBezTo>
                <a:cubicBezTo>
                  <a:pt x="3504083" y="318617"/>
                  <a:pt x="3556663" y="406451"/>
                  <a:pt x="3556663" y="568646"/>
                </a:cubicBezTo>
                <a:cubicBezTo>
                  <a:pt x="3556487" y="732066"/>
                  <a:pt x="3504083" y="818675"/>
                  <a:pt x="3409965" y="818675"/>
                </a:cubicBezTo>
                <a:moveTo>
                  <a:pt x="3409965" y="251429"/>
                </a:moveTo>
                <a:cubicBezTo>
                  <a:pt x="3218050" y="251429"/>
                  <a:pt x="3111839" y="394203"/>
                  <a:pt x="3111839" y="568646"/>
                </a:cubicBezTo>
                <a:cubicBezTo>
                  <a:pt x="3111839" y="743089"/>
                  <a:pt x="3218225" y="885863"/>
                  <a:pt x="3409965" y="885863"/>
                </a:cubicBezTo>
                <a:cubicBezTo>
                  <a:pt x="3601881" y="885863"/>
                  <a:pt x="3708092" y="743089"/>
                  <a:pt x="3708092" y="568646"/>
                </a:cubicBezTo>
                <a:cubicBezTo>
                  <a:pt x="3708092" y="394028"/>
                  <a:pt x="3601706" y="251429"/>
                  <a:pt x="3409965" y="251429"/>
                </a:cubicBezTo>
                <a:moveTo>
                  <a:pt x="4113656" y="251429"/>
                </a:moveTo>
                <a:cubicBezTo>
                  <a:pt x="4023219" y="251429"/>
                  <a:pt x="3973094" y="290447"/>
                  <a:pt x="3945051" y="340488"/>
                </a:cubicBezTo>
                <a:lnTo>
                  <a:pt x="3937690" y="340488"/>
                </a:lnTo>
                <a:lnTo>
                  <a:pt x="3937690" y="263677"/>
                </a:lnTo>
                <a:lnTo>
                  <a:pt x="3793446" y="263677"/>
                </a:lnTo>
                <a:lnTo>
                  <a:pt x="3793446" y="873615"/>
                </a:lnTo>
                <a:lnTo>
                  <a:pt x="3937690" y="873615"/>
                </a:lnTo>
                <a:lnTo>
                  <a:pt x="3937690" y="479412"/>
                </a:lnTo>
                <a:cubicBezTo>
                  <a:pt x="3937690" y="389129"/>
                  <a:pt x="3984135" y="336638"/>
                  <a:pt x="4058623" y="336638"/>
                </a:cubicBezTo>
                <a:cubicBezTo>
                  <a:pt x="4130657" y="336638"/>
                  <a:pt x="4162555" y="384230"/>
                  <a:pt x="4162555" y="456142"/>
                </a:cubicBezTo>
                <a:lnTo>
                  <a:pt x="4162555" y="873265"/>
                </a:lnTo>
                <a:lnTo>
                  <a:pt x="4306799" y="873265"/>
                </a:lnTo>
                <a:lnTo>
                  <a:pt x="4306799" y="455092"/>
                </a:lnTo>
                <a:cubicBezTo>
                  <a:pt x="4306799" y="329465"/>
                  <a:pt x="4240724" y="251429"/>
                  <a:pt x="4113656" y="251429"/>
                </a:cubicBezTo>
                <a:moveTo>
                  <a:pt x="6255401" y="818675"/>
                </a:moveTo>
                <a:cubicBezTo>
                  <a:pt x="6161283" y="818675"/>
                  <a:pt x="6108704" y="729617"/>
                  <a:pt x="6108704" y="568646"/>
                </a:cubicBezTo>
                <a:cubicBezTo>
                  <a:pt x="6108704" y="405226"/>
                  <a:pt x="6161283" y="318617"/>
                  <a:pt x="6255401" y="318617"/>
                </a:cubicBezTo>
                <a:cubicBezTo>
                  <a:pt x="6349518" y="318617"/>
                  <a:pt x="6402098" y="406451"/>
                  <a:pt x="6402098" y="568646"/>
                </a:cubicBezTo>
                <a:cubicBezTo>
                  <a:pt x="6402098" y="732066"/>
                  <a:pt x="6349518" y="818675"/>
                  <a:pt x="6255401" y="818675"/>
                </a:cubicBezTo>
                <a:moveTo>
                  <a:pt x="6255401" y="251429"/>
                </a:moveTo>
                <a:cubicBezTo>
                  <a:pt x="6063485" y="251429"/>
                  <a:pt x="5957274" y="394203"/>
                  <a:pt x="5957274" y="568646"/>
                </a:cubicBezTo>
                <a:cubicBezTo>
                  <a:pt x="5957274" y="743089"/>
                  <a:pt x="6063660" y="885863"/>
                  <a:pt x="6255401" y="885863"/>
                </a:cubicBezTo>
                <a:cubicBezTo>
                  <a:pt x="6447316" y="885863"/>
                  <a:pt x="6553528" y="743089"/>
                  <a:pt x="6553528" y="568646"/>
                </a:cubicBezTo>
                <a:cubicBezTo>
                  <a:pt x="6553528" y="394028"/>
                  <a:pt x="6447316" y="251429"/>
                  <a:pt x="6255401" y="251429"/>
                </a:cubicBezTo>
                <a:moveTo>
                  <a:pt x="7588295" y="251429"/>
                </a:moveTo>
                <a:cubicBezTo>
                  <a:pt x="7497858" y="251429"/>
                  <a:pt x="7447732" y="290447"/>
                  <a:pt x="7419689" y="340488"/>
                </a:cubicBezTo>
                <a:lnTo>
                  <a:pt x="7412328" y="340488"/>
                </a:lnTo>
                <a:lnTo>
                  <a:pt x="7412328" y="263677"/>
                </a:lnTo>
                <a:lnTo>
                  <a:pt x="7268085" y="263677"/>
                </a:lnTo>
                <a:lnTo>
                  <a:pt x="7268085" y="873615"/>
                </a:lnTo>
                <a:lnTo>
                  <a:pt x="7412328" y="873615"/>
                </a:lnTo>
                <a:lnTo>
                  <a:pt x="7412328" y="479412"/>
                </a:lnTo>
                <a:cubicBezTo>
                  <a:pt x="7412328" y="389129"/>
                  <a:pt x="7458774" y="336638"/>
                  <a:pt x="7533262" y="336638"/>
                </a:cubicBezTo>
                <a:cubicBezTo>
                  <a:pt x="7605295" y="336638"/>
                  <a:pt x="7637194" y="384230"/>
                  <a:pt x="7637194" y="456142"/>
                </a:cubicBezTo>
                <a:lnTo>
                  <a:pt x="7637194" y="873265"/>
                </a:lnTo>
                <a:lnTo>
                  <a:pt x="7781438" y="873265"/>
                </a:lnTo>
                <a:lnTo>
                  <a:pt x="7781438" y="455092"/>
                </a:lnTo>
                <a:cubicBezTo>
                  <a:pt x="7781438" y="329465"/>
                  <a:pt x="7715362" y="251429"/>
                  <a:pt x="7588295" y="251429"/>
                </a:cubicBezTo>
                <a:moveTo>
                  <a:pt x="8108833" y="251429"/>
                </a:moveTo>
                <a:cubicBezTo>
                  <a:pt x="7975631" y="251429"/>
                  <a:pt x="7875380" y="307594"/>
                  <a:pt x="7875380" y="427097"/>
                </a:cubicBezTo>
                <a:cubicBezTo>
                  <a:pt x="7875380" y="528403"/>
                  <a:pt x="7944960" y="583168"/>
                  <a:pt x="8023304" y="602765"/>
                </a:cubicBezTo>
                <a:lnTo>
                  <a:pt x="8145464" y="633209"/>
                </a:lnTo>
                <a:cubicBezTo>
                  <a:pt x="8210137" y="649131"/>
                  <a:pt x="8239581" y="672227"/>
                  <a:pt x="8239581" y="723493"/>
                </a:cubicBezTo>
                <a:cubicBezTo>
                  <a:pt x="8239581" y="785781"/>
                  <a:pt x="8195589" y="821125"/>
                  <a:pt x="8118648" y="821125"/>
                </a:cubicBezTo>
                <a:cubicBezTo>
                  <a:pt x="8035573" y="821125"/>
                  <a:pt x="7992808" y="780882"/>
                  <a:pt x="7979312" y="679576"/>
                </a:cubicBezTo>
                <a:lnTo>
                  <a:pt x="7849791" y="716144"/>
                </a:lnTo>
                <a:cubicBezTo>
                  <a:pt x="7857152" y="821125"/>
                  <a:pt x="7954950" y="885688"/>
                  <a:pt x="8102699" y="885688"/>
                </a:cubicBezTo>
                <a:cubicBezTo>
                  <a:pt x="8267624" y="885688"/>
                  <a:pt x="8356834" y="808877"/>
                  <a:pt x="8356834" y="686924"/>
                </a:cubicBezTo>
                <a:cubicBezTo>
                  <a:pt x="8356834" y="572320"/>
                  <a:pt x="8277439" y="524729"/>
                  <a:pt x="8194363" y="503908"/>
                </a:cubicBezTo>
                <a:lnTo>
                  <a:pt x="8077110" y="474688"/>
                </a:lnTo>
                <a:cubicBezTo>
                  <a:pt x="8018396" y="459991"/>
                  <a:pt x="7992808" y="433221"/>
                  <a:pt x="7992808" y="394203"/>
                </a:cubicBezTo>
                <a:cubicBezTo>
                  <a:pt x="7992808" y="345387"/>
                  <a:pt x="8034346" y="316167"/>
                  <a:pt x="8096740" y="316167"/>
                </a:cubicBezTo>
                <a:cubicBezTo>
                  <a:pt x="8170001" y="316167"/>
                  <a:pt x="8215220" y="356410"/>
                  <a:pt x="8221353" y="433221"/>
                </a:cubicBezTo>
                <a:lnTo>
                  <a:pt x="8343514" y="396652"/>
                </a:lnTo>
                <a:cubicBezTo>
                  <a:pt x="8328791" y="311093"/>
                  <a:pt x="8244489" y="251429"/>
                  <a:pt x="8108833" y="251429"/>
                </a:cubicBezTo>
                <a:moveTo>
                  <a:pt x="8714726" y="818675"/>
                </a:moveTo>
                <a:cubicBezTo>
                  <a:pt x="8620608" y="818675"/>
                  <a:pt x="8568028" y="729617"/>
                  <a:pt x="8568028" y="568646"/>
                </a:cubicBezTo>
                <a:cubicBezTo>
                  <a:pt x="8568028" y="405226"/>
                  <a:pt x="8620608" y="318617"/>
                  <a:pt x="8714726" y="318617"/>
                </a:cubicBezTo>
                <a:cubicBezTo>
                  <a:pt x="8808844" y="318617"/>
                  <a:pt x="8861423" y="406451"/>
                  <a:pt x="8861423" y="568646"/>
                </a:cubicBezTo>
                <a:cubicBezTo>
                  <a:pt x="8861423" y="732066"/>
                  <a:pt x="8808844" y="818675"/>
                  <a:pt x="8714726" y="818675"/>
                </a:cubicBezTo>
                <a:moveTo>
                  <a:pt x="8714726" y="251429"/>
                </a:moveTo>
                <a:cubicBezTo>
                  <a:pt x="8522810" y="251429"/>
                  <a:pt x="8416599" y="394203"/>
                  <a:pt x="8416599" y="568646"/>
                </a:cubicBezTo>
                <a:cubicBezTo>
                  <a:pt x="8416599" y="743089"/>
                  <a:pt x="8522810" y="885863"/>
                  <a:pt x="8714726" y="885863"/>
                </a:cubicBezTo>
                <a:cubicBezTo>
                  <a:pt x="8906641" y="885863"/>
                  <a:pt x="9012852" y="743089"/>
                  <a:pt x="9012852" y="568646"/>
                </a:cubicBezTo>
                <a:cubicBezTo>
                  <a:pt x="9012852" y="394028"/>
                  <a:pt x="8906641" y="251429"/>
                  <a:pt x="8714726" y="251429"/>
                </a:cubicBezTo>
                <a:moveTo>
                  <a:pt x="9418592" y="251429"/>
                </a:moveTo>
                <a:cubicBezTo>
                  <a:pt x="9328155" y="251429"/>
                  <a:pt x="9278029" y="290447"/>
                  <a:pt x="9249987" y="340488"/>
                </a:cubicBezTo>
                <a:lnTo>
                  <a:pt x="9242625" y="340488"/>
                </a:lnTo>
                <a:lnTo>
                  <a:pt x="9242625" y="263677"/>
                </a:lnTo>
                <a:lnTo>
                  <a:pt x="9098382" y="263677"/>
                </a:lnTo>
                <a:lnTo>
                  <a:pt x="9098382" y="873615"/>
                </a:lnTo>
                <a:lnTo>
                  <a:pt x="9242625" y="873615"/>
                </a:lnTo>
                <a:lnTo>
                  <a:pt x="9242625" y="479412"/>
                </a:lnTo>
                <a:cubicBezTo>
                  <a:pt x="9242625" y="389129"/>
                  <a:pt x="9289071" y="336638"/>
                  <a:pt x="9363559" y="336638"/>
                </a:cubicBezTo>
                <a:cubicBezTo>
                  <a:pt x="9435593" y="336638"/>
                  <a:pt x="9467491" y="384230"/>
                  <a:pt x="9467491" y="456142"/>
                </a:cubicBezTo>
                <a:lnTo>
                  <a:pt x="9467491" y="873265"/>
                </a:lnTo>
                <a:lnTo>
                  <a:pt x="9611734" y="873265"/>
                </a:lnTo>
                <a:lnTo>
                  <a:pt x="9611734" y="455092"/>
                </a:lnTo>
                <a:cubicBezTo>
                  <a:pt x="9611560" y="329465"/>
                  <a:pt x="9545660" y="251429"/>
                  <a:pt x="9418592" y="251429"/>
                </a:cubicBezTo>
                <a:moveTo>
                  <a:pt x="566984" y="19596"/>
                </a:moveTo>
                <a:lnTo>
                  <a:pt x="415379" y="19596"/>
                </a:lnTo>
                <a:lnTo>
                  <a:pt x="415379" y="650356"/>
                </a:lnTo>
                <a:cubicBezTo>
                  <a:pt x="415379" y="752887"/>
                  <a:pt x="376295" y="813776"/>
                  <a:pt x="283404" y="813776"/>
                </a:cubicBezTo>
                <a:cubicBezTo>
                  <a:pt x="191740" y="813776"/>
                  <a:pt x="151429" y="749213"/>
                  <a:pt x="151429" y="638108"/>
                </a:cubicBezTo>
                <a:lnTo>
                  <a:pt x="151429" y="521055"/>
                </a:lnTo>
                <a:lnTo>
                  <a:pt x="0" y="558848"/>
                </a:lnTo>
                <a:lnTo>
                  <a:pt x="0" y="611338"/>
                </a:lnTo>
                <a:cubicBezTo>
                  <a:pt x="0" y="771084"/>
                  <a:pt x="79395" y="893212"/>
                  <a:pt x="283580" y="893212"/>
                </a:cubicBezTo>
                <a:cubicBezTo>
                  <a:pt x="487589" y="893212"/>
                  <a:pt x="566984" y="771259"/>
                  <a:pt x="566984" y="611338"/>
                </a:cubicBezTo>
                <a:lnTo>
                  <a:pt x="566984" y="19596"/>
                </a:lnTo>
                <a:moveTo>
                  <a:pt x="1478364" y="19596"/>
                </a:moveTo>
                <a:lnTo>
                  <a:pt x="1334121" y="19596"/>
                </a:lnTo>
                <a:lnTo>
                  <a:pt x="1334121" y="873440"/>
                </a:lnTo>
                <a:lnTo>
                  <a:pt x="1478364" y="873440"/>
                </a:lnTo>
                <a:lnTo>
                  <a:pt x="1478364" y="479412"/>
                </a:lnTo>
                <a:cubicBezTo>
                  <a:pt x="1478364" y="389129"/>
                  <a:pt x="1524810" y="336638"/>
                  <a:pt x="1599298" y="336638"/>
                </a:cubicBezTo>
                <a:cubicBezTo>
                  <a:pt x="1671332" y="336638"/>
                  <a:pt x="1703230" y="384230"/>
                  <a:pt x="1703230" y="456142"/>
                </a:cubicBezTo>
                <a:lnTo>
                  <a:pt x="1703230" y="873265"/>
                </a:lnTo>
                <a:lnTo>
                  <a:pt x="1847474" y="873265"/>
                </a:lnTo>
                <a:lnTo>
                  <a:pt x="1847474" y="455092"/>
                </a:lnTo>
                <a:cubicBezTo>
                  <a:pt x="1847474" y="329465"/>
                  <a:pt x="1781398" y="251429"/>
                  <a:pt x="1654331" y="251429"/>
                </a:cubicBezTo>
                <a:cubicBezTo>
                  <a:pt x="1563894" y="251429"/>
                  <a:pt x="1513768" y="290447"/>
                  <a:pt x="1485726" y="340488"/>
                </a:cubicBezTo>
                <a:lnTo>
                  <a:pt x="1478364" y="340488"/>
                </a:lnTo>
                <a:lnTo>
                  <a:pt x="1478364" y="19596"/>
                </a:lnTo>
                <a:moveTo>
                  <a:pt x="5871744" y="19596"/>
                </a:moveTo>
                <a:lnTo>
                  <a:pt x="5720315" y="19596"/>
                </a:lnTo>
                <a:lnTo>
                  <a:pt x="5720315" y="650356"/>
                </a:lnTo>
                <a:cubicBezTo>
                  <a:pt x="5720315" y="752887"/>
                  <a:pt x="5681231" y="813776"/>
                  <a:pt x="5588340" y="813776"/>
                </a:cubicBezTo>
                <a:cubicBezTo>
                  <a:pt x="5496676" y="813776"/>
                  <a:pt x="5456366" y="749213"/>
                  <a:pt x="5456366" y="638108"/>
                </a:cubicBezTo>
                <a:lnTo>
                  <a:pt x="5456366" y="521055"/>
                </a:lnTo>
                <a:lnTo>
                  <a:pt x="5304936" y="558848"/>
                </a:lnTo>
                <a:lnTo>
                  <a:pt x="5304936" y="611338"/>
                </a:lnTo>
                <a:cubicBezTo>
                  <a:pt x="5304936" y="771084"/>
                  <a:pt x="5384331" y="893212"/>
                  <a:pt x="5588515" y="893212"/>
                </a:cubicBezTo>
                <a:cubicBezTo>
                  <a:pt x="5792700" y="893212"/>
                  <a:pt x="5871920" y="771259"/>
                  <a:pt x="5871920" y="611338"/>
                </a:cubicBezTo>
                <a:lnTo>
                  <a:pt x="5871920" y="19596"/>
                </a:lnTo>
                <a:moveTo>
                  <a:pt x="6783125" y="19596"/>
                </a:moveTo>
                <a:lnTo>
                  <a:pt x="6638882" y="19596"/>
                </a:lnTo>
                <a:lnTo>
                  <a:pt x="6638882" y="873440"/>
                </a:lnTo>
                <a:lnTo>
                  <a:pt x="6783125" y="873440"/>
                </a:lnTo>
                <a:lnTo>
                  <a:pt x="6783125" y="479412"/>
                </a:lnTo>
                <a:cubicBezTo>
                  <a:pt x="6783125" y="389129"/>
                  <a:pt x="6829571" y="336638"/>
                  <a:pt x="6904059" y="336638"/>
                </a:cubicBezTo>
                <a:cubicBezTo>
                  <a:pt x="6976092" y="336638"/>
                  <a:pt x="7007991" y="384230"/>
                  <a:pt x="7007991" y="456142"/>
                </a:cubicBezTo>
                <a:lnTo>
                  <a:pt x="7007991" y="873265"/>
                </a:lnTo>
                <a:lnTo>
                  <a:pt x="7152234" y="873265"/>
                </a:lnTo>
                <a:lnTo>
                  <a:pt x="7152234" y="455092"/>
                </a:lnTo>
                <a:cubicBezTo>
                  <a:pt x="7152234" y="329465"/>
                  <a:pt x="7086335" y="251429"/>
                  <a:pt x="6959092" y="251429"/>
                </a:cubicBezTo>
                <a:cubicBezTo>
                  <a:pt x="6868655" y="251429"/>
                  <a:pt x="6818529" y="290447"/>
                  <a:pt x="6790486" y="340488"/>
                </a:cubicBezTo>
                <a:lnTo>
                  <a:pt x="6783125" y="340488"/>
                </a:lnTo>
                <a:lnTo>
                  <a:pt x="6783125" y="19596"/>
                </a:lnTo>
                <a:moveTo>
                  <a:pt x="4781944" y="803978"/>
                </a:moveTo>
                <a:cubicBezTo>
                  <a:pt x="4664691" y="803978"/>
                  <a:pt x="4592482" y="708795"/>
                  <a:pt x="4592482" y="607489"/>
                </a:cubicBezTo>
                <a:cubicBezTo>
                  <a:pt x="4592482" y="543976"/>
                  <a:pt x="4620524" y="485536"/>
                  <a:pt x="4666970" y="452642"/>
                </a:cubicBezTo>
                <a:lnTo>
                  <a:pt x="4943188" y="753937"/>
                </a:lnTo>
                <a:cubicBezTo>
                  <a:pt x="4892010" y="784382"/>
                  <a:pt x="4834523" y="803978"/>
                  <a:pt x="4781944" y="803978"/>
                </a:cubicBezTo>
                <a:moveTo>
                  <a:pt x="5050801" y="653855"/>
                </a:moveTo>
                <a:lnTo>
                  <a:pt x="4811388" y="390354"/>
                </a:lnTo>
                <a:cubicBezTo>
                  <a:pt x="4854153" y="373207"/>
                  <a:pt x="4895691" y="367083"/>
                  <a:pt x="4929868" y="367083"/>
                </a:cubicBezTo>
                <a:cubicBezTo>
                  <a:pt x="5028893" y="367083"/>
                  <a:pt x="5089885" y="424472"/>
                  <a:pt x="5089885" y="523154"/>
                </a:cubicBezTo>
                <a:cubicBezTo>
                  <a:pt x="5089885" y="567246"/>
                  <a:pt x="5077617" y="612388"/>
                  <a:pt x="5050801" y="653855"/>
                </a:cubicBezTo>
                <a:moveTo>
                  <a:pt x="4778263" y="355010"/>
                </a:moveTo>
                <a:lnTo>
                  <a:pt x="4725684" y="296396"/>
                </a:lnTo>
                <a:cubicBezTo>
                  <a:pt x="4679238" y="245130"/>
                  <a:pt x="4665743" y="213461"/>
                  <a:pt x="4665743" y="175668"/>
                </a:cubicBezTo>
                <a:cubicBezTo>
                  <a:pt x="4665743" y="104981"/>
                  <a:pt x="4710961" y="64738"/>
                  <a:pt x="4781768" y="64738"/>
                </a:cubicBezTo>
                <a:cubicBezTo>
                  <a:pt x="4853803" y="64738"/>
                  <a:pt x="4896568" y="106206"/>
                  <a:pt x="4896568" y="181792"/>
                </a:cubicBezTo>
                <a:cubicBezTo>
                  <a:pt x="4896743" y="251429"/>
                  <a:pt x="4862566" y="317217"/>
                  <a:pt x="4778263" y="355010"/>
                </a:cubicBezTo>
                <a:moveTo>
                  <a:pt x="4785624" y="0"/>
                </a:moveTo>
                <a:cubicBezTo>
                  <a:pt x="4617019" y="0"/>
                  <a:pt x="4533943" y="93958"/>
                  <a:pt x="4533943" y="211011"/>
                </a:cubicBezTo>
                <a:cubicBezTo>
                  <a:pt x="4533943" y="274350"/>
                  <a:pt x="4560759" y="337863"/>
                  <a:pt x="4631741" y="414674"/>
                </a:cubicBezTo>
                <a:lnTo>
                  <a:pt x="4632968" y="417124"/>
                </a:lnTo>
                <a:cubicBezTo>
                  <a:pt x="4513262" y="474513"/>
                  <a:pt x="4458228" y="567246"/>
                  <a:pt x="4458228" y="662254"/>
                </a:cubicBezTo>
                <a:cubicBezTo>
                  <a:pt x="4458228" y="787881"/>
                  <a:pt x="4554800" y="892862"/>
                  <a:pt x="4703775" y="892862"/>
                </a:cubicBezTo>
                <a:cubicBezTo>
                  <a:pt x="4789305" y="892862"/>
                  <a:pt x="4889557" y="857518"/>
                  <a:pt x="4979994" y="794005"/>
                </a:cubicBezTo>
                <a:lnTo>
                  <a:pt x="5053255" y="873265"/>
                </a:lnTo>
                <a:lnTo>
                  <a:pt x="5245170" y="873265"/>
                </a:lnTo>
                <a:lnTo>
                  <a:pt x="5245170" y="867141"/>
                </a:lnTo>
                <a:lnTo>
                  <a:pt x="5088834" y="695148"/>
                </a:lnTo>
                <a:cubicBezTo>
                  <a:pt x="5154909" y="617112"/>
                  <a:pt x="5192766" y="531728"/>
                  <a:pt x="5192766" y="457191"/>
                </a:cubicBezTo>
                <a:cubicBezTo>
                  <a:pt x="5192766" y="364458"/>
                  <a:pt x="5130372" y="302345"/>
                  <a:pt x="5032749" y="302345"/>
                </a:cubicBezTo>
                <a:cubicBezTo>
                  <a:pt x="4981396" y="302345"/>
                  <a:pt x="4923909" y="317042"/>
                  <a:pt x="4886051" y="331564"/>
                </a:cubicBezTo>
                <a:lnTo>
                  <a:pt x="4883598" y="326665"/>
                </a:lnTo>
                <a:cubicBezTo>
                  <a:pt x="4976489" y="276624"/>
                  <a:pt x="5015573" y="230258"/>
                  <a:pt x="5015573" y="165695"/>
                </a:cubicBezTo>
                <a:cubicBezTo>
                  <a:pt x="5015398" y="73312"/>
                  <a:pt x="4932322" y="0"/>
                  <a:pt x="4785624" y="0"/>
                </a:cubicBezTo>
                <a:moveTo>
                  <a:pt x="1128885" y="1543918"/>
                </a:moveTo>
                <a:cubicBezTo>
                  <a:pt x="1142381" y="1436662"/>
                  <a:pt x="1197239" y="1375599"/>
                  <a:pt x="1293810" y="1375599"/>
                </a:cubicBezTo>
                <a:cubicBezTo>
                  <a:pt x="1385474" y="1375599"/>
                  <a:pt x="1439280" y="1430538"/>
                  <a:pt x="1441734" y="1543918"/>
                </a:cubicBezTo>
                <a:lnTo>
                  <a:pt x="1128885" y="1543918"/>
                </a:lnTo>
                <a:moveTo>
                  <a:pt x="1293810" y="1292664"/>
                </a:moveTo>
                <a:cubicBezTo>
                  <a:pt x="1132566" y="1292664"/>
                  <a:pt x="1020045" y="1406043"/>
                  <a:pt x="1020045" y="1614780"/>
                </a:cubicBezTo>
                <a:cubicBezTo>
                  <a:pt x="1020045" y="1814768"/>
                  <a:pt x="1123978" y="1927098"/>
                  <a:pt x="1293810" y="1927098"/>
                </a:cubicBezTo>
                <a:cubicBezTo>
                  <a:pt x="1433146" y="1927098"/>
                  <a:pt x="1521129" y="1847837"/>
                  <a:pt x="1543037" y="1728334"/>
                </a:cubicBezTo>
                <a:lnTo>
                  <a:pt x="1450147" y="1704013"/>
                </a:lnTo>
                <a:cubicBezTo>
                  <a:pt x="1434198" y="1806545"/>
                  <a:pt x="1379339" y="1841888"/>
                  <a:pt x="1303450" y="1841888"/>
                </a:cubicBezTo>
                <a:cubicBezTo>
                  <a:pt x="1182516" y="1841888"/>
                  <a:pt x="1128710" y="1752829"/>
                  <a:pt x="1125029" y="1616180"/>
                </a:cubicBezTo>
                <a:lnTo>
                  <a:pt x="1544089" y="1616180"/>
                </a:lnTo>
                <a:lnTo>
                  <a:pt x="1544089" y="1582061"/>
                </a:lnTo>
                <a:cubicBezTo>
                  <a:pt x="1544440" y="1368250"/>
                  <a:pt x="1428238" y="1292664"/>
                  <a:pt x="1293810" y="1292664"/>
                </a:cubicBezTo>
                <a:moveTo>
                  <a:pt x="2967595" y="1543918"/>
                </a:moveTo>
                <a:cubicBezTo>
                  <a:pt x="2981091" y="1436662"/>
                  <a:pt x="3035949" y="1375599"/>
                  <a:pt x="3132520" y="1375599"/>
                </a:cubicBezTo>
                <a:cubicBezTo>
                  <a:pt x="3224184" y="1375599"/>
                  <a:pt x="3277991" y="1430538"/>
                  <a:pt x="3280444" y="1543918"/>
                </a:cubicBezTo>
                <a:lnTo>
                  <a:pt x="2967595" y="1543918"/>
                </a:lnTo>
                <a:moveTo>
                  <a:pt x="3132520" y="1292664"/>
                </a:moveTo>
                <a:cubicBezTo>
                  <a:pt x="2971276" y="1292664"/>
                  <a:pt x="2858756" y="1406043"/>
                  <a:pt x="2858756" y="1614780"/>
                </a:cubicBezTo>
                <a:cubicBezTo>
                  <a:pt x="2858756" y="1814768"/>
                  <a:pt x="2962688" y="1927098"/>
                  <a:pt x="3132520" y="1927098"/>
                </a:cubicBezTo>
                <a:cubicBezTo>
                  <a:pt x="3271856" y="1927098"/>
                  <a:pt x="3359839" y="1847837"/>
                  <a:pt x="3381748" y="1728334"/>
                </a:cubicBezTo>
                <a:lnTo>
                  <a:pt x="3288857" y="1704013"/>
                </a:lnTo>
                <a:cubicBezTo>
                  <a:pt x="3272908" y="1806545"/>
                  <a:pt x="3218050" y="1841888"/>
                  <a:pt x="3142160" y="1841888"/>
                </a:cubicBezTo>
                <a:cubicBezTo>
                  <a:pt x="3021227" y="1841888"/>
                  <a:pt x="2967420" y="1752829"/>
                  <a:pt x="2963740" y="1616180"/>
                </a:cubicBezTo>
                <a:lnTo>
                  <a:pt x="3382799" y="1616180"/>
                </a:lnTo>
                <a:lnTo>
                  <a:pt x="3382799" y="1582061"/>
                </a:lnTo>
                <a:cubicBezTo>
                  <a:pt x="3383150" y="1368250"/>
                  <a:pt x="3266949" y="1292664"/>
                  <a:pt x="3132520" y="1292664"/>
                </a:cubicBezTo>
                <a:moveTo>
                  <a:pt x="3766631" y="1292664"/>
                </a:moveTo>
                <a:cubicBezTo>
                  <a:pt x="3599252" y="1292664"/>
                  <a:pt x="3485505" y="1409717"/>
                  <a:pt x="3485505" y="1616005"/>
                </a:cubicBezTo>
                <a:cubicBezTo>
                  <a:pt x="3485505" y="1818442"/>
                  <a:pt x="3596623" y="1927098"/>
                  <a:pt x="3761723" y="1927098"/>
                </a:cubicBezTo>
                <a:cubicBezTo>
                  <a:pt x="3910874" y="1927098"/>
                  <a:pt x="3995177" y="1835589"/>
                  <a:pt x="4012178" y="1709962"/>
                </a:cubicBezTo>
                <a:lnTo>
                  <a:pt x="3915606" y="1686692"/>
                </a:lnTo>
                <a:cubicBezTo>
                  <a:pt x="3898430" y="1801296"/>
                  <a:pt x="3849531" y="1840313"/>
                  <a:pt x="3768909" y="1840313"/>
                </a:cubicBezTo>
                <a:cubicBezTo>
                  <a:pt x="3651657" y="1840313"/>
                  <a:pt x="3591716" y="1754929"/>
                  <a:pt x="3591716" y="1608481"/>
                </a:cubicBezTo>
                <a:cubicBezTo>
                  <a:pt x="3591716" y="1455909"/>
                  <a:pt x="3655337" y="1379098"/>
                  <a:pt x="3764002" y="1379098"/>
                </a:cubicBezTo>
                <a:cubicBezTo>
                  <a:pt x="3840943" y="1379098"/>
                  <a:pt x="3897204" y="1416891"/>
                  <a:pt x="3915606" y="1525546"/>
                </a:cubicBezTo>
                <a:lnTo>
                  <a:pt x="4012178" y="1502275"/>
                </a:lnTo>
                <a:cubicBezTo>
                  <a:pt x="3995177" y="1378048"/>
                  <a:pt x="3910874" y="1292664"/>
                  <a:pt x="3766631" y="1292664"/>
                </a:cubicBezTo>
                <a:moveTo>
                  <a:pt x="879833" y="1060831"/>
                </a:moveTo>
                <a:lnTo>
                  <a:pt x="718589" y="1060831"/>
                </a:lnTo>
                <a:lnTo>
                  <a:pt x="465680" y="1748805"/>
                </a:lnTo>
                <a:lnTo>
                  <a:pt x="211545" y="1060831"/>
                </a:lnTo>
                <a:lnTo>
                  <a:pt x="42765" y="1060831"/>
                </a:lnTo>
                <a:lnTo>
                  <a:pt x="42765" y="1914675"/>
                </a:lnTo>
                <a:lnTo>
                  <a:pt x="148976" y="1914675"/>
                </a:lnTo>
                <a:lnTo>
                  <a:pt x="148976" y="1179284"/>
                </a:lnTo>
                <a:lnTo>
                  <a:pt x="421513" y="1914850"/>
                </a:lnTo>
                <a:lnTo>
                  <a:pt x="503362" y="1914850"/>
                </a:lnTo>
                <a:lnTo>
                  <a:pt x="773447" y="1178060"/>
                </a:lnTo>
                <a:lnTo>
                  <a:pt x="773447" y="1914850"/>
                </a:lnTo>
                <a:lnTo>
                  <a:pt x="879833" y="1914850"/>
                </a:lnTo>
                <a:lnTo>
                  <a:pt x="879833" y="1060831"/>
                </a:lnTo>
                <a:moveTo>
                  <a:pt x="1920559" y="1840488"/>
                </a:moveTo>
                <a:cubicBezTo>
                  <a:pt x="1820307" y="1840488"/>
                  <a:pt x="1753181" y="1768577"/>
                  <a:pt x="1753181" y="1609881"/>
                </a:cubicBezTo>
                <a:cubicBezTo>
                  <a:pt x="1753181" y="1450135"/>
                  <a:pt x="1820307" y="1379273"/>
                  <a:pt x="1920559" y="1379273"/>
                </a:cubicBezTo>
                <a:cubicBezTo>
                  <a:pt x="2020811" y="1379273"/>
                  <a:pt x="2087938" y="1449960"/>
                  <a:pt x="2087938" y="1609881"/>
                </a:cubicBezTo>
                <a:cubicBezTo>
                  <a:pt x="2087938" y="1768402"/>
                  <a:pt x="2020811" y="1840488"/>
                  <a:pt x="1920559" y="1840488"/>
                </a:cubicBezTo>
                <a:moveTo>
                  <a:pt x="2186963" y="1060831"/>
                </a:moveTo>
                <a:lnTo>
                  <a:pt x="2085659" y="1060831"/>
                </a:lnTo>
                <a:lnTo>
                  <a:pt x="2085659" y="1421965"/>
                </a:lnTo>
                <a:cubicBezTo>
                  <a:pt x="2063576" y="1354777"/>
                  <a:pt x="2009945" y="1292664"/>
                  <a:pt x="1903559" y="1292664"/>
                </a:cubicBezTo>
                <a:cubicBezTo>
                  <a:pt x="1766676" y="1292664"/>
                  <a:pt x="1646970" y="1400094"/>
                  <a:pt x="1646970" y="1613555"/>
                </a:cubicBezTo>
                <a:cubicBezTo>
                  <a:pt x="1646970" y="1829465"/>
                  <a:pt x="1766676" y="1927098"/>
                  <a:pt x="1894971" y="1927098"/>
                </a:cubicBezTo>
                <a:cubicBezTo>
                  <a:pt x="1991542" y="1927098"/>
                  <a:pt x="2062349" y="1870933"/>
                  <a:pt x="2085659" y="1791672"/>
                </a:cubicBezTo>
                <a:lnTo>
                  <a:pt x="2085659" y="1838039"/>
                </a:lnTo>
                <a:cubicBezTo>
                  <a:pt x="2085659" y="1866034"/>
                  <a:pt x="2088113" y="1896653"/>
                  <a:pt x="2091794" y="1914850"/>
                </a:cubicBezTo>
                <a:lnTo>
                  <a:pt x="2194499" y="1914850"/>
                </a:lnTo>
                <a:cubicBezTo>
                  <a:pt x="2189592" y="1885630"/>
                  <a:pt x="2187138" y="1842938"/>
                  <a:pt x="2187138" y="1787998"/>
                </a:cubicBezTo>
                <a:lnTo>
                  <a:pt x="2187138" y="1060831"/>
                </a:lnTo>
                <a:moveTo>
                  <a:pt x="2956729" y="1060831"/>
                </a:moveTo>
                <a:lnTo>
                  <a:pt x="2296854" y="1060831"/>
                </a:lnTo>
                <a:lnTo>
                  <a:pt x="2296854" y="1149890"/>
                </a:lnTo>
                <a:lnTo>
                  <a:pt x="2574300" y="1149890"/>
                </a:lnTo>
                <a:lnTo>
                  <a:pt x="2574300" y="1914850"/>
                </a:lnTo>
                <a:lnTo>
                  <a:pt x="2680686" y="1914850"/>
                </a:lnTo>
                <a:lnTo>
                  <a:pt x="2680686" y="1149890"/>
                </a:lnTo>
                <a:lnTo>
                  <a:pt x="2956904" y="1149890"/>
                </a:lnTo>
                <a:lnTo>
                  <a:pt x="2956904" y="1060831"/>
                </a:lnTo>
                <a:moveTo>
                  <a:pt x="4229682" y="1060831"/>
                </a:moveTo>
                <a:lnTo>
                  <a:pt x="4128203" y="1060831"/>
                </a:lnTo>
                <a:lnTo>
                  <a:pt x="4128203" y="1914675"/>
                </a:lnTo>
                <a:lnTo>
                  <a:pt x="4229682" y="1914675"/>
                </a:lnTo>
                <a:lnTo>
                  <a:pt x="4229682" y="1513473"/>
                </a:lnTo>
                <a:cubicBezTo>
                  <a:pt x="4229682" y="1428089"/>
                  <a:pt x="4272447" y="1370699"/>
                  <a:pt x="4362884" y="1370699"/>
                </a:cubicBezTo>
                <a:cubicBezTo>
                  <a:pt x="4452094" y="1370699"/>
                  <a:pt x="4494859" y="1428089"/>
                  <a:pt x="4494859" y="1513473"/>
                </a:cubicBezTo>
                <a:lnTo>
                  <a:pt x="4494859" y="1914850"/>
                </a:lnTo>
                <a:lnTo>
                  <a:pt x="4596338" y="1914850"/>
                </a:lnTo>
                <a:lnTo>
                  <a:pt x="4596338" y="1492827"/>
                </a:lnTo>
                <a:cubicBezTo>
                  <a:pt x="4596338" y="1378223"/>
                  <a:pt x="4525530" y="1292839"/>
                  <a:pt x="4399515" y="1292839"/>
                </a:cubicBezTo>
                <a:cubicBezTo>
                  <a:pt x="4315212" y="1292839"/>
                  <a:pt x="4252817" y="1330632"/>
                  <a:pt x="4229682" y="1399044"/>
                </a:cubicBezTo>
                <a:lnTo>
                  <a:pt x="4229682" y="1060831"/>
                </a:lnTo>
              </a:path>
            </a:pathLst>
          </a:custGeom>
          <a:solidFill>
            <a:schemeClr val="bg1"/>
          </a:solidFill>
          <a:ln w="17520" cap="flat">
            <a:noFill/>
            <a:prstDash val="solid"/>
            <a:miter/>
          </a:ln>
        </p:spPr>
        <p:txBody>
          <a:bodyPr rtlCol="0" anchor="ctr"/>
          <a:lstStyle/>
          <a:p>
            <a:endParaRPr lang="en-GB"/>
          </a:p>
        </p:txBody>
      </p:sp>
    </p:spTree>
    <p:extLst>
      <p:ext uri="{BB962C8B-B14F-4D97-AF65-F5344CB8AC3E}">
        <p14:creationId xmlns:p14="http://schemas.microsoft.com/office/powerpoint/2010/main" val="404055261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97A17AB-0114-CDE0-D80E-3AAA53BE4837}"/>
              </a:ext>
            </a:extLst>
          </p:cNvPr>
          <p:cNvSpPr>
            <a:spLocks noGrp="1"/>
          </p:cNvSpPr>
          <p:nvPr>
            <p:ph type="ctrTitle" hasCustomPrompt="1"/>
          </p:nvPr>
        </p:nvSpPr>
        <p:spPr>
          <a:xfrm>
            <a:off x="284805" y="262670"/>
            <a:ext cx="9656119" cy="2617640"/>
          </a:xfrm>
        </p:spPr>
        <p:txBody>
          <a:bodyPr anchor="t"/>
          <a:lstStyle>
            <a:lvl1pPr algn="l">
              <a:lnSpc>
                <a:spcPct val="80000"/>
              </a:lnSpc>
              <a:defRPr sz="10500" b="0" i="0" spc="0" baseline="0">
                <a:solidFill>
                  <a:schemeClr val="bg1"/>
                </a:solidFill>
                <a:latin typeface="+mj-lt"/>
              </a:defRPr>
            </a:lvl1pPr>
          </a:lstStyle>
          <a:p>
            <a:r>
              <a:rPr lang="en-GB"/>
              <a:t>Master title style</a:t>
            </a:r>
          </a:p>
        </p:txBody>
      </p:sp>
      <p:sp>
        <p:nvSpPr>
          <p:cNvPr id="4" name="Subtitle 2">
            <a:extLst>
              <a:ext uri="{FF2B5EF4-FFF2-40B4-BE49-F238E27FC236}">
                <a16:creationId xmlns:a16="http://schemas.microsoft.com/office/drawing/2014/main" id="{05450C41-C7E7-6340-A050-6D8B66DFE0E0}"/>
              </a:ext>
            </a:extLst>
          </p:cNvPr>
          <p:cNvSpPr>
            <a:spLocks noGrp="1"/>
          </p:cNvSpPr>
          <p:nvPr>
            <p:ph type="subTitle" idx="1" hasCustomPrompt="1"/>
          </p:nvPr>
        </p:nvSpPr>
        <p:spPr>
          <a:xfrm>
            <a:off x="292100" y="2857687"/>
            <a:ext cx="2788292" cy="2031813"/>
          </a:xfrm>
        </p:spPr>
        <p:txBody>
          <a:bodyPr anchor="t"/>
          <a:lstStyle>
            <a:lvl1pPr marL="0" indent="0" algn="l">
              <a:lnSpc>
                <a:spcPct val="100000"/>
              </a:lnSpc>
              <a:spcBef>
                <a:spcPts val="0"/>
              </a:spcBef>
              <a:spcAft>
                <a:spcPts val="0"/>
              </a:spcAft>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Supporting details – delete if not required</a:t>
            </a:r>
          </a:p>
        </p:txBody>
      </p:sp>
      <p:sp>
        <p:nvSpPr>
          <p:cNvPr id="7" name="Graphic 6">
            <a:extLst>
              <a:ext uri="{FF2B5EF4-FFF2-40B4-BE49-F238E27FC236}">
                <a16:creationId xmlns:a16="http://schemas.microsoft.com/office/drawing/2014/main" id="{13A7BC74-AD25-AC8F-235C-DF688C527D4B}"/>
              </a:ext>
            </a:extLst>
          </p:cNvPr>
          <p:cNvSpPr>
            <a:spLocks noChangeAspect="1"/>
          </p:cNvSpPr>
          <p:nvPr userDrawn="1"/>
        </p:nvSpPr>
        <p:spPr>
          <a:xfrm>
            <a:off x="295014" y="6157305"/>
            <a:ext cx="2028986" cy="406800"/>
          </a:xfrm>
          <a:custGeom>
            <a:avLst/>
            <a:gdLst>
              <a:gd name="connsiteX0" fmla="*/ 950465 w 9611734"/>
              <a:gd name="connsiteY0" fmla="*/ 818675 h 1927097"/>
              <a:gd name="connsiteX1" fmla="*/ 803768 w 9611734"/>
              <a:gd name="connsiteY1" fmla="*/ 568646 h 1927097"/>
              <a:gd name="connsiteX2" fmla="*/ 950465 w 9611734"/>
              <a:gd name="connsiteY2" fmla="*/ 318617 h 1927097"/>
              <a:gd name="connsiteX3" fmla="*/ 1097162 w 9611734"/>
              <a:gd name="connsiteY3" fmla="*/ 568646 h 1927097"/>
              <a:gd name="connsiteX4" fmla="*/ 950465 w 9611734"/>
              <a:gd name="connsiteY4" fmla="*/ 818675 h 1927097"/>
              <a:gd name="connsiteX5" fmla="*/ 950465 w 9611734"/>
              <a:gd name="connsiteY5" fmla="*/ 251429 h 1927097"/>
              <a:gd name="connsiteX6" fmla="*/ 652338 w 9611734"/>
              <a:gd name="connsiteY6" fmla="*/ 568646 h 1927097"/>
              <a:gd name="connsiteX7" fmla="*/ 950465 w 9611734"/>
              <a:gd name="connsiteY7" fmla="*/ 885863 h 1927097"/>
              <a:gd name="connsiteX8" fmla="*/ 1248591 w 9611734"/>
              <a:gd name="connsiteY8" fmla="*/ 568646 h 1927097"/>
              <a:gd name="connsiteX9" fmla="*/ 950465 w 9611734"/>
              <a:gd name="connsiteY9" fmla="*/ 251429 h 1927097"/>
              <a:gd name="connsiteX10" fmla="*/ 2283534 w 9611734"/>
              <a:gd name="connsiteY10" fmla="*/ 251429 h 1927097"/>
              <a:gd name="connsiteX11" fmla="*/ 2114929 w 9611734"/>
              <a:gd name="connsiteY11" fmla="*/ 340488 h 1927097"/>
              <a:gd name="connsiteX12" fmla="*/ 2107568 w 9611734"/>
              <a:gd name="connsiteY12" fmla="*/ 340488 h 1927097"/>
              <a:gd name="connsiteX13" fmla="*/ 2107568 w 9611734"/>
              <a:gd name="connsiteY13" fmla="*/ 263677 h 1927097"/>
              <a:gd name="connsiteX14" fmla="*/ 1963324 w 9611734"/>
              <a:gd name="connsiteY14" fmla="*/ 263677 h 1927097"/>
              <a:gd name="connsiteX15" fmla="*/ 1963324 w 9611734"/>
              <a:gd name="connsiteY15" fmla="*/ 873615 h 1927097"/>
              <a:gd name="connsiteX16" fmla="*/ 2107568 w 9611734"/>
              <a:gd name="connsiteY16" fmla="*/ 873615 h 1927097"/>
              <a:gd name="connsiteX17" fmla="*/ 2107568 w 9611734"/>
              <a:gd name="connsiteY17" fmla="*/ 479412 h 1927097"/>
              <a:gd name="connsiteX18" fmla="*/ 2228501 w 9611734"/>
              <a:gd name="connsiteY18" fmla="*/ 336638 h 1927097"/>
              <a:gd name="connsiteX19" fmla="*/ 2332433 w 9611734"/>
              <a:gd name="connsiteY19" fmla="*/ 456142 h 1927097"/>
              <a:gd name="connsiteX20" fmla="*/ 2332433 w 9611734"/>
              <a:gd name="connsiteY20" fmla="*/ 873265 h 1927097"/>
              <a:gd name="connsiteX21" fmla="*/ 2476677 w 9611734"/>
              <a:gd name="connsiteY21" fmla="*/ 873265 h 1927097"/>
              <a:gd name="connsiteX22" fmla="*/ 2476677 w 9611734"/>
              <a:gd name="connsiteY22" fmla="*/ 455092 h 1927097"/>
              <a:gd name="connsiteX23" fmla="*/ 2283534 w 9611734"/>
              <a:gd name="connsiteY23" fmla="*/ 251429 h 1927097"/>
              <a:gd name="connsiteX24" fmla="*/ 2803897 w 9611734"/>
              <a:gd name="connsiteY24" fmla="*/ 251429 h 1927097"/>
              <a:gd name="connsiteX25" fmla="*/ 2570444 w 9611734"/>
              <a:gd name="connsiteY25" fmla="*/ 427097 h 1927097"/>
              <a:gd name="connsiteX26" fmla="*/ 2718368 w 9611734"/>
              <a:gd name="connsiteY26" fmla="*/ 602765 h 1927097"/>
              <a:gd name="connsiteX27" fmla="*/ 2840528 w 9611734"/>
              <a:gd name="connsiteY27" fmla="*/ 633209 h 1927097"/>
              <a:gd name="connsiteX28" fmla="*/ 2934645 w 9611734"/>
              <a:gd name="connsiteY28" fmla="*/ 723493 h 1927097"/>
              <a:gd name="connsiteX29" fmla="*/ 2813712 w 9611734"/>
              <a:gd name="connsiteY29" fmla="*/ 821125 h 1927097"/>
              <a:gd name="connsiteX30" fmla="*/ 2674376 w 9611734"/>
              <a:gd name="connsiteY30" fmla="*/ 679576 h 1927097"/>
              <a:gd name="connsiteX31" fmla="*/ 2544855 w 9611734"/>
              <a:gd name="connsiteY31" fmla="*/ 716144 h 1927097"/>
              <a:gd name="connsiteX32" fmla="*/ 2797763 w 9611734"/>
              <a:gd name="connsiteY32" fmla="*/ 885688 h 1927097"/>
              <a:gd name="connsiteX33" fmla="*/ 3051898 w 9611734"/>
              <a:gd name="connsiteY33" fmla="*/ 686924 h 1927097"/>
              <a:gd name="connsiteX34" fmla="*/ 2889427 w 9611734"/>
              <a:gd name="connsiteY34" fmla="*/ 503908 h 1927097"/>
              <a:gd name="connsiteX35" fmla="*/ 2772174 w 9611734"/>
              <a:gd name="connsiteY35" fmla="*/ 474688 h 1927097"/>
              <a:gd name="connsiteX36" fmla="*/ 2687872 w 9611734"/>
              <a:gd name="connsiteY36" fmla="*/ 394203 h 1927097"/>
              <a:gd name="connsiteX37" fmla="*/ 2791804 w 9611734"/>
              <a:gd name="connsiteY37" fmla="*/ 316167 h 1927097"/>
              <a:gd name="connsiteX38" fmla="*/ 2916418 w 9611734"/>
              <a:gd name="connsiteY38" fmla="*/ 433221 h 1927097"/>
              <a:gd name="connsiteX39" fmla="*/ 3038578 w 9611734"/>
              <a:gd name="connsiteY39" fmla="*/ 396652 h 1927097"/>
              <a:gd name="connsiteX40" fmla="*/ 2803897 w 9611734"/>
              <a:gd name="connsiteY40" fmla="*/ 251429 h 1927097"/>
              <a:gd name="connsiteX41" fmla="*/ 3409965 w 9611734"/>
              <a:gd name="connsiteY41" fmla="*/ 818675 h 1927097"/>
              <a:gd name="connsiteX42" fmla="*/ 3263268 w 9611734"/>
              <a:gd name="connsiteY42" fmla="*/ 568646 h 1927097"/>
              <a:gd name="connsiteX43" fmla="*/ 3409965 w 9611734"/>
              <a:gd name="connsiteY43" fmla="*/ 318617 h 1927097"/>
              <a:gd name="connsiteX44" fmla="*/ 3556663 w 9611734"/>
              <a:gd name="connsiteY44" fmla="*/ 568646 h 1927097"/>
              <a:gd name="connsiteX45" fmla="*/ 3409965 w 9611734"/>
              <a:gd name="connsiteY45" fmla="*/ 818675 h 1927097"/>
              <a:gd name="connsiteX46" fmla="*/ 3409965 w 9611734"/>
              <a:gd name="connsiteY46" fmla="*/ 251429 h 1927097"/>
              <a:gd name="connsiteX47" fmla="*/ 3111839 w 9611734"/>
              <a:gd name="connsiteY47" fmla="*/ 568646 h 1927097"/>
              <a:gd name="connsiteX48" fmla="*/ 3409965 w 9611734"/>
              <a:gd name="connsiteY48" fmla="*/ 885863 h 1927097"/>
              <a:gd name="connsiteX49" fmla="*/ 3708092 w 9611734"/>
              <a:gd name="connsiteY49" fmla="*/ 568646 h 1927097"/>
              <a:gd name="connsiteX50" fmla="*/ 3409965 w 9611734"/>
              <a:gd name="connsiteY50" fmla="*/ 251429 h 1927097"/>
              <a:gd name="connsiteX51" fmla="*/ 4113656 w 9611734"/>
              <a:gd name="connsiteY51" fmla="*/ 251429 h 1927097"/>
              <a:gd name="connsiteX52" fmla="*/ 3945051 w 9611734"/>
              <a:gd name="connsiteY52" fmla="*/ 340488 h 1927097"/>
              <a:gd name="connsiteX53" fmla="*/ 3937690 w 9611734"/>
              <a:gd name="connsiteY53" fmla="*/ 340488 h 1927097"/>
              <a:gd name="connsiteX54" fmla="*/ 3937690 w 9611734"/>
              <a:gd name="connsiteY54" fmla="*/ 263677 h 1927097"/>
              <a:gd name="connsiteX55" fmla="*/ 3793446 w 9611734"/>
              <a:gd name="connsiteY55" fmla="*/ 263677 h 1927097"/>
              <a:gd name="connsiteX56" fmla="*/ 3793446 w 9611734"/>
              <a:gd name="connsiteY56" fmla="*/ 873615 h 1927097"/>
              <a:gd name="connsiteX57" fmla="*/ 3937690 w 9611734"/>
              <a:gd name="connsiteY57" fmla="*/ 873615 h 1927097"/>
              <a:gd name="connsiteX58" fmla="*/ 3937690 w 9611734"/>
              <a:gd name="connsiteY58" fmla="*/ 479412 h 1927097"/>
              <a:gd name="connsiteX59" fmla="*/ 4058623 w 9611734"/>
              <a:gd name="connsiteY59" fmla="*/ 336638 h 1927097"/>
              <a:gd name="connsiteX60" fmla="*/ 4162555 w 9611734"/>
              <a:gd name="connsiteY60" fmla="*/ 456142 h 1927097"/>
              <a:gd name="connsiteX61" fmla="*/ 4162555 w 9611734"/>
              <a:gd name="connsiteY61" fmla="*/ 873265 h 1927097"/>
              <a:gd name="connsiteX62" fmla="*/ 4306799 w 9611734"/>
              <a:gd name="connsiteY62" fmla="*/ 873265 h 1927097"/>
              <a:gd name="connsiteX63" fmla="*/ 4306799 w 9611734"/>
              <a:gd name="connsiteY63" fmla="*/ 455092 h 1927097"/>
              <a:gd name="connsiteX64" fmla="*/ 4113656 w 9611734"/>
              <a:gd name="connsiteY64" fmla="*/ 251429 h 1927097"/>
              <a:gd name="connsiteX65" fmla="*/ 6255401 w 9611734"/>
              <a:gd name="connsiteY65" fmla="*/ 818675 h 1927097"/>
              <a:gd name="connsiteX66" fmla="*/ 6108704 w 9611734"/>
              <a:gd name="connsiteY66" fmla="*/ 568646 h 1927097"/>
              <a:gd name="connsiteX67" fmla="*/ 6255401 w 9611734"/>
              <a:gd name="connsiteY67" fmla="*/ 318617 h 1927097"/>
              <a:gd name="connsiteX68" fmla="*/ 6402098 w 9611734"/>
              <a:gd name="connsiteY68" fmla="*/ 568646 h 1927097"/>
              <a:gd name="connsiteX69" fmla="*/ 6255401 w 9611734"/>
              <a:gd name="connsiteY69" fmla="*/ 818675 h 1927097"/>
              <a:gd name="connsiteX70" fmla="*/ 6255401 w 9611734"/>
              <a:gd name="connsiteY70" fmla="*/ 251429 h 1927097"/>
              <a:gd name="connsiteX71" fmla="*/ 5957274 w 9611734"/>
              <a:gd name="connsiteY71" fmla="*/ 568646 h 1927097"/>
              <a:gd name="connsiteX72" fmla="*/ 6255401 w 9611734"/>
              <a:gd name="connsiteY72" fmla="*/ 885863 h 1927097"/>
              <a:gd name="connsiteX73" fmla="*/ 6553528 w 9611734"/>
              <a:gd name="connsiteY73" fmla="*/ 568646 h 1927097"/>
              <a:gd name="connsiteX74" fmla="*/ 6255401 w 9611734"/>
              <a:gd name="connsiteY74" fmla="*/ 251429 h 1927097"/>
              <a:gd name="connsiteX75" fmla="*/ 7588295 w 9611734"/>
              <a:gd name="connsiteY75" fmla="*/ 251429 h 1927097"/>
              <a:gd name="connsiteX76" fmla="*/ 7419689 w 9611734"/>
              <a:gd name="connsiteY76" fmla="*/ 340488 h 1927097"/>
              <a:gd name="connsiteX77" fmla="*/ 7412328 w 9611734"/>
              <a:gd name="connsiteY77" fmla="*/ 340488 h 1927097"/>
              <a:gd name="connsiteX78" fmla="*/ 7412328 w 9611734"/>
              <a:gd name="connsiteY78" fmla="*/ 263677 h 1927097"/>
              <a:gd name="connsiteX79" fmla="*/ 7268085 w 9611734"/>
              <a:gd name="connsiteY79" fmla="*/ 263677 h 1927097"/>
              <a:gd name="connsiteX80" fmla="*/ 7268085 w 9611734"/>
              <a:gd name="connsiteY80" fmla="*/ 873615 h 1927097"/>
              <a:gd name="connsiteX81" fmla="*/ 7412328 w 9611734"/>
              <a:gd name="connsiteY81" fmla="*/ 873615 h 1927097"/>
              <a:gd name="connsiteX82" fmla="*/ 7412328 w 9611734"/>
              <a:gd name="connsiteY82" fmla="*/ 479412 h 1927097"/>
              <a:gd name="connsiteX83" fmla="*/ 7533262 w 9611734"/>
              <a:gd name="connsiteY83" fmla="*/ 336638 h 1927097"/>
              <a:gd name="connsiteX84" fmla="*/ 7637194 w 9611734"/>
              <a:gd name="connsiteY84" fmla="*/ 456142 h 1927097"/>
              <a:gd name="connsiteX85" fmla="*/ 7637194 w 9611734"/>
              <a:gd name="connsiteY85" fmla="*/ 873265 h 1927097"/>
              <a:gd name="connsiteX86" fmla="*/ 7781438 w 9611734"/>
              <a:gd name="connsiteY86" fmla="*/ 873265 h 1927097"/>
              <a:gd name="connsiteX87" fmla="*/ 7781438 w 9611734"/>
              <a:gd name="connsiteY87" fmla="*/ 455092 h 1927097"/>
              <a:gd name="connsiteX88" fmla="*/ 7588295 w 9611734"/>
              <a:gd name="connsiteY88" fmla="*/ 251429 h 1927097"/>
              <a:gd name="connsiteX89" fmla="*/ 8108833 w 9611734"/>
              <a:gd name="connsiteY89" fmla="*/ 251429 h 1927097"/>
              <a:gd name="connsiteX90" fmla="*/ 7875380 w 9611734"/>
              <a:gd name="connsiteY90" fmla="*/ 427097 h 1927097"/>
              <a:gd name="connsiteX91" fmla="*/ 8023304 w 9611734"/>
              <a:gd name="connsiteY91" fmla="*/ 602765 h 1927097"/>
              <a:gd name="connsiteX92" fmla="*/ 8145464 w 9611734"/>
              <a:gd name="connsiteY92" fmla="*/ 633209 h 1927097"/>
              <a:gd name="connsiteX93" fmla="*/ 8239581 w 9611734"/>
              <a:gd name="connsiteY93" fmla="*/ 723493 h 1927097"/>
              <a:gd name="connsiteX94" fmla="*/ 8118648 w 9611734"/>
              <a:gd name="connsiteY94" fmla="*/ 821125 h 1927097"/>
              <a:gd name="connsiteX95" fmla="*/ 7979312 w 9611734"/>
              <a:gd name="connsiteY95" fmla="*/ 679576 h 1927097"/>
              <a:gd name="connsiteX96" fmla="*/ 7849791 w 9611734"/>
              <a:gd name="connsiteY96" fmla="*/ 716144 h 1927097"/>
              <a:gd name="connsiteX97" fmla="*/ 8102699 w 9611734"/>
              <a:gd name="connsiteY97" fmla="*/ 885688 h 1927097"/>
              <a:gd name="connsiteX98" fmla="*/ 8356834 w 9611734"/>
              <a:gd name="connsiteY98" fmla="*/ 686924 h 1927097"/>
              <a:gd name="connsiteX99" fmla="*/ 8194363 w 9611734"/>
              <a:gd name="connsiteY99" fmla="*/ 503908 h 1927097"/>
              <a:gd name="connsiteX100" fmla="*/ 8077110 w 9611734"/>
              <a:gd name="connsiteY100" fmla="*/ 474688 h 1927097"/>
              <a:gd name="connsiteX101" fmla="*/ 7992808 w 9611734"/>
              <a:gd name="connsiteY101" fmla="*/ 394203 h 1927097"/>
              <a:gd name="connsiteX102" fmla="*/ 8096740 w 9611734"/>
              <a:gd name="connsiteY102" fmla="*/ 316167 h 1927097"/>
              <a:gd name="connsiteX103" fmla="*/ 8221353 w 9611734"/>
              <a:gd name="connsiteY103" fmla="*/ 433221 h 1927097"/>
              <a:gd name="connsiteX104" fmla="*/ 8343514 w 9611734"/>
              <a:gd name="connsiteY104" fmla="*/ 396652 h 1927097"/>
              <a:gd name="connsiteX105" fmla="*/ 8108833 w 9611734"/>
              <a:gd name="connsiteY105" fmla="*/ 251429 h 1927097"/>
              <a:gd name="connsiteX106" fmla="*/ 8714726 w 9611734"/>
              <a:gd name="connsiteY106" fmla="*/ 818675 h 1927097"/>
              <a:gd name="connsiteX107" fmla="*/ 8568028 w 9611734"/>
              <a:gd name="connsiteY107" fmla="*/ 568646 h 1927097"/>
              <a:gd name="connsiteX108" fmla="*/ 8714726 w 9611734"/>
              <a:gd name="connsiteY108" fmla="*/ 318617 h 1927097"/>
              <a:gd name="connsiteX109" fmla="*/ 8861423 w 9611734"/>
              <a:gd name="connsiteY109" fmla="*/ 568646 h 1927097"/>
              <a:gd name="connsiteX110" fmla="*/ 8714726 w 9611734"/>
              <a:gd name="connsiteY110" fmla="*/ 818675 h 1927097"/>
              <a:gd name="connsiteX111" fmla="*/ 8714726 w 9611734"/>
              <a:gd name="connsiteY111" fmla="*/ 251429 h 1927097"/>
              <a:gd name="connsiteX112" fmla="*/ 8416599 w 9611734"/>
              <a:gd name="connsiteY112" fmla="*/ 568646 h 1927097"/>
              <a:gd name="connsiteX113" fmla="*/ 8714726 w 9611734"/>
              <a:gd name="connsiteY113" fmla="*/ 885863 h 1927097"/>
              <a:gd name="connsiteX114" fmla="*/ 9012852 w 9611734"/>
              <a:gd name="connsiteY114" fmla="*/ 568646 h 1927097"/>
              <a:gd name="connsiteX115" fmla="*/ 8714726 w 9611734"/>
              <a:gd name="connsiteY115" fmla="*/ 251429 h 1927097"/>
              <a:gd name="connsiteX116" fmla="*/ 9418592 w 9611734"/>
              <a:gd name="connsiteY116" fmla="*/ 251429 h 1927097"/>
              <a:gd name="connsiteX117" fmla="*/ 9249987 w 9611734"/>
              <a:gd name="connsiteY117" fmla="*/ 340488 h 1927097"/>
              <a:gd name="connsiteX118" fmla="*/ 9242625 w 9611734"/>
              <a:gd name="connsiteY118" fmla="*/ 340488 h 1927097"/>
              <a:gd name="connsiteX119" fmla="*/ 9242625 w 9611734"/>
              <a:gd name="connsiteY119" fmla="*/ 263677 h 1927097"/>
              <a:gd name="connsiteX120" fmla="*/ 9098382 w 9611734"/>
              <a:gd name="connsiteY120" fmla="*/ 263677 h 1927097"/>
              <a:gd name="connsiteX121" fmla="*/ 9098382 w 9611734"/>
              <a:gd name="connsiteY121" fmla="*/ 873615 h 1927097"/>
              <a:gd name="connsiteX122" fmla="*/ 9242625 w 9611734"/>
              <a:gd name="connsiteY122" fmla="*/ 873615 h 1927097"/>
              <a:gd name="connsiteX123" fmla="*/ 9242625 w 9611734"/>
              <a:gd name="connsiteY123" fmla="*/ 479412 h 1927097"/>
              <a:gd name="connsiteX124" fmla="*/ 9363559 w 9611734"/>
              <a:gd name="connsiteY124" fmla="*/ 336638 h 1927097"/>
              <a:gd name="connsiteX125" fmla="*/ 9467491 w 9611734"/>
              <a:gd name="connsiteY125" fmla="*/ 456142 h 1927097"/>
              <a:gd name="connsiteX126" fmla="*/ 9467491 w 9611734"/>
              <a:gd name="connsiteY126" fmla="*/ 873265 h 1927097"/>
              <a:gd name="connsiteX127" fmla="*/ 9611734 w 9611734"/>
              <a:gd name="connsiteY127" fmla="*/ 873265 h 1927097"/>
              <a:gd name="connsiteX128" fmla="*/ 9611734 w 9611734"/>
              <a:gd name="connsiteY128" fmla="*/ 455092 h 1927097"/>
              <a:gd name="connsiteX129" fmla="*/ 9418592 w 9611734"/>
              <a:gd name="connsiteY129" fmla="*/ 251429 h 1927097"/>
              <a:gd name="connsiteX130" fmla="*/ 566984 w 9611734"/>
              <a:gd name="connsiteY130" fmla="*/ 19596 h 1927097"/>
              <a:gd name="connsiteX131" fmla="*/ 415379 w 9611734"/>
              <a:gd name="connsiteY131" fmla="*/ 19596 h 1927097"/>
              <a:gd name="connsiteX132" fmla="*/ 415379 w 9611734"/>
              <a:gd name="connsiteY132" fmla="*/ 650356 h 1927097"/>
              <a:gd name="connsiteX133" fmla="*/ 283404 w 9611734"/>
              <a:gd name="connsiteY133" fmla="*/ 813776 h 1927097"/>
              <a:gd name="connsiteX134" fmla="*/ 151429 w 9611734"/>
              <a:gd name="connsiteY134" fmla="*/ 638108 h 1927097"/>
              <a:gd name="connsiteX135" fmla="*/ 151429 w 9611734"/>
              <a:gd name="connsiteY135" fmla="*/ 521055 h 1927097"/>
              <a:gd name="connsiteX136" fmla="*/ 0 w 9611734"/>
              <a:gd name="connsiteY136" fmla="*/ 558848 h 1927097"/>
              <a:gd name="connsiteX137" fmla="*/ 0 w 9611734"/>
              <a:gd name="connsiteY137" fmla="*/ 611338 h 1927097"/>
              <a:gd name="connsiteX138" fmla="*/ 283580 w 9611734"/>
              <a:gd name="connsiteY138" fmla="*/ 893212 h 1927097"/>
              <a:gd name="connsiteX139" fmla="*/ 566984 w 9611734"/>
              <a:gd name="connsiteY139" fmla="*/ 611338 h 1927097"/>
              <a:gd name="connsiteX140" fmla="*/ 566984 w 9611734"/>
              <a:gd name="connsiteY140" fmla="*/ 19596 h 1927097"/>
              <a:gd name="connsiteX141" fmla="*/ 1478364 w 9611734"/>
              <a:gd name="connsiteY141" fmla="*/ 19596 h 1927097"/>
              <a:gd name="connsiteX142" fmla="*/ 1334121 w 9611734"/>
              <a:gd name="connsiteY142" fmla="*/ 19596 h 1927097"/>
              <a:gd name="connsiteX143" fmla="*/ 1334121 w 9611734"/>
              <a:gd name="connsiteY143" fmla="*/ 873440 h 1927097"/>
              <a:gd name="connsiteX144" fmla="*/ 1478364 w 9611734"/>
              <a:gd name="connsiteY144" fmla="*/ 873440 h 1927097"/>
              <a:gd name="connsiteX145" fmla="*/ 1478364 w 9611734"/>
              <a:gd name="connsiteY145" fmla="*/ 479412 h 1927097"/>
              <a:gd name="connsiteX146" fmla="*/ 1599298 w 9611734"/>
              <a:gd name="connsiteY146" fmla="*/ 336638 h 1927097"/>
              <a:gd name="connsiteX147" fmla="*/ 1703230 w 9611734"/>
              <a:gd name="connsiteY147" fmla="*/ 456142 h 1927097"/>
              <a:gd name="connsiteX148" fmla="*/ 1703230 w 9611734"/>
              <a:gd name="connsiteY148" fmla="*/ 873265 h 1927097"/>
              <a:gd name="connsiteX149" fmla="*/ 1847474 w 9611734"/>
              <a:gd name="connsiteY149" fmla="*/ 873265 h 1927097"/>
              <a:gd name="connsiteX150" fmla="*/ 1847474 w 9611734"/>
              <a:gd name="connsiteY150" fmla="*/ 455092 h 1927097"/>
              <a:gd name="connsiteX151" fmla="*/ 1654331 w 9611734"/>
              <a:gd name="connsiteY151" fmla="*/ 251429 h 1927097"/>
              <a:gd name="connsiteX152" fmla="*/ 1485726 w 9611734"/>
              <a:gd name="connsiteY152" fmla="*/ 340488 h 1927097"/>
              <a:gd name="connsiteX153" fmla="*/ 1478364 w 9611734"/>
              <a:gd name="connsiteY153" fmla="*/ 340488 h 1927097"/>
              <a:gd name="connsiteX154" fmla="*/ 1478364 w 9611734"/>
              <a:gd name="connsiteY154" fmla="*/ 19596 h 1927097"/>
              <a:gd name="connsiteX155" fmla="*/ 5871744 w 9611734"/>
              <a:gd name="connsiteY155" fmla="*/ 19596 h 1927097"/>
              <a:gd name="connsiteX156" fmla="*/ 5720315 w 9611734"/>
              <a:gd name="connsiteY156" fmla="*/ 19596 h 1927097"/>
              <a:gd name="connsiteX157" fmla="*/ 5720315 w 9611734"/>
              <a:gd name="connsiteY157" fmla="*/ 650356 h 1927097"/>
              <a:gd name="connsiteX158" fmla="*/ 5588340 w 9611734"/>
              <a:gd name="connsiteY158" fmla="*/ 813776 h 1927097"/>
              <a:gd name="connsiteX159" fmla="*/ 5456366 w 9611734"/>
              <a:gd name="connsiteY159" fmla="*/ 638108 h 1927097"/>
              <a:gd name="connsiteX160" fmla="*/ 5456366 w 9611734"/>
              <a:gd name="connsiteY160" fmla="*/ 521055 h 1927097"/>
              <a:gd name="connsiteX161" fmla="*/ 5304936 w 9611734"/>
              <a:gd name="connsiteY161" fmla="*/ 558848 h 1927097"/>
              <a:gd name="connsiteX162" fmla="*/ 5304936 w 9611734"/>
              <a:gd name="connsiteY162" fmla="*/ 611338 h 1927097"/>
              <a:gd name="connsiteX163" fmla="*/ 5588515 w 9611734"/>
              <a:gd name="connsiteY163" fmla="*/ 893212 h 1927097"/>
              <a:gd name="connsiteX164" fmla="*/ 5871920 w 9611734"/>
              <a:gd name="connsiteY164" fmla="*/ 611338 h 1927097"/>
              <a:gd name="connsiteX165" fmla="*/ 5871920 w 9611734"/>
              <a:gd name="connsiteY165" fmla="*/ 19596 h 1927097"/>
              <a:gd name="connsiteX166" fmla="*/ 6783125 w 9611734"/>
              <a:gd name="connsiteY166" fmla="*/ 19596 h 1927097"/>
              <a:gd name="connsiteX167" fmla="*/ 6638882 w 9611734"/>
              <a:gd name="connsiteY167" fmla="*/ 19596 h 1927097"/>
              <a:gd name="connsiteX168" fmla="*/ 6638882 w 9611734"/>
              <a:gd name="connsiteY168" fmla="*/ 873440 h 1927097"/>
              <a:gd name="connsiteX169" fmla="*/ 6783125 w 9611734"/>
              <a:gd name="connsiteY169" fmla="*/ 873440 h 1927097"/>
              <a:gd name="connsiteX170" fmla="*/ 6783125 w 9611734"/>
              <a:gd name="connsiteY170" fmla="*/ 479412 h 1927097"/>
              <a:gd name="connsiteX171" fmla="*/ 6904059 w 9611734"/>
              <a:gd name="connsiteY171" fmla="*/ 336638 h 1927097"/>
              <a:gd name="connsiteX172" fmla="*/ 7007991 w 9611734"/>
              <a:gd name="connsiteY172" fmla="*/ 456142 h 1927097"/>
              <a:gd name="connsiteX173" fmla="*/ 7007991 w 9611734"/>
              <a:gd name="connsiteY173" fmla="*/ 873265 h 1927097"/>
              <a:gd name="connsiteX174" fmla="*/ 7152234 w 9611734"/>
              <a:gd name="connsiteY174" fmla="*/ 873265 h 1927097"/>
              <a:gd name="connsiteX175" fmla="*/ 7152234 w 9611734"/>
              <a:gd name="connsiteY175" fmla="*/ 455092 h 1927097"/>
              <a:gd name="connsiteX176" fmla="*/ 6959092 w 9611734"/>
              <a:gd name="connsiteY176" fmla="*/ 251429 h 1927097"/>
              <a:gd name="connsiteX177" fmla="*/ 6790486 w 9611734"/>
              <a:gd name="connsiteY177" fmla="*/ 340488 h 1927097"/>
              <a:gd name="connsiteX178" fmla="*/ 6783125 w 9611734"/>
              <a:gd name="connsiteY178" fmla="*/ 340488 h 1927097"/>
              <a:gd name="connsiteX179" fmla="*/ 6783125 w 9611734"/>
              <a:gd name="connsiteY179" fmla="*/ 19596 h 1927097"/>
              <a:gd name="connsiteX180" fmla="*/ 4781944 w 9611734"/>
              <a:gd name="connsiteY180" fmla="*/ 803978 h 1927097"/>
              <a:gd name="connsiteX181" fmla="*/ 4592482 w 9611734"/>
              <a:gd name="connsiteY181" fmla="*/ 607489 h 1927097"/>
              <a:gd name="connsiteX182" fmla="*/ 4666970 w 9611734"/>
              <a:gd name="connsiteY182" fmla="*/ 452642 h 1927097"/>
              <a:gd name="connsiteX183" fmla="*/ 4943188 w 9611734"/>
              <a:gd name="connsiteY183" fmla="*/ 753937 h 1927097"/>
              <a:gd name="connsiteX184" fmla="*/ 4781944 w 9611734"/>
              <a:gd name="connsiteY184" fmla="*/ 803978 h 1927097"/>
              <a:gd name="connsiteX185" fmla="*/ 5050801 w 9611734"/>
              <a:gd name="connsiteY185" fmla="*/ 653855 h 1927097"/>
              <a:gd name="connsiteX186" fmla="*/ 4811388 w 9611734"/>
              <a:gd name="connsiteY186" fmla="*/ 390354 h 1927097"/>
              <a:gd name="connsiteX187" fmla="*/ 4929868 w 9611734"/>
              <a:gd name="connsiteY187" fmla="*/ 367083 h 1927097"/>
              <a:gd name="connsiteX188" fmla="*/ 5089885 w 9611734"/>
              <a:gd name="connsiteY188" fmla="*/ 523154 h 1927097"/>
              <a:gd name="connsiteX189" fmla="*/ 5050801 w 9611734"/>
              <a:gd name="connsiteY189" fmla="*/ 653855 h 1927097"/>
              <a:gd name="connsiteX190" fmla="*/ 4778263 w 9611734"/>
              <a:gd name="connsiteY190" fmla="*/ 355010 h 1927097"/>
              <a:gd name="connsiteX191" fmla="*/ 4725684 w 9611734"/>
              <a:gd name="connsiteY191" fmla="*/ 296396 h 1927097"/>
              <a:gd name="connsiteX192" fmla="*/ 4665743 w 9611734"/>
              <a:gd name="connsiteY192" fmla="*/ 175668 h 1927097"/>
              <a:gd name="connsiteX193" fmla="*/ 4781768 w 9611734"/>
              <a:gd name="connsiteY193" fmla="*/ 64738 h 1927097"/>
              <a:gd name="connsiteX194" fmla="*/ 4896568 w 9611734"/>
              <a:gd name="connsiteY194" fmla="*/ 181792 h 1927097"/>
              <a:gd name="connsiteX195" fmla="*/ 4778263 w 9611734"/>
              <a:gd name="connsiteY195" fmla="*/ 355010 h 1927097"/>
              <a:gd name="connsiteX196" fmla="*/ 4785624 w 9611734"/>
              <a:gd name="connsiteY196" fmla="*/ 0 h 1927097"/>
              <a:gd name="connsiteX197" fmla="*/ 4533943 w 9611734"/>
              <a:gd name="connsiteY197" fmla="*/ 211011 h 1927097"/>
              <a:gd name="connsiteX198" fmla="*/ 4631741 w 9611734"/>
              <a:gd name="connsiteY198" fmla="*/ 414674 h 1927097"/>
              <a:gd name="connsiteX199" fmla="*/ 4632968 w 9611734"/>
              <a:gd name="connsiteY199" fmla="*/ 417124 h 1927097"/>
              <a:gd name="connsiteX200" fmla="*/ 4458228 w 9611734"/>
              <a:gd name="connsiteY200" fmla="*/ 662254 h 1927097"/>
              <a:gd name="connsiteX201" fmla="*/ 4703775 w 9611734"/>
              <a:gd name="connsiteY201" fmla="*/ 892862 h 1927097"/>
              <a:gd name="connsiteX202" fmla="*/ 4979994 w 9611734"/>
              <a:gd name="connsiteY202" fmla="*/ 794005 h 1927097"/>
              <a:gd name="connsiteX203" fmla="*/ 5053255 w 9611734"/>
              <a:gd name="connsiteY203" fmla="*/ 873265 h 1927097"/>
              <a:gd name="connsiteX204" fmla="*/ 5245170 w 9611734"/>
              <a:gd name="connsiteY204" fmla="*/ 873265 h 1927097"/>
              <a:gd name="connsiteX205" fmla="*/ 5245170 w 9611734"/>
              <a:gd name="connsiteY205" fmla="*/ 867141 h 1927097"/>
              <a:gd name="connsiteX206" fmla="*/ 5088834 w 9611734"/>
              <a:gd name="connsiteY206" fmla="*/ 695148 h 1927097"/>
              <a:gd name="connsiteX207" fmla="*/ 5192766 w 9611734"/>
              <a:gd name="connsiteY207" fmla="*/ 457191 h 1927097"/>
              <a:gd name="connsiteX208" fmla="*/ 5032749 w 9611734"/>
              <a:gd name="connsiteY208" fmla="*/ 302345 h 1927097"/>
              <a:gd name="connsiteX209" fmla="*/ 4886051 w 9611734"/>
              <a:gd name="connsiteY209" fmla="*/ 331564 h 1927097"/>
              <a:gd name="connsiteX210" fmla="*/ 4883598 w 9611734"/>
              <a:gd name="connsiteY210" fmla="*/ 326665 h 1927097"/>
              <a:gd name="connsiteX211" fmla="*/ 5015573 w 9611734"/>
              <a:gd name="connsiteY211" fmla="*/ 165695 h 1927097"/>
              <a:gd name="connsiteX212" fmla="*/ 4785624 w 9611734"/>
              <a:gd name="connsiteY212" fmla="*/ 0 h 1927097"/>
              <a:gd name="connsiteX213" fmla="*/ 1128885 w 9611734"/>
              <a:gd name="connsiteY213" fmla="*/ 1543918 h 1927097"/>
              <a:gd name="connsiteX214" fmla="*/ 1293810 w 9611734"/>
              <a:gd name="connsiteY214" fmla="*/ 1375599 h 1927097"/>
              <a:gd name="connsiteX215" fmla="*/ 1441734 w 9611734"/>
              <a:gd name="connsiteY215" fmla="*/ 1543918 h 1927097"/>
              <a:gd name="connsiteX216" fmla="*/ 1128885 w 9611734"/>
              <a:gd name="connsiteY216" fmla="*/ 1543918 h 1927097"/>
              <a:gd name="connsiteX217" fmla="*/ 1293810 w 9611734"/>
              <a:gd name="connsiteY217" fmla="*/ 1292664 h 1927097"/>
              <a:gd name="connsiteX218" fmla="*/ 1020045 w 9611734"/>
              <a:gd name="connsiteY218" fmla="*/ 1614780 h 1927097"/>
              <a:gd name="connsiteX219" fmla="*/ 1293810 w 9611734"/>
              <a:gd name="connsiteY219" fmla="*/ 1927098 h 1927097"/>
              <a:gd name="connsiteX220" fmla="*/ 1543037 w 9611734"/>
              <a:gd name="connsiteY220" fmla="*/ 1728334 h 1927097"/>
              <a:gd name="connsiteX221" fmla="*/ 1450147 w 9611734"/>
              <a:gd name="connsiteY221" fmla="*/ 1704013 h 1927097"/>
              <a:gd name="connsiteX222" fmla="*/ 1303450 w 9611734"/>
              <a:gd name="connsiteY222" fmla="*/ 1841888 h 1927097"/>
              <a:gd name="connsiteX223" fmla="*/ 1125029 w 9611734"/>
              <a:gd name="connsiteY223" fmla="*/ 1616180 h 1927097"/>
              <a:gd name="connsiteX224" fmla="*/ 1544089 w 9611734"/>
              <a:gd name="connsiteY224" fmla="*/ 1616180 h 1927097"/>
              <a:gd name="connsiteX225" fmla="*/ 1544089 w 9611734"/>
              <a:gd name="connsiteY225" fmla="*/ 1582061 h 1927097"/>
              <a:gd name="connsiteX226" fmla="*/ 1293810 w 9611734"/>
              <a:gd name="connsiteY226" fmla="*/ 1292664 h 1927097"/>
              <a:gd name="connsiteX227" fmla="*/ 2967595 w 9611734"/>
              <a:gd name="connsiteY227" fmla="*/ 1543918 h 1927097"/>
              <a:gd name="connsiteX228" fmla="*/ 3132520 w 9611734"/>
              <a:gd name="connsiteY228" fmla="*/ 1375599 h 1927097"/>
              <a:gd name="connsiteX229" fmla="*/ 3280444 w 9611734"/>
              <a:gd name="connsiteY229" fmla="*/ 1543918 h 1927097"/>
              <a:gd name="connsiteX230" fmla="*/ 2967595 w 9611734"/>
              <a:gd name="connsiteY230" fmla="*/ 1543918 h 1927097"/>
              <a:gd name="connsiteX231" fmla="*/ 3132520 w 9611734"/>
              <a:gd name="connsiteY231" fmla="*/ 1292664 h 1927097"/>
              <a:gd name="connsiteX232" fmla="*/ 2858756 w 9611734"/>
              <a:gd name="connsiteY232" fmla="*/ 1614780 h 1927097"/>
              <a:gd name="connsiteX233" fmla="*/ 3132520 w 9611734"/>
              <a:gd name="connsiteY233" fmla="*/ 1927098 h 1927097"/>
              <a:gd name="connsiteX234" fmla="*/ 3381748 w 9611734"/>
              <a:gd name="connsiteY234" fmla="*/ 1728334 h 1927097"/>
              <a:gd name="connsiteX235" fmla="*/ 3288857 w 9611734"/>
              <a:gd name="connsiteY235" fmla="*/ 1704013 h 1927097"/>
              <a:gd name="connsiteX236" fmla="*/ 3142160 w 9611734"/>
              <a:gd name="connsiteY236" fmla="*/ 1841888 h 1927097"/>
              <a:gd name="connsiteX237" fmla="*/ 2963740 w 9611734"/>
              <a:gd name="connsiteY237" fmla="*/ 1616180 h 1927097"/>
              <a:gd name="connsiteX238" fmla="*/ 3382799 w 9611734"/>
              <a:gd name="connsiteY238" fmla="*/ 1616180 h 1927097"/>
              <a:gd name="connsiteX239" fmla="*/ 3382799 w 9611734"/>
              <a:gd name="connsiteY239" fmla="*/ 1582061 h 1927097"/>
              <a:gd name="connsiteX240" fmla="*/ 3132520 w 9611734"/>
              <a:gd name="connsiteY240" fmla="*/ 1292664 h 1927097"/>
              <a:gd name="connsiteX241" fmla="*/ 3766631 w 9611734"/>
              <a:gd name="connsiteY241" fmla="*/ 1292664 h 1927097"/>
              <a:gd name="connsiteX242" fmla="*/ 3485505 w 9611734"/>
              <a:gd name="connsiteY242" fmla="*/ 1616005 h 1927097"/>
              <a:gd name="connsiteX243" fmla="*/ 3761723 w 9611734"/>
              <a:gd name="connsiteY243" fmla="*/ 1927098 h 1927097"/>
              <a:gd name="connsiteX244" fmla="*/ 4012178 w 9611734"/>
              <a:gd name="connsiteY244" fmla="*/ 1709962 h 1927097"/>
              <a:gd name="connsiteX245" fmla="*/ 3915606 w 9611734"/>
              <a:gd name="connsiteY245" fmla="*/ 1686692 h 1927097"/>
              <a:gd name="connsiteX246" fmla="*/ 3768909 w 9611734"/>
              <a:gd name="connsiteY246" fmla="*/ 1840313 h 1927097"/>
              <a:gd name="connsiteX247" fmla="*/ 3591716 w 9611734"/>
              <a:gd name="connsiteY247" fmla="*/ 1608481 h 1927097"/>
              <a:gd name="connsiteX248" fmla="*/ 3764002 w 9611734"/>
              <a:gd name="connsiteY248" fmla="*/ 1379098 h 1927097"/>
              <a:gd name="connsiteX249" fmla="*/ 3915606 w 9611734"/>
              <a:gd name="connsiteY249" fmla="*/ 1525546 h 1927097"/>
              <a:gd name="connsiteX250" fmla="*/ 4012178 w 9611734"/>
              <a:gd name="connsiteY250" fmla="*/ 1502275 h 1927097"/>
              <a:gd name="connsiteX251" fmla="*/ 3766631 w 9611734"/>
              <a:gd name="connsiteY251" fmla="*/ 1292664 h 1927097"/>
              <a:gd name="connsiteX252" fmla="*/ 879833 w 9611734"/>
              <a:gd name="connsiteY252" fmla="*/ 1060831 h 1927097"/>
              <a:gd name="connsiteX253" fmla="*/ 718589 w 9611734"/>
              <a:gd name="connsiteY253" fmla="*/ 1060831 h 1927097"/>
              <a:gd name="connsiteX254" fmla="*/ 465680 w 9611734"/>
              <a:gd name="connsiteY254" fmla="*/ 1748805 h 1927097"/>
              <a:gd name="connsiteX255" fmla="*/ 211545 w 9611734"/>
              <a:gd name="connsiteY255" fmla="*/ 1060831 h 1927097"/>
              <a:gd name="connsiteX256" fmla="*/ 42765 w 9611734"/>
              <a:gd name="connsiteY256" fmla="*/ 1060831 h 1927097"/>
              <a:gd name="connsiteX257" fmla="*/ 42765 w 9611734"/>
              <a:gd name="connsiteY257" fmla="*/ 1914675 h 1927097"/>
              <a:gd name="connsiteX258" fmla="*/ 148976 w 9611734"/>
              <a:gd name="connsiteY258" fmla="*/ 1914675 h 1927097"/>
              <a:gd name="connsiteX259" fmla="*/ 148976 w 9611734"/>
              <a:gd name="connsiteY259" fmla="*/ 1179284 h 1927097"/>
              <a:gd name="connsiteX260" fmla="*/ 421513 w 9611734"/>
              <a:gd name="connsiteY260" fmla="*/ 1914850 h 1927097"/>
              <a:gd name="connsiteX261" fmla="*/ 503362 w 9611734"/>
              <a:gd name="connsiteY261" fmla="*/ 1914850 h 1927097"/>
              <a:gd name="connsiteX262" fmla="*/ 773447 w 9611734"/>
              <a:gd name="connsiteY262" fmla="*/ 1178060 h 1927097"/>
              <a:gd name="connsiteX263" fmla="*/ 773447 w 9611734"/>
              <a:gd name="connsiteY263" fmla="*/ 1914850 h 1927097"/>
              <a:gd name="connsiteX264" fmla="*/ 879833 w 9611734"/>
              <a:gd name="connsiteY264" fmla="*/ 1914850 h 1927097"/>
              <a:gd name="connsiteX265" fmla="*/ 879833 w 9611734"/>
              <a:gd name="connsiteY265" fmla="*/ 1060831 h 1927097"/>
              <a:gd name="connsiteX266" fmla="*/ 1920559 w 9611734"/>
              <a:gd name="connsiteY266" fmla="*/ 1840488 h 1927097"/>
              <a:gd name="connsiteX267" fmla="*/ 1753181 w 9611734"/>
              <a:gd name="connsiteY267" fmla="*/ 1609881 h 1927097"/>
              <a:gd name="connsiteX268" fmla="*/ 1920559 w 9611734"/>
              <a:gd name="connsiteY268" fmla="*/ 1379273 h 1927097"/>
              <a:gd name="connsiteX269" fmla="*/ 2087938 w 9611734"/>
              <a:gd name="connsiteY269" fmla="*/ 1609881 h 1927097"/>
              <a:gd name="connsiteX270" fmla="*/ 1920559 w 9611734"/>
              <a:gd name="connsiteY270" fmla="*/ 1840488 h 1927097"/>
              <a:gd name="connsiteX271" fmla="*/ 2186963 w 9611734"/>
              <a:gd name="connsiteY271" fmla="*/ 1060831 h 1927097"/>
              <a:gd name="connsiteX272" fmla="*/ 2085659 w 9611734"/>
              <a:gd name="connsiteY272" fmla="*/ 1060831 h 1927097"/>
              <a:gd name="connsiteX273" fmla="*/ 2085659 w 9611734"/>
              <a:gd name="connsiteY273" fmla="*/ 1421965 h 1927097"/>
              <a:gd name="connsiteX274" fmla="*/ 1903559 w 9611734"/>
              <a:gd name="connsiteY274" fmla="*/ 1292664 h 1927097"/>
              <a:gd name="connsiteX275" fmla="*/ 1646970 w 9611734"/>
              <a:gd name="connsiteY275" fmla="*/ 1613555 h 1927097"/>
              <a:gd name="connsiteX276" fmla="*/ 1894971 w 9611734"/>
              <a:gd name="connsiteY276" fmla="*/ 1927098 h 1927097"/>
              <a:gd name="connsiteX277" fmla="*/ 2085659 w 9611734"/>
              <a:gd name="connsiteY277" fmla="*/ 1791672 h 1927097"/>
              <a:gd name="connsiteX278" fmla="*/ 2085659 w 9611734"/>
              <a:gd name="connsiteY278" fmla="*/ 1838039 h 1927097"/>
              <a:gd name="connsiteX279" fmla="*/ 2091794 w 9611734"/>
              <a:gd name="connsiteY279" fmla="*/ 1914850 h 1927097"/>
              <a:gd name="connsiteX280" fmla="*/ 2194499 w 9611734"/>
              <a:gd name="connsiteY280" fmla="*/ 1914850 h 1927097"/>
              <a:gd name="connsiteX281" fmla="*/ 2187138 w 9611734"/>
              <a:gd name="connsiteY281" fmla="*/ 1787998 h 1927097"/>
              <a:gd name="connsiteX282" fmla="*/ 2187138 w 9611734"/>
              <a:gd name="connsiteY282" fmla="*/ 1060831 h 1927097"/>
              <a:gd name="connsiteX283" fmla="*/ 2956729 w 9611734"/>
              <a:gd name="connsiteY283" fmla="*/ 1060831 h 1927097"/>
              <a:gd name="connsiteX284" fmla="*/ 2296854 w 9611734"/>
              <a:gd name="connsiteY284" fmla="*/ 1060831 h 1927097"/>
              <a:gd name="connsiteX285" fmla="*/ 2296854 w 9611734"/>
              <a:gd name="connsiteY285" fmla="*/ 1149890 h 1927097"/>
              <a:gd name="connsiteX286" fmla="*/ 2574300 w 9611734"/>
              <a:gd name="connsiteY286" fmla="*/ 1149890 h 1927097"/>
              <a:gd name="connsiteX287" fmla="*/ 2574300 w 9611734"/>
              <a:gd name="connsiteY287" fmla="*/ 1914850 h 1927097"/>
              <a:gd name="connsiteX288" fmla="*/ 2680686 w 9611734"/>
              <a:gd name="connsiteY288" fmla="*/ 1914850 h 1927097"/>
              <a:gd name="connsiteX289" fmla="*/ 2680686 w 9611734"/>
              <a:gd name="connsiteY289" fmla="*/ 1149890 h 1927097"/>
              <a:gd name="connsiteX290" fmla="*/ 2956904 w 9611734"/>
              <a:gd name="connsiteY290" fmla="*/ 1149890 h 1927097"/>
              <a:gd name="connsiteX291" fmla="*/ 2956904 w 9611734"/>
              <a:gd name="connsiteY291" fmla="*/ 1060831 h 1927097"/>
              <a:gd name="connsiteX292" fmla="*/ 4229682 w 9611734"/>
              <a:gd name="connsiteY292" fmla="*/ 1060831 h 1927097"/>
              <a:gd name="connsiteX293" fmla="*/ 4128203 w 9611734"/>
              <a:gd name="connsiteY293" fmla="*/ 1060831 h 1927097"/>
              <a:gd name="connsiteX294" fmla="*/ 4128203 w 9611734"/>
              <a:gd name="connsiteY294" fmla="*/ 1914675 h 1927097"/>
              <a:gd name="connsiteX295" fmla="*/ 4229682 w 9611734"/>
              <a:gd name="connsiteY295" fmla="*/ 1914675 h 1927097"/>
              <a:gd name="connsiteX296" fmla="*/ 4229682 w 9611734"/>
              <a:gd name="connsiteY296" fmla="*/ 1513473 h 1927097"/>
              <a:gd name="connsiteX297" fmla="*/ 4362884 w 9611734"/>
              <a:gd name="connsiteY297" fmla="*/ 1370699 h 1927097"/>
              <a:gd name="connsiteX298" fmla="*/ 4494859 w 9611734"/>
              <a:gd name="connsiteY298" fmla="*/ 1513473 h 1927097"/>
              <a:gd name="connsiteX299" fmla="*/ 4494859 w 9611734"/>
              <a:gd name="connsiteY299" fmla="*/ 1914850 h 1927097"/>
              <a:gd name="connsiteX300" fmla="*/ 4596338 w 9611734"/>
              <a:gd name="connsiteY300" fmla="*/ 1914850 h 1927097"/>
              <a:gd name="connsiteX301" fmla="*/ 4596338 w 9611734"/>
              <a:gd name="connsiteY301" fmla="*/ 1492827 h 1927097"/>
              <a:gd name="connsiteX302" fmla="*/ 4399515 w 9611734"/>
              <a:gd name="connsiteY302" fmla="*/ 1292839 h 1927097"/>
              <a:gd name="connsiteX303" fmla="*/ 4229682 w 9611734"/>
              <a:gd name="connsiteY303" fmla="*/ 1399044 h 1927097"/>
              <a:gd name="connsiteX304" fmla="*/ 4229682 w 9611734"/>
              <a:gd name="connsiteY304" fmla="*/ 1060831 h 192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Lst>
            <a:rect l="l" t="t" r="r" b="b"/>
            <a:pathLst>
              <a:path w="9611734" h="1927097">
                <a:moveTo>
                  <a:pt x="950465" y="818675"/>
                </a:moveTo>
                <a:cubicBezTo>
                  <a:pt x="856347" y="818675"/>
                  <a:pt x="803768" y="729617"/>
                  <a:pt x="803768" y="568646"/>
                </a:cubicBezTo>
                <a:cubicBezTo>
                  <a:pt x="803768" y="405226"/>
                  <a:pt x="856347" y="318617"/>
                  <a:pt x="950465" y="318617"/>
                </a:cubicBezTo>
                <a:cubicBezTo>
                  <a:pt x="1044582" y="318617"/>
                  <a:pt x="1097162" y="406451"/>
                  <a:pt x="1097162" y="568646"/>
                </a:cubicBezTo>
                <a:cubicBezTo>
                  <a:pt x="1097162" y="732066"/>
                  <a:pt x="1044582" y="818675"/>
                  <a:pt x="950465" y="818675"/>
                </a:cubicBezTo>
                <a:moveTo>
                  <a:pt x="950465" y="251429"/>
                </a:moveTo>
                <a:cubicBezTo>
                  <a:pt x="758549" y="251429"/>
                  <a:pt x="652338" y="394203"/>
                  <a:pt x="652338" y="568646"/>
                </a:cubicBezTo>
                <a:cubicBezTo>
                  <a:pt x="652338" y="743089"/>
                  <a:pt x="758724" y="885863"/>
                  <a:pt x="950465" y="885863"/>
                </a:cubicBezTo>
                <a:cubicBezTo>
                  <a:pt x="1142381" y="885863"/>
                  <a:pt x="1248591" y="743089"/>
                  <a:pt x="1248591" y="568646"/>
                </a:cubicBezTo>
                <a:cubicBezTo>
                  <a:pt x="1248767" y="394028"/>
                  <a:pt x="1142381" y="251429"/>
                  <a:pt x="950465" y="251429"/>
                </a:cubicBezTo>
                <a:moveTo>
                  <a:pt x="2283534" y="251429"/>
                </a:moveTo>
                <a:cubicBezTo>
                  <a:pt x="2193097" y="251429"/>
                  <a:pt x="2142971" y="290447"/>
                  <a:pt x="2114929" y="340488"/>
                </a:cubicBezTo>
                <a:lnTo>
                  <a:pt x="2107568" y="340488"/>
                </a:lnTo>
                <a:lnTo>
                  <a:pt x="2107568" y="263677"/>
                </a:lnTo>
                <a:lnTo>
                  <a:pt x="1963324" y="263677"/>
                </a:lnTo>
                <a:lnTo>
                  <a:pt x="1963324" y="873615"/>
                </a:lnTo>
                <a:lnTo>
                  <a:pt x="2107568" y="873615"/>
                </a:lnTo>
                <a:lnTo>
                  <a:pt x="2107568" y="479412"/>
                </a:lnTo>
                <a:cubicBezTo>
                  <a:pt x="2107568" y="389129"/>
                  <a:pt x="2154013" y="336638"/>
                  <a:pt x="2228501" y="336638"/>
                </a:cubicBezTo>
                <a:cubicBezTo>
                  <a:pt x="2300535" y="336638"/>
                  <a:pt x="2332433" y="384230"/>
                  <a:pt x="2332433" y="456142"/>
                </a:cubicBezTo>
                <a:lnTo>
                  <a:pt x="2332433" y="873265"/>
                </a:lnTo>
                <a:lnTo>
                  <a:pt x="2476677" y="873265"/>
                </a:lnTo>
                <a:lnTo>
                  <a:pt x="2476677" y="455092"/>
                </a:lnTo>
                <a:cubicBezTo>
                  <a:pt x="2476502" y="329465"/>
                  <a:pt x="2410602" y="251429"/>
                  <a:pt x="2283534" y="251429"/>
                </a:cubicBezTo>
                <a:moveTo>
                  <a:pt x="2803897" y="251429"/>
                </a:moveTo>
                <a:cubicBezTo>
                  <a:pt x="2670696" y="251429"/>
                  <a:pt x="2570444" y="307594"/>
                  <a:pt x="2570444" y="427097"/>
                </a:cubicBezTo>
                <a:cubicBezTo>
                  <a:pt x="2570444" y="528403"/>
                  <a:pt x="2640024" y="583168"/>
                  <a:pt x="2718368" y="602765"/>
                </a:cubicBezTo>
                <a:lnTo>
                  <a:pt x="2840528" y="633209"/>
                </a:lnTo>
                <a:cubicBezTo>
                  <a:pt x="2905201" y="649131"/>
                  <a:pt x="2934645" y="672227"/>
                  <a:pt x="2934645" y="723493"/>
                </a:cubicBezTo>
                <a:cubicBezTo>
                  <a:pt x="2934645" y="785781"/>
                  <a:pt x="2890654" y="821125"/>
                  <a:pt x="2813712" y="821125"/>
                </a:cubicBezTo>
                <a:cubicBezTo>
                  <a:pt x="2730636" y="821125"/>
                  <a:pt x="2687872" y="780882"/>
                  <a:pt x="2674376" y="679576"/>
                </a:cubicBezTo>
                <a:lnTo>
                  <a:pt x="2544855" y="716144"/>
                </a:lnTo>
                <a:cubicBezTo>
                  <a:pt x="2552216" y="821125"/>
                  <a:pt x="2650014" y="885688"/>
                  <a:pt x="2797763" y="885688"/>
                </a:cubicBezTo>
                <a:cubicBezTo>
                  <a:pt x="2962688" y="885688"/>
                  <a:pt x="3051898" y="808877"/>
                  <a:pt x="3051898" y="686924"/>
                </a:cubicBezTo>
                <a:cubicBezTo>
                  <a:pt x="3051898" y="572320"/>
                  <a:pt x="2972503" y="524729"/>
                  <a:pt x="2889427" y="503908"/>
                </a:cubicBezTo>
                <a:lnTo>
                  <a:pt x="2772174" y="474688"/>
                </a:lnTo>
                <a:cubicBezTo>
                  <a:pt x="2713461" y="459991"/>
                  <a:pt x="2687872" y="433221"/>
                  <a:pt x="2687872" y="394203"/>
                </a:cubicBezTo>
                <a:cubicBezTo>
                  <a:pt x="2687872" y="345387"/>
                  <a:pt x="2729409" y="316167"/>
                  <a:pt x="2791804" y="316167"/>
                </a:cubicBezTo>
                <a:cubicBezTo>
                  <a:pt x="2865065" y="316167"/>
                  <a:pt x="2910284" y="356410"/>
                  <a:pt x="2916418" y="433221"/>
                </a:cubicBezTo>
                <a:lnTo>
                  <a:pt x="3038578" y="396652"/>
                </a:lnTo>
                <a:cubicBezTo>
                  <a:pt x="3023856" y="311093"/>
                  <a:pt x="2939553" y="251429"/>
                  <a:pt x="2803897" y="251429"/>
                </a:cubicBezTo>
                <a:moveTo>
                  <a:pt x="3409965" y="818675"/>
                </a:moveTo>
                <a:cubicBezTo>
                  <a:pt x="3315848" y="818675"/>
                  <a:pt x="3263268" y="729617"/>
                  <a:pt x="3263268" y="568646"/>
                </a:cubicBezTo>
                <a:cubicBezTo>
                  <a:pt x="3263268" y="405226"/>
                  <a:pt x="3315848" y="318617"/>
                  <a:pt x="3409965" y="318617"/>
                </a:cubicBezTo>
                <a:cubicBezTo>
                  <a:pt x="3504083" y="318617"/>
                  <a:pt x="3556663" y="406451"/>
                  <a:pt x="3556663" y="568646"/>
                </a:cubicBezTo>
                <a:cubicBezTo>
                  <a:pt x="3556487" y="732066"/>
                  <a:pt x="3504083" y="818675"/>
                  <a:pt x="3409965" y="818675"/>
                </a:cubicBezTo>
                <a:moveTo>
                  <a:pt x="3409965" y="251429"/>
                </a:moveTo>
                <a:cubicBezTo>
                  <a:pt x="3218050" y="251429"/>
                  <a:pt x="3111839" y="394203"/>
                  <a:pt x="3111839" y="568646"/>
                </a:cubicBezTo>
                <a:cubicBezTo>
                  <a:pt x="3111839" y="743089"/>
                  <a:pt x="3218225" y="885863"/>
                  <a:pt x="3409965" y="885863"/>
                </a:cubicBezTo>
                <a:cubicBezTo>
                  <a:pt x="3601881" y="885863"/>
                  <a:pt x="3708092" y="743089"/>
                  <a:pt x="3708092" y="568646"/>
                </a:cubicBezTo>
                <a:cubicBezTo>
                  <a:pt x="3708092" y="394028"/>
                  <a:pt x="3601706" y="251429"/>
                  <a:pt x="3409965" y="251429"/>
                </a:cubicBezTo>
                <a:moveTo>
                  <a:pt x="4113656" y="251429"/>
                </a:moveTo>
                <a:cubicBezTo>
                  <a:pt x="4023219" y="251429"/>
                  <a:pt x="3973094" y="290447"/>
                  <a:pt x="3945051" y="340488"/>
                </a:cubicBezTo>
                <a:lnTo>
                  <a:pt x="3937690" y="340488"/>
                </a:lnTo>
                <a:lnTo>
                  <a:pt x="3937690" y="263677"/>
                </a:lnTo>
                <a:lnTo>
                  <a:pt x="3793446" y="263677"/>
                </a:lnTo>
                <a:lnTo>
                  <a:pt x="3793446" y="873615"/>
                </a:lnTo>
                <a:lnTo>
                  <a:pt x="3937690" y="873615"/>
                </a:lnTo>
                <a:lnTo>
                  <a:pt x="3937690" y="479412"/>
                </a:lnTo>
                <a:cubicBezTo>
                  <a:pt x="3937690" y="389129"/>
                  <a:pt x="3984135" y="336638"/>
                  <a:pt x="4058623" y="336638"/>
                </a:cubicBezTo>
                <a:cubicBezTo>
                  <a:pt x="4130657" y="336638"/>
                  <a:pt x="4162555" y="384230"/>
                  <a:pt x="4162555" y="456142"/>
                </a:cubicBezTo>
                <a:lnTo>
                  <a:pt x="4162555" y="873265"/>
                </a:lnTo>
                <a:lnTo>
                  <a:pt x="4306799" y="873265"/>
                </a:lnTo>
                <a:lnTo>
                  <a:pt x="4306799" y="455092"/>
                </a:lnTo>
                <a:cubicBezTo>
                  <a:pt x="4306799" y="329465"/>
                  <a:pt x="4240724" y="251429"/>
                  <a:pt x="4113656" y="251429"/>
                </a:cubicBezTo>
                <a:moveTo>
                  <a:pt x="6255401" y="818675"/>
                </a:moveTo>
                <a:cubicBezTo>
                  <a:pt x="6161283" y="818675"/>
                  <a:pt x="6108704" y="729617"/>
                  <a:pt x="6108704" y="568646"/>
                </a:cubicBezTo>
                <a:cubicBezTo>
                  <a:pt x="6108704" y="405226"/>
                  <a:pt x="6161283" y="318617"/>
                  <a:pt x="6255401" y="318617"/>
                </a:cubicBezTo>
                <a:cubicBezTo>
                  <a:pt x="6349518" y="318617"/>
                  <a:pt x="6402098" y="406451"/>
                  <a:pt x="6402098" y="568646"/>
                </a:cubicBezTo>
                <a:cubicBezTo>
                  <a:pt x="6402098" y="732066"/>
                  <a:pt x="6349518" y="818675"/>
                  <a:pt x="6255401" y="818675"/>
                </a:cubicBezTo>
                <a:moveTo>
                  <a:pt x="6255401" y="251429"/>
                </a:moveTo>
                <a:cubicBezTo>
                  <a:pt x="6063485" y="251429"/>
                  <a:pt x="5957274" y="394203"/>
                  <a:pt x="5957274" y="568646"/>
                </a:cubicBezTo>
                <a:cubicBezTo>
                  <a:pt x="5957274" y="743089"/>
                  <a:pt x="6063660" y="885863"/>
                  <a:pt x="6255401" y="885863"/>
                </a:cubicBezTo>
                <a:cubicBezTo>
                  <a:pt x="6447316" y="885863"/>
                  <a:pt x="6553528" y="743089"/>
                  <a:pt x="6553528" y="568646"/>
                </a:cubicBezTo>
                <a:cubicBezTo>
                  <a:pt x="6553528" y="394028"/>
                  <a:pt x="6447316" y="251429"/>
                  <a:pt x="6255401" y="251429"/>
                </a:cubicBezTo>
                <a:moveTo>
                  <a:pt x="7588295" y="251429"/>
                </a:moveTo>
                <a:cubicBezTo>
                  <a:pt x="7497858" y="251429"/>
                  <a:pt x="7447732" y="290447"/>
                  <a:pt x="7419689" y="340488"/>
                </a:cubicBezTo>
                <a:lnTo>
                  <a:pt x="7412328" y="340488"/>
                </a:lnTo>
                <a:lnTo>
                  <a:pt x="7412328" y="263677"/>
                </a:lnTo>
                <a:lnTo>
                  <a:pt x="7268085" y="263677"/>
                </a:lnTo>
                <a:lnTo>
                  <a:pt x="7268085" y="873615"/>
                </a:lnTo>
                <a:lnTo>
                  <a:pt x="7412328" y="873615"/>
                </a:lnTo>
                <a:lnTo>
                  <a:pt x="7412328" y="479412"/>
                </a:lnTo>
                <a:cubicBezTo>
                  <a:pt x="7412328" y="389129"/>
                  <a:pt x="7458774" y="336638"/>
                  <a:pt x="7533262" y="336638"/>
                </a:cubicBezTo>
                <a:cubicBezTo>
                  <a:pt x="7605295" y="336638"/>
                  <a:pt x="7637194" y="384230"/>
                  <a:pt x="7637194" y="456142"/>
                </a:cubicBezTo>
                <a:lnTo>
                  <a:pt x="7637194" y="873265"/>
                </a:lnTo>
                <a:lnTo>
                  <a:pt x="7781438" y="873265"/>
                </a:lnTo>
                <a:lnTo>
                  <a:pt x="7781438" y="455092"/>
                </a:lnTo>
                <a:cubicBezTo>
                  <a:pt x="7781438" y="329465"/>
                  <a:pt x="7715362" y="251429"/>
                  <a:pt x="7588295" y="251429"/>
                </a:cubicBezTo>
                <a:moveTo>
                  <a:pt x="8108833" y="251429"/>
                </a:moveTo>
                <a:cubicBezTo>
                  <a:pt x="7975631" y="251429"/>
                  <a:pt x="7875380" y="307594"/>
                  <a:pt x="7875380" y="427097"/>
                </a:cubicBezTo>
                <a:cubicBezTo>
                  <a:pt x="7875380" y="528403"/>
                  <a:pt x="7944960" y="583168"/>
                  <a:pt x="8023304" y="602765"/>
                </a:cubicBezTo>
                <a:lnTo>
                  <a:pt x="8145464" y="633209"/>
                </a:lnTo>
                <a:cubicBezTo>
                  <a:pt x="8210137" y="649131"/>
                  <a:pt x="8239581" y="672227"/>
                  <a:pt x="8239581" y="723493"/>
                </a:cubicBezTo>
                <a:cubicBezTo>
                  <a:pt x="8239581" y="785781"/>
                  <a:pt x="8195589" y="821125"/>
                  <a:pt x="8118648" y="821125"/>
                </a:cubicBezTo>
                <a:cubicBezTo>
                  <a:pt x="8035573" y="821125"/>
                  <a:pt x="7992808" y="780882"/>
                  <a:pt x="7979312" y="679576"/>
                </a:cubicBezTo>
                <a:lnTo>
                  <a:pt x="7849791" y="716144"/>
                </a:lnTo>
                <a:cubicBezTo>
                  <a:pt x="7857152" y="821125"/>
                  <a:pt x="7954950" y="885688"/>
                  <a:pt x="8102699" y="885688"/>
                </a:cubicBezTo>
                <a:cubicBezTo>
                  <a:pt x="8267624" y="885688"/>
                  <a:pt x="8356834" y="808877"/>
                  <a:pt x="8356834" y="686924"/>
                </a:cubicBezTo>
                <a:cubicBezTo>
                  <a:pt x="8356834" y="572320"/>
                  <a:pt x="8277439" y="524729"/>
                  <a:pt x="8194363" y="503908"/>
                </a:cubicBezTo>
                <a:lnTo>
                  <a:pt x="8077110" y="474688"/>
                </a:lnTo>
                <a:cubicBezTo>
                  <a:pt x="8018396" y="459991"/>
                  <a:pt x="7992808" y="433221"/>
                  <a:pt x="7992808" y="394203"/>
                </a:cubicBezTo>
                <a:cubicBezTo>
                  <a:pt x="7992808" y="345387"/>
                  <a:pt x="8034346" y="316167"/>
                  <a:pt x="8096740" y="316167"/>
                </a:cubicBezTo>
                <a:cubicBezTo>
                  <a:pt x="8170001" y="316167"/>
                  <a:pt x="8215220" y="356410"/>
                  <a:pt x="8221353" y="433221"/>
                </a:cubicBezTo>
                <a:lnTo>
                  <a:pt x="8343514" y="396652"/>
                </a:lnTo>
                <a:cubicBezTo>
                  <a:pt x="8328791" y="311093"/>
                  <a:pt x="8244489" y="251429"/>
                  <a:pt x="8108833" y="251429"/>
                </a:cubicBezTo>
                <a:moveTo>
                  <a:pt x="8714726" y="818675"/>
                </a:moveTo>
                <a:cubicBezTo>
                  <a:pt x="8620608" y="818675"/>
                  <a:pt x="8568028" y="729617"/>
                  <a:pt x="8568028" y="568646"/>
                </a:cubicBezTo>
                <a:cubicBezTo>
                  <a:pt x="8568028" y="405226"/>
                  <a:pt x="8620608" y="318617"/>
                  <a:pt x="8714726" y="318617"/>
                </a:cubicBezTo>
                <a:cubicBezTo>
                  <a:pt x="8808844" y="318617"/>
                  <a:pt x="8861423" y="406451"/>
                  <a:pt x="8861423" y="568646"/>
                </a:cubicBezTo>
                <a:cubicBezTo>
                  <a:pt x="8861423" y="732066"/>
                  <a:pt x="8808844" y="818675"/>
                  <a:pt x="8714726" y="818675"/>
                </a:cubicBezTo>
                <a:moveTo>
                  <a:pt x="8714726" y="251429"/>
                </a:moveTo>
                <a:cubicBezTo>
                  <a:pt x="8522810" y="251429"/>
                  <a:pt x="8416599" y="394203"/>
                  <a:pt x="8416599" y="568646"/>
                </a:cubicBezTo>
                <a:cubicBezTo>
                  <a:pt x="8416599" y="743089"/>
                  <a:pt x="8522810" y="885863"/>
                  <a:pt x="8714726" y="885863"/>
                </a:cubicBezTo>
                <a:cubicBezTo>
                  <a:pt x="8906641" y="885863"/>
                  <a:pt x="9012852" y="743089"/>
                  <a:pt x="9012852" y="568646"/>
                </a:cubicBezTo>
                <a:cubicBezTo>
                  <a:pt x="9012852" y="394028"/>
                  <a:pt x="8906641" y="251429"/>
                  <a:pt x="8714726" y="251429"/>
                </a:cubicBezTo>
                <a:moveTo>
                  <a:pt x="9418592" y="251429"/>
                </a:moveTo>
                <a:cubicBezTo>
                  <a:pt x="9328155" y="251429"/>
                  <a:pt x="9278029" y="290447"/>
                  <a:pt x="9249987" y="340488"/>
                </a:cubicBezTo>
                <a:lnTo>
                  <a:pt x="9242625" y="340488"/>
                </a:lnTo>
                <a:lnTo>
                  <a:pt x="9242625" y="263677"/>
                </a:lnTo>
                <a:lnTo>
                  <a:pt x="9098382" y="263677"/>
                </a:lnTo>
                <a:lnTo>
                  <a:pt x="9098382" y="873615"/>
                </a:lnTo>
                <a:lnTo>
                  <a:pt x="9242625" y="873615"/>
                </a:lnTo>
                <a:lnTo>
                  <a:pt x="9242625" y="479412"/>
                </a:lnTo>
                <a:cubicBezTo>
                  <a:pt x="9242625" y="389129"/>
                  <a:pt x="9289071" y="336638"/>
                  <a:pt x="9363559" y="336638"/>
                </a:cubicBezTo>
                <a:cubicBezTo>
                  <a:pt x="9435593" y="336638"/>
                  <a:pt x="9467491" y="384230"/>
                  <a:pt x="9467491" y="456142"/>
                </a:cubicBezTo>
                <a:lnTo>
                  <a:pt x="9467491" y="873265"/>
                </a:lnTo>
                <a:lnTo>
                  <a:pt x="9611734" y="873265"/>
                </a:lnTo>
                <a:lnTo>
                  <a:pt x="9611734" y="455092"/>
                </a:lnTo>
                <a:cubicBezTo>
                  <a:pt x="9611560" y="329465"/>
                  <a:pt x="9545660" y="251429"/>
                  <a:pt x="9418592" y="251429"/>
                </a:cubicBezTo>
                <a:moveTo>
                  <a:pt x="566984" y="19596"/>
                </a:moveTo>
                <a:lnTo>
                  <a:pt x="415379" y="19596"/>
                </a:lnTo>
                <a:lnTo>
                  <a:pt x="415379" y="650356"/>
                </a:lnTo>
                <a:cubicBezTo>
                  <a:pt x="415379" y="752887"/>
                  <a:pt x="376295" y="813776"/>
                  <a:pt x="283404" y="813776"/>
                </a:cubicBezTo>
                <a:cubicBezTo>
                  <a:pt x="191740" y="813776"/>
                  <a:pt x="151429" y="749213"/>
                  <a:pt x="151429" y="638108"/>
                </a:cubicBezTo>
                <a:lnTo>
                  <a:pt x="151429" y="521055"/>
                </a:lnTo>
                <a:lnTo>
                  <a:pt x="0" y="558848"/>
                </a:lnTo>
                <a:lnTo>
                  <a:pt x="0" y="611338"/>
                </a:lnTo>
                <a:cubicBezTo>
                  <a:pt x="0" y="771084"/>
                  <a:pt x="79395" y="893212"/>
                  <a:pt x="283580" y="893212"/>
                </a:cubicBezTo>
                <a:cubicBezTo>
                  <a:pt x="487589" y="893212"/>
                  <a:pt x="566984" y="771259"/>
                  <a:pt x="566984" y="611338"/>
                </a:cubicBezTo>
                <a:lnTo>
                  <a:pt x="566984" y="19596"/>
                </a:lnTo>
                <a:moveTo>
                  <a:pt x="1478364" y="19596"/>
                </a:moveTo>
                <a:lnTo>
                  <a:pt x="1334121" y="19596"/>
                </a:lnTo>
                <a:lnTo>
                  <a:pt x="1334121" y="873440"/>
                </a:lnTo>
                <a:lnTo>
                  <a:pt x="1478364" y="873440"/>
                </a:lnTo>
                <a:lnTo>
                  <a:pt x="1478364" y="479412"/>
                </a:lnTo>
                <a:cubicBezTo>
                  <a:pt x="1478364" y="389129"/>
                  <a:pt x="1524810" y="336638"/>
                  <a:pt x="1599298" y="336638"/>
                </a:cubicBezTo>
                <a:cubicBezTo>
                  <a:pt x="1671332" y="336638"/>
                  <a:pt x="1703230" y="384230"/>
                  <a:pt x="1703230" y="456142"/>
                </a:cubicBezTo>
                <a:lnTo>
                  <a:pt x="1703230" y="873265"/>
                </a:lnTo>
                <a:lnTo>
                  <a:pt x="1847474" y="873265"/>
                </a:lnTo>
                <a:lnTo>
                  <a:pt x="1847474" y="455092"/>
                </a:lnTo>
                <a:cubicBezTo>
                  <a:pt x="1847474" y="329465"/>
                  <a:pt x="1781398" y="251429"/>
                  <a:pt x="1654331" y="251429"/>
                </a:cubicBezTo>
                <a:cubicBezTo>
                  <a:pt x="1563894" y="251429"/>
                  <a:pt x="1513768" y="290447"/>
                  <a:pt x="1485726" y="340488"/>
                </a:cubicBezTo>
                <a:lnTo>
                  <a:pt x="1478364" y="340488"/>
                </a:lnTo>
                <a:lnTo>
                  <a:pt x="1478364" y="19596"/>
                </a:lnTo>
                <a:moveTo>
                  <a:pt x="5871744" y="19596"/>
                </a:moveTo>
                <a:lnTo>
                  <a:pt x="5720315" y="19596"/>
                </a:lnTo>
                <a:lnTo>
                  <a:pt x="5720315" y="650356"/>
                </a:lnTo>
                <a:cubicBezTo>
                  <a:pt x="5720315" y="752887"/>
                  <a:pt x="5681231" y="813776"/>
                  <a:pt x="5588340" y="813776"/>
                </a:cubicBezTo>
                <a:cubicBezTo>
                  <a:pt x="5496676" y="813776"/>
                  <a:pt x="5456366" y="749213"/>
                  <a:pt x="5456366" y="638108"/>
                </a:cubicBezTo>
                <a:lnTo>
                  <a:pt x="5456366" y="521055"/>
                </a:lnTo>
                <a:lnTo>
                  <a:pt x="5304936" y="558848"/>
                </a:lnTo>
                <a:lnTo>
                  <a:pt x="5304936" y="611338"/>
                </a:lnTo>
                <a:cubicBezTo>
                  <a:pt x="5304936" y="771084"/>
                  <a:pt x="5384331" y="893212"/>
                  <a:pt x="5588515" y="893212"/>
                </a:cubicBezTo>
                <a:cubicBezTo>
                  <a:pt x="5792700" y="893212"/>
                  <a:pt x="5871920" y="771259"/>
                  <a:pt x="5871920" y="611338"/>
                </a:cubicBezTo>
                <a:lnTo>
                  <a:pt x="5871920" y="19596"/>
                </a:lnTo>
                <a:moveTo>
                  <a:pt x="6783125" y="19596"/>
                </a:moveTo>
                <a:lnTo>
                  <a:pt x="6638882" y="19596"/>
                </a:lnTo>
                <a:lnTo>
                  <a:pt x="6638882" y="873440"/>
                </a:lnTo>
                <a:lnTo>
                  <a:pt x="6783125" y="873440"/>
                </a:lnTo>
                <a:lnTo>
                  <a:pt x="6783125" y="479412"/>
                </a:lnTo>
                <a:cubicBezTo>
                  <a:pt x="6783125" y="389129"/>
                  <a:pt x="6829571" y="336638"/>
                  <a:pt x="6904059" y="336638"/>
                </a:cubicBezTo>
                <a:cubicBezTo>
                  <a:pt x="6976092" y="336638"/>
                  <a:pt x="7007991" y="384230"/>
                  <a:pt x="7007991" y="456142"/>
                </a:cubicBezTo>
                <a:lnTo>
                  <a:pt x="7007991" y="873265"/>
                </a:lnTo>
                <a:lnTo>
                  <a:pt x="7152234" y="873265"/>
                </a:lnTo>
                <a:lnTo>
                  <a:pt x="7152234" y="455092"/>
                </a:lnTo>
                <a:cubicBezTo>
                  <a:pt x="7152234" y="329465"/>
                  <a:pt x="7086335" y="251429"/>
                  <a:pt x="6959092" y="251429"/>
                </a:cubicBezTo>
                <a:cubicBezTo>
                  <a:pt x="6868655" y="251429"/>
                  <a:pt x="6818529" y="290447"/>
                  <a:pt x="6790486" y="340488"/>
                </a:cubicBezTo>
                <a:lnTo>
                  <a:pt x="6783125" y="340488"/>
                </a:lnTo>
                <a:lnTo>
                  <a:pt x="6783125" y="19596"/>
                </a:lnTo>
                <a:moveTo>
                  <a:pt x="4781944" y="803978"/>
                </a:moveTo>
                <a:cubicBezTo>
                  <a:pt x="4664691" y="803978"/>
                  <a:pt x="4592482" y="708795"/>
                  <a:pt x="4592482" y="607489"/>
                </a:cubicBezTo>
                <a:cubicBezTo>
                  <a:pt x="4592482" y="543976"/>
                  <a:pt x="4620524" y="485536"/>
                  <a:pt x="4666970" y="452642"/>
                </a:cubicBezTo>
                <a:lnTo>
                  <a:pt x="4943188" y="753937"/>
                </a:lnTo>
                <a:cubicBezTo>
                  <a:pt x="4892010" y="784382"/>
                  <a:pt x="4834523" y="803978"/>
                  <a:pt x="4781944" y="803978"/>
                </a:cubicBezTo>
                <a:moveTo>
                  <a:pt x="5050801" y="653855"/>
                </a:moveTo>
                <a:lnTo>
                  <a:pt x="4811388" y="390354"/>
                </a:lnTo>
                <a:cubicBezTo>
                  <a:pt x="4854153" y="373207"/>
                  <a:pt x="4895691" y="367083"/>
                  <a:pt x="4929868" y="367083"/>
                </a:cubicBezTo>
                <a:cubicBezTo>
                  <a:pt x="5028893" y="367083"/>
                  <a:pt x="5089885" y="424472"/>
                  <a:pt x="5089885" y="523154"/>
                </a:cubicBezTo>
                <a:cubicBezTo>
                  <a:pt x="5089885" y="567246"/>
                  <a:pt x="5077617" y="612388"/>
                  <a:pt x="5050801" y="653855"/>
                </a:cubicBezTo>
                <a:moveTo>
                  <a:pt x="4778263" y="355010"/>
                </a:moveTo>
                <a:lnTo>
                  <a:pt x="4725684" y="296396"/>
                </a:lnTo>
                <a:cubicBezTo>
                  <a:pt x="4679238" y="245130"/>
                  <a:pt x="4665743" y="213461"/>
                  <a:pt x="4665743" y="175668"/>
                </a:cubicBezTo>
                <a:cubicBezTo>
                  <a:pt x="4665743" y="104981"/>
                  <a:pt x="4710961" y="64738"/>
                  <a:pt x="4781768" y="64738"/>
                </a:cubicBezTo>
                <a:cubicBezTo>
                  <a:pt x="4853803" y="64738"/>
                  <a:pt x="4896568" y="106206"/>
                  <a:pt x="4896568" y="181792"/>
                </a:cubicBezTo>
                <a:cubicBezTo>
                  <a:pt x="4896743" y="251429"/>
                  <a:pt x="4862566" y="317217"/>
                  <a:pt x="4778263" y="355010"/>
                </a:cubicBezTo>
                <a:moveTo>
                  <a:pt x="4785624" y="0"/>
                </a:moveTo>
                <a:cubicBezTo>
                  <a:pt x="4617019" y="0"/>
                  <a:pt x="4533943" y="93958"/>
                  <a:pt x="4533943" y="211011"/>
                </a:cubicBezTo>
                <a:cubicBezTo>
                  <a:pt x="4533943" y="274350"/>
                  <a:pt x="4560759" y="337863"/>
                  <a:pt x="4631741" y="414674"/>
                </a:cubicBezTo>
                <a:lnTo>
                  <a:pt x="4632968" y="417124"/>
                </a:lnTo>
                <a:cubicBezTo>
                  <a:pt x="4513262" y="474513"/>
                  <a:pt x="4458228" y="567246"/>
                  <a:pt x="4458228" y="662254"/>
                </a:cubicBezTo>
                <a:cubicBezTo>
                  <a:pt x="4458228" y="787881"/>
                  <a:pt x="4554800" y="892862"/>
                  <a:pt x="4703775" y="892862"/>
                </a:cubicBezTo>
                <a:cubicBezTo>
                  <a:pt x="4789305" y="892862"/>
                  <a:pt x="4889557" y="857518"/>
                  <a:pt x="4979994" y="794005"/>
                </a:cubicBezTo>
                <a:lnTo>
                  <a:pt x="5053255" y="873265"/>
                </a:lnTo>
                <a:lnTo>
                  <a:pt x="5245170" y="873265"/>
                </a:lnTo>
                <a:lnTo>
                  <a:pt x="5245170" y="867141"/>
                </a:lnTo>
                <a:lnTo>
                  <a:pt x="5088834" y="695148"/>
                </a:lnTo>
                <a:cubicBezTo>
                  <a:pt x="5154909" y="617112"/>
                  <a:pt x="5192766" y="531728"/>
                  <a:pt x="5192766" y="457191"/>
                </a:cubicBezTo>
                <a:cubicBezTo>
                  <a:pt x="5192766" y="364458"/>
                  <a:pt x="5130372" y="302345"/>
                  <a:pt x="5032749" y="302345"/>
                </a:cubicBezTo>
                <a:cubicBezTo>
                  <a:pt x="4981396" y="302345"/>
                  <a:pt x="4923909" y="317042"/>
                  <a:pt x="4886051" y="331564"/>
                </a:cubicBezTo>
                <a:lnTo>
                  <a:pt x="4883598" y="326665"/>
                </a:lnTo>
                <a:cubicBezTo>
                  <a:pt x="4976489" y="276624"/>
                  <a:pt x="5015573" y="230258"/>
                  <a:pt x="5015573" y="165695"/>
                </a:cubicBezTo>
                <a:cubicBezTo>
                  <a:pt x="5015398" y="73312"/>
                  <a:pt x="4932322" y="0"/>
                  <a:pt x="4785624" y="0"/>
                </a:cubicBezTo>
                <a:moveTo>
                  <a:pt x="1128885" y="1543918"/>
                </a:moveTo>
                <a:cubicBezTo>
                  <a:pt x="1142381" y="1436662"/>
                  <a:pt x="1197239" y="1375599"/>
                  <a:pt x="1293810" y="1375599"/>
                </a:cubicBezTo>
                <a:cubicBezTo>
                  <a:pt x="1385474" y="1375599"/>
                  <a:pt x="1439280" y="1430538"/>
                  <a:pt x="1441734" y="1543918"/>
                </a:cubicBezTo>
                <a:lnTo>
                  <a:pt x="1128885" y="1543918"/>
                </a:lnTo>
                <a:moveTo>
                  <a:pt x="1293810" y="1292664"/>
                </a:moveTo>
                <a:cubicBezTo>
                  <a:pt x="1132566" y="1292664"/>
                  <a:pt x="1020045" y="1406043"/>
                  <a:pt x="1020045" y="1614780"/>
                </a:cubicBezTo>
                <a:cubicBezTo>
                  <a:pt x="1020045" y="1814768"/>
                  <a:pt x="1123978" y="1927098"/>
                  <a:pt x="1293810" y="1927098"/>
                </a:cubicBezTo>
                <a:cubicBezTo>
                  <a:pt x="1433146" y="1927098"/>
                  <a:pt x="1521129" y="1847837"/>
                  <a:pt x="1543037" y="1728334"/>
                </a:cubicBezTo>
                <a:lnTo>
                  <a:pt x="1450147" y="1704013"/>
                </a:lnTo>
                <a:cubicBezTo>
                  <a:pt x="1434198" y="1806545"/>
                  <a:pt x="1379339" y="1841888"/>
                  <a:pt x="1303450" y="1841888"/>
                </a:cubicBezTo>
                <a:cubicBezTo>
                  <a:pt x="1182516" y="1841888"/>
                  <a:pt x="1128710" y="1752829"/>
                  <a:pt x="1125029" y="1616180"/>
                </a:cubicBezTo>
                <a:lnTo>
                  <a:pt x="1544089" y="1616180"/>
                </a:lnTo>
                <a:lnTo>
                  <a:pt x="1544089" y="1582061"/>
                </a:lnTo>
                <a:cubicBezTo>
                  <a:pt x="1544440" y="1368250"/>
                  <a:pt x="1428238" y="1292664"/>
                  <a:pt x="1293810" y="1292664"/>
                </a:cubicBezTo>
                <a:moveTo>
                  <a:pt x="2967595" y="1543918"/>
                </a:moveTo>
                <a:cubicBezTo>
                  <a:pt x="2981091" y="1436662"/>
                  <a:pt x="3035949" y="1375599"/>
                  <a:pt x="3132520" y="1375599"/>
                </a:cubicBezTo>
                <a:cubicBezTo>
                  <a:pt x="3224184" y="1375599"/>
                  <a:pt x="3277991" y="1430538"/>
                  <a:pt x="3280444" y="1543918"/>
                </a:cubicBezTo>
                <a:lnTo>
                  <a:pt x="2967595" y="1543918"/>
                </a:lnTo>
                <a:moveTo>
                  <a:pt x="3132520" y="1292664"/>
                </a:moveTo>
                <a:cubicBezTo>
                  <a:pt x="2971276" y="1292664"/>
                  <a:pt x="2858756" y="1406043"/>
                  <a:pt x="2858756" y="1614780"/>
                </a:cubicBezTo>
                <a:cubicBezTo>
                  <a:pt x="2858756" y="1814768"/>
                  <a:pt x="2962688" y="1927098"/>
                  <a:pt x="3132520" y="1927098"/>
                </a:cubicBezTo>
                <a:cubicBezTo>
                  <a:pt x="3271856" y="1927098"/>
                  <a:pt x="3359839" y="1847837"/>
                  <a:pt x="3381748" y="1728334"/>
                </a:cubicBezTo>
                <a:lnTo>
                  <a:pt x="3288857" y="1704013"/>
                </a:lnTo>
                <a:cubicBezTo>
                  <a:pt x="3272908" y="1806545"/>
                  <a:pt x="3218050" y="1841888"/>
                  <a:pt x="3142160" y="1841888"/>
                </a:cubicBezTo>
                <a:cubicBezTo>
                  <a:pt x="3021227" y="1841888"/>
                  <a:pt x="2967420" y="1752829"/>
                  <a:pt x="2963740" y="1616180"/>
                </a:cubicBezTo>
                <a:lnTo>
                  <a:pt x="3382799" y="1616180"/>
                </a:lnTo>
                <a:lnTo>
                  <a:pt x="3382799" y="1582061"/>
                </a:lnTo>
                <a:cubicBezTo>
                  <a:pt x="3383150" y="1368250"/>
                  <a:pt x="3266949" y="1292664"/>
                  <a:pt x="3132520" y="1292664"/>
                </a:cubicBezTo>
                <a:moveTo>
                  <a:pt x="3766631" y="1292664"/>
                </a:moveTo>
                <a:cubicBezTo>
                  <a:pt x="3599252" y="1292664"/>
                  <a:pt x="3485505" y="1409717"/>
                  <a:pt x="3485505" y="1616005"/>
                </a:cubicBezTo>
                <a:cubicBezTo>
                  <a:pt x="3485505" y="1818442"/>
                  <a:pt x="3596623" y="1927098"/>
                  <a:pt x="3761723" y="1927098"/>
                </a:cubicBezTo>
                <a:cubicBezTo>
                  <a:pt x="3910874" y="1927098"/>
                  <a:pt x="3995177" y="1835589"/>
                  <a:pt x="4012178" y="1709962"/>
                </a:cubicBezTo>
                <a:lnTo>
                  <a:pt x="3915606" y="1686692"/>
                </a:lnTo>
                <a:cubicBezTo>
                  <a:pt x="3898430" y="1801296"/>
                  <a:pt x="3849531" y="1840313"/>
                  <a:pt x="3768909" y="1840313"/>
                </a:cubicBezTo>
                <a:cubicBezTo>
                  <a:pt x="3651657" y="1840313"/>
                  <a:pt x="3591716" y="1754929"/>
                  <a:pt x="3591716" y="1608481"/>
                </a:cubicBezTo>
                <a:cubicBezTo>
                  <a:pt x="3591716" y="1455909"/>
                  <a:pt x="3655337" y="1379098"/>
                  <a:pt x="3764002" y="1379098"/>
                </a:cubicBezTo>
                <a:cubicBezTo>
                  <a:pt x="3840943" y="1379098"/>
                  <a:pt x="3897204" y="1416891"/>
                  <a:pt x="3915606" y="1525546"/>
                </a:cubicBezTo>
                <a:lnTo>
                  <a:pt x="4012178" y="1502275"/>
                </a:lnTo>
                <a:cubicBezTo>
                  <a:pt x="3995177" y="1378048"/>
                  <a:pt x="3910874" y="1292664"/>
                  <a:pt x="3766631" y="1292664"/>
                </a:cubicBezTo>
                <a:moveTo>
                  <a:pt x="879833" y="1060831"/>
                </a:moveTo>
                <a:lnTo>
                  <a:pt x="718589" y="1060831"/>
                </a:lnTo>
                <a:lnTo>
                  <a:pt x="465680" y="1748805"/>
                </a:lnTo>
                <a:lnTo>
                  <a:pt x="211545" y="1060831"/>
                </a:lnTo>
                <a:lnTo>
                  <a:pt x="42765" y="1060831"/>
                </a:lnTo>
                <a:lnTo>
                  <a:pt x="42765" y="1914675"/>
                </a:lnTo>
                <a:lnTo>
                  <a:pt x="148976" y="1914675"/>
                </a:lnTo>
                <a:lnTo>
                  <a:pt x="148976" y="1179284"/>
                </a:lnTo>
                <a:lnTo>
                  <a:pt x="421513" y="1914850"/>
                </a:lnTo>
                <a:lnTo>
                  <a:pt x="503362" y="1914850"/>
                </a:lnTo>
                <a:lnTo>
                  <a:pt x="773447" y="1178060"/>
                </a:lnTo>
                <a:lnTo>
                  <a:pt x="773447" y="1914850"/>
                </a:lnTo>
                <a:lnTo>
                  <a:pt x="879833" y="1914850"/>
                </a:lnTo>
                <a:lnTo>
                  <a:pt x="879833" y="1060831"/>
                </a:lnTo>
                <a:moveTo>
                  <a:pt x="1920559" y="1840488"/>
                </a:moveTo>
                <a:cubicBezTo>
                  <a:pt x="1820307" y="1840488"/>
                  <a:pt x="1753181" y="1768577"/>
                  <a:pt x="1753181" y="1609881"/>
                </a:cubicBezTo>
                <a:cubicBezTo>
                  <a:pt x="1753181" y="1450135"/>
                  <a:pt x="1820307" y="1379273"/>
                  <a:pt x="1920559" y="1379273"/>
                </a:cubicBezTo>
                <a:cubicBezTo>
                  <a:pt x="2020811" y="1379273"/>
                  <a:pt x="2087938" y="1449960"/>
                  <a:pt x="2087938" y="1609881"/>
                </a:cubicBezTo>
                <a:cubicBezTo>
                  <a:pt x="2087938" y="1768402"/>
                  <a:pt x="2020811" y="1840488"/>
                  <a:pt x="1920559" y="1840488"/>
                </a:cubicBezTo>
                <a:moveTo>
                  <a:pt x="2186963" y="1060831"/>
                </a:moveTo>
                <a:lnTo>
                  <a:pt x="2085659" y="1060831"/>
                </a:lnTo>
                <a:lnTo>
                  <a:pt x="2085659" y="1421965"/>
                </a:lnTo>
                <a:cubicBezTo>
                  <a:pt x="2063576" y="1354777"/>
                  <a:pt x="2009945" y="1292664"/>
                  <a:pt x="1903559" y="1292664"/>
                </a:cubicBezTo>
                <a:cubicBezTo>
                  <a:pt x="1766676" y="1292664"/>
                  <a:pt x="1646970" y="1400094"/>
                  <a:pt x="1646970" y="1613555"/>
                </a:cubicBezTo>
                <a:cubicBezTo>
                  <a:pt x="1646970" y="1829465"/>
                  <a:pt x="1766676" y="1927098"/>
                  <a:pt x="1894971" y="1927098"/>
                </a:cubicBezTo>
                <a:cubicBezTo>
                  <a:pt x="1991542" y="1927098"/>
                  <a:pt x="2062349" y="1870933"/>
                  <a:pt x="2085659" y="1791672"/>
                </a:cubicBezTo>
                <a:lnTo>
                  <a:pt x="2085659" y="1838039"/>
                </a:lnTo>
                <a:cubicBezTo>
                  <a:pt x="2085659" y="1866034"/>
                  <a:pt x="2088113" y="1896653"/>
                  <a:pt x="2091794" y="1914850"/>
                </a:cubicBezTo>
                <a:lnTo>
                  <a:pt x="2194499" y="1914850"/>
                </a:lnTo>
                <a:cubicBezTo>
                  <a:pt x="2189592" y="1885630"/>
                  <a:pt x="2187138" y="1842938"/>
                  <a:pt x="2187138" y="1787998"/>
                </a:cubicBezTo>
                <a:lnTo>
                  <a:pt x="2187138" y="1060831"/>
                </a:lnTo>
                <a:moveTo>
                  <a:pt x="2956729" y="1060831"/>
                </a:moveTo>
                <a:lnTo>
                  <a:pt x="2296854" y="1060831"/>
                </a:lnTo>
                <a:lnTo>
                  <a:pt x="2296854" y="1149890"/>
                </a:lnTo>
                <a:lnTo>
                  <a:pt x="2574300" y="1149890"/>
                </a:lnTo>
                <a:lnTo>
                  <a:pt x="2574300" y="1914850"/>
                </a:lnTo>
                <a:lnTo>
                  <a:pt x="2680686" y="1914850"/>
                </a:lnTo>
                <a:lnTo>
                  <a:pt x="2680686" y="1149890"/>
                </a:lnTo>
                <a:lnTo>
                  <a:pt x="2956904" y="1149890"/>
                </a:lnTo>
                <a:lnTo>
                  <a:pt x="2956904" y="1060831"/>
                </a:lnTo>
                <a:moveTo>
                  <a:pt x="4229682" y="1060831"/>
                </a:moveTo>
                <a:lnTo>
                  <a:pt x="4128203" y="1060831"/>
                </a:lnTo>
                <a:lnTo>
                  <a:pt x="4128203" y="1914675"/>
                </a:lnTo>
                <a:lnTo>
                  <a:pt x="4229682" y="1914675"/>
                </a:lnTo>
                <a:lnTo>
                  <a:pt x="4229682" y="1513473"/>
                </a:lnTo>
                <a:cubicBezTo>
                  <a:pt x="4229682" y="1428089"/>
                  <a:pt x="4272447" y="1370699"/>
                  <a:pt x="4362884" y="1370699"/>
                </a:cubicBezTo>
                <a:cubicBezTo>
                  <a:pt x="4452094" y="1370699"/>
                  <a:pt x="4494859" y="1428089"/>
                  <a:pt x="4494859" y="1513473"/>
                </a:cubicBezTo>
                <a:lnTo>
                  <a:pt x="4494859" y="1914850"/>
                </a:lnTo>
                <a:lnTo>
                  <a:pt x="4596338" y="1914850"/>
                </a:lnTo>
                <a:lnTo>
                  <a:pt x="4596338" y="1492827"/>
                </a:lnTo>
                <a:cubicBezTo>
                  <a:pt x="4596338" y="1378223"/>
                  <a:pt x="4525530" y="1292839"/>
                  <a:pt x="4399515" y="1292839"/>
                </a:cubicBezTo>
                <a:cubicBezTo>
                  <a:pt x="4315212" y="1292839"/>
                  <a:pt x="4252817" y="1330632"/>
                  <a:pt x="4229682" y="1399044"/>
                </a:cubicBezTo>
                <a:lnTo>
                  <a:pt x="4229682" y="1060831"/>
                </a:lnTo>
              </a:path>
            </a:pathLst>
          </a:custGeom>
          <a:solidFill>
            <a:schemeClr val="bg1"/>
          </a:solidFill>
          <a:ln w="17520" cap="flat">
            <a:noFill/>
            <a:prstDash val="solid"/>
            <a:miter/>
          </a:ln>
        </p:spPr>
        <p:txBody>
          <a:bodyPr rtlCol="0" anchor="ctr"/>
          <a:lstStyle/>
          <a:p>
            <a:endParaRPr lang="en-GB"/>
          </a:p>
        </p:txBody>
      </p:sp>
      <p:sp>
        <p:nvSpPr>
          <p:cNvPr id="10" name="TextBox 9">
            <a:extLst>
              <a:ext uri="{FF2B5EF4-FFF2-40B4-BE49-F238E27FC236}">
                <a16:creationId xmlns:a16="http://schemas.microsoft.com/office/drawing/2014/main" id="{8C66B550-E973-CC1E-69C0-85DED929F8BE}"/>
              </a:ext>
            </a:extLst>
          </p:cNvPr>
          <p:cNvSpPr txBox="1"/>
          <p:nvPr userDrawn="1"/>
        </p:nvSpPr>
        <p:spPr>
          <a:xfrm>
            <a:off x="9227934" y="6254750"/>
            <a:ext cx="1229504" cy="246221"/>
          </a:xfrm>
          <a:prstGeom prst="rect">
            <a:avLst/>
          </a:prstGeom>
        </p:spPr>
        <p:txBody>
          <a:bodyPr vert="horz" wrap="none" lIns="0" tIns="0" rIns="0" bIns="0" rtlCol="0">
            <a:spAutoFit/>
          </a:bodyPr>
          <a:lstStyle>
            <a:lvl1pPr lvl="0" indent="0">
              <a:lnSpc>
                <a:spcPct val="100000"/>
              </a:lnSpc>
              <a:spcBef>
                <a:spcPts val="0"/>
              </a:spcBef>
              <a:spcAft>
                <a:spcPts val="0"/>
              </a:spcAft>
              <a:buFont typeface="Arial" panose="020B0604020202020204" pitchFamily="34" charset="0"/>
              <a:buNone/>
              <a:tabLst/>
              <a:defRPr sz="1600" b="0" i="0">
                <a:solidFill>
                  <a:schemeClr val="bg1"/>
                </a:solidFill>
              </a:defRPr>
            </a:lvl1pPr>
            <a:lvl2pPr marL="0" indent="0">
              <a:lnSpc>
                <a:spcPct val="100000"/>
              </a:lnSpc>
              <a:spcBef>
                <a:spcPts val="0"/>
              </a:spcBef>
              <a:spcAft>
                <a:spcPts val="0"/>
              </a:spcAft>
              <a:buFont typeface="Arial" panose="020B0604020202020204" pitchFamily="34" charset="0"/>
              <a:buNone/>
              <a:tabLst/>
              <a:defRPr sz="800" b="0" i="0">
                <a:solidFill>
                  <a:schemeClr val="tx2"/>
                </a:solidFill>
              </a:defRPr>
            </a:lvl2pPr>
            <a:lvl3pPr marL="0" indent="0">
              <a:lnSpc>
                <a:spcPct val="100000"/>
              </a:lnSpc>
              <a:spcBef>
                <a:spcPts val="0"/>
              </a:spcBef>
              <a:spcAft>
                <a:spcPts val="0"/>
              </a:spcAft>
              <a:buFont typeface="Arial" panose="020B0604020202020204" pitchFamily="34" charset="0"/>
              <a:buNone/>
              <a:tabLst/>
              <a:defRPr sz="800" b="0" i="0">
                <a:solidFill>
                  <a:schemeClr val="tx2"/>
                </a:solidFill>
              </a:defRPr>
            </a:lvl3pPr>
            <a:lvl4pPr marL="0" indent="0">
              <a:lnSpc>
                <a:spcPct val="100000"/>
              </a:lnSpc>
              <a:spcBef>
                <a:spcPts val="0"/>
              </a:spcBef>
              <a:spcAft>
                <a:spcPts val="0"/>
              </a:spcAft>
              <a:buFont typeface="Arial" panose="020B0604020202020204" pitchFamily="34" charset="0"/>
              <a:buNone/>
              <a:tabLst/>
              <a:defRPr sz="800" b="0" i="0">
                <a:solidFill>
                  <a:schemeClr val="tx2"/>
                </a:solidFill>
              </a:defRPr>
            </a:lvl4pPr>
            <a:lvl5pPr marL="0" indent="0">
              <a:lnSpc>
                <a:spcPct val="100000"/>
              </a:lnSpc>
              <a:spcBef>
                <a:spcPts val="0"/>
              </a:spcBef>
              <a:spcAft>
                <a:spcPts val="0"/>
              </a:spcAft>
              <a:buFont typeface="Arial" panose="020B0604020202020204" pitchFamily="34" charset="0"/>
              <a:buNone/>
              <a:tabLst/>
              <a:defRPr sz="800" b="0" i="0">
                <a:solidFill>
                  <a:schemeClr val="tx2"/>
                </a:solidFill>
              </a:defRPr>
            </a:lvl5pPr>
            <a:lvl6pPr marL="0" indent="0">
              <a:lnSpc>
                <a:spcPct val="90000"/>
              </a:lnSpc>
              <a:spcBef>
                <a:spcPts val="600"/>
              </a:spcBef>
              <a:spcAft>
                <a:spcPts val="600"/>
              </a:spcAft>
              <a:buFont typeface="Arial" panose="020B0604020202020204" pitchFamily="34" charset="0"/>
              <a:buNone/>
              <a:defRPr lang="en-GB" b="0" i="0" dirty="0" smtClean="0"/>
            </a:lvl6pPr>
            <a:lvl7pPr marL="0" indent="0">
              <a:lnSpc>
                <a:spcPct val="90000"/>
              </a:lnSpc>
              <a:spcBef>
                <a:spcPts val="600"/>
              </a:spcBef>
              <a:spcAft>
                <a:spcPts val="600"/>
              </a:spcAft>
              <a:buFont typeface="Arial" panose="020B0604020202020204" pitchFamily="34" charset="0"/>
              <a:buNone/>
              <a:defRPr lang="en-GB" b="0" i="0" dirty="0" smtClean="0"/>
            </a:lvl7pPr>
            <a:lvl8pPr marL="0" indent="0">
              <a:lnSpc>
                <a:spcPct val="90000"/>
              </a:lnSpc>
              <a:spcBef>
                <a:spcPts val="600"/>
              </a:spcBef>
              <a:spcAft>
                <a:spcPts val="600"/>
              </a:spcAft>
              <a:buFont typeface="Arial" panose="020B0604020202020204" pitchFamily="34" charset="0"/>
              <a:buNone/>
              <a:defRPr lang="en-GB" b="0" i="0" dirty="0"/>
            </a:lvl8pPr>
            <a:lvl9pPr marL="0" indent="0">
              <a:lnSpc>
                <a:spcPct val="90000"/>
              </a:lnSpc>
              <a:spcBef>
                <a:spcPts val="600"/>
              </a:spcBef>
              <a:spcAft>
                <a:spcPts val="600"/>
              </a:spcAft>
              <a:buFont typeface="Arial" panose="020B0604020202020204" pitchFamily="34" charset="0"/>
              <a:buNone/>
              <a:defRPr b="0" i="0"/>
            </a:lvl9pPr>
          </a:lstStyle>
          <a:p>
            <a:pPr lvl="0"/>
            <a:r>
              <a:rPr lang="en-GB"/>
              <a:t>Orthopaedics</a:t>
            </a:r>
          </a:p>
        </p:txBody>
      </p:sp>
      <p:sp>
        <p:nvSpPr>
          <p:cNvPr id="12" name="Rectangle 11">
            <a:extLst>
              <a:ext uri="{FF2B5EF4-FFF2-40B4-BE49-F238E27FC236}">
                <a16:creationId xmlns:a16="http://schemas.microsoft.com/office/drawing/2014/main" id="{37C4947B-FC58-9DF4-002D-3F03A356989E}"/>
              </a:ext>
            </a:extLst>
          </p:cNvPr>
          <p:cNvSpPr/>
          <p:nvPr userDrawn="1"/>
        </p:nvSpPr>
        <p:spPr>
          <a:xfrm>
            <a:off x="9100850" y="6160934"/>
            <a:ext cx="18288" cy="3931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Tree>
    <p:extLst>
      <p:ext uri="{BB962C8B-B14F-4D97-AF65-F5344CB8AC3E}">
        <p14:creationId xmlns:p14="http://schemas.microsoft.com/office/powerpoint/2010/main" val="268573126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itle Slide [Accessible Version]">
    <p:bg>
      <p:bgPr>
        <a:solidFill>
          <a:srgbClr val="F6F3F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97A17AB-0114-CDE0-D80E-3AAA53BE4837}"/>
              </a:ext>
            </a:extLst>
          </p:cNvPr>
          <p:cNvSpPr>
            <a:spLocks noGrp="1"/>
          </p:cNvSpPr>
          <p:nvPr>
            <p:ph type="ctrTitle"/>
          </p:nvPr>
        </p:nvSpPr>
        <p:spPr>
          <a:xfrm>
            <a:off x="284805" y="261082"/>
            <a:ext cx="9656119" cy="2617640"/>
          </a:xfrm>
        </p:spPr>
        <p:txBody>
          <a:bodyPr anchor="t"/>
          <a:lstStyle>
            <a:lvl1pPr algn="l">
              <a:lnSpc>
                <a:spcPct val="80000"/>
              </a:lnSpc>
              <a:defRPr sz="10500" b="0" i="0" spc="0" baseline="0">
                <a:solidFill>
                  <a:schemeClr val="tx2"/>
                </a:solidFill>
                <a:latin typeface="+mj-lt"/>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404A41E7-48C6-6734-8ACD-E46FCD9765DB}"/>
              </a:ext>
            </a:extLst>
          </p:cNvPr>
          <p:cNvSpPr>
            <a:spLocks noGrp="1"/>
          </p:cNvSpPr>
          <p:nvPr>
            <p:ph type="subTitle" idx="1" hasCustomPrompt="1"/>
          </p:nvPr>
        </p:nvSpPr>
        <p:spPr>
          <a:xfrm>
            <a:off x="292100" y="2857687"/>
            <a:ext cx="2788292" cy="2031813"/>
          </a:xfrm>
        </p:spPr>
        <p:txBody>
          <a:bodyPr anchor="t"/>
          <a:lstStyle>
            <a:lvl1pPr marL="0" indent="0" algn="l">
              <a:lnSpc>
                <a:spcPct val="100000"/>
              </a:lnSpc>
              <a:spcBef>
                <a:spcPts val="0"/>
              </a:spcBef>
              <a:spcAft>
                <a:spcPts val="0"/>
              </a:spcAft>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Supporting details – delete if not required</a:t>
            </a:r>
          </a:p>
        </p:txBody>
      </p:sp>
      <p:sp>
        <p:nvSpPr>
          <p:cNvPr id="6" name="Graphic 6">
            <a:extLst>
              <a:ext uri="{FF2B5EF4-FFF2-40B4-BE49-F238E27FC236}">
                <a16:creationId xmlns:a16="http://schemas.microsoft.com/office/drawing/2014/main" id="{B6EC61D9-058A-CC2C-0DD5-75B781605AAF}"/>
              </a:ext>
            </a:extLst>
          </p:cNvPr>
          <p:cNvSpPr>
            <a:spLocks noChangeAspect="1"/>
          </p:cNvSpPr>
          <p:nvPr userDrawn="1"/>
        </p:nvSpPr>
        <p:spPr>
          <a:xfrm>
            <a:off x="295014" y="6157305"/>
            <a:ext cx="2028986" cy="406800"/>
          </a:xfrm>
          <a:custGeom>
            <a:avLst/>
            <a:gdLst>
              <a:gd name="connsiteX0" fmla="*/ 950465 w 9611734"/>
              <a:gd name="connsiteY0" fmla="*/ 818675 h 1927097"/>
              <a:gd name="connsiteX1" fmla="*/ 803768 w 9611734"/>
              <a:gd name="connsiteY1" fmla="*/ 568646 h 1927097"/>
              <a:gd name="connsiteX2" fmla="*/ 950465 w 9611734"/>
              <a:gd name="connsiteY2" fmla="*/ 318617 h 1927097"/>
              <a:gd name="connsiteX3" fmla="*/ 1097162 w 9611734"/>
              <a:gd name="connsiteY3" fmla="*/ 568646 h 1927097"/>
              <a:gd name="connsiteX4" fmla="*/ 950465 w 9611734"/>
              <a:gd name="connsiteY4" fmla="*/ 818675 h 1927097"/>
              <a:gd name="connsiteX5" fmla="*/ 950465 w 9611734"/>
              <a:gd name="connsiteY5" fmla="*/ 251429 h 1927097"/>
              <a:gd name="connsiteX6" fmla="*/ 652338 w 9611734"/>
              <a:gd name="connsiteY6" fmla="*/ 568646 h 1927097"/>
              <a:gd name="connsiteX7" fmla="*/ 950465 w 9611734"/>
              <a:gd name="connsiteY7" fmla="*/ 885863 h 1927097"/>
              <a:gd name="connsiteX8" fmla="*/ 1248591 w 9611734"/>
              <a:gd name="connsiteY8" fmla="*/ 568646 h 1927097"/>
              <a:gd name="connsiteX9" fmla="*/ 950465 w 9611734"/>
              <a:gd name="connsiteY9" fmla="*/ 251429 h 1927097"/>
              <a:gd name="connsiteX10" fmla="*/ 2283534 w 9611734"/>
              <a:gd name="connsiteY10" fmla="*/ 251429 h 1927097"/>
              <a:gd name="connsiteX11" fmla="*/ 2114929 w 9611734"/>
              <a:gd name="connsiteY11" fmla="*/ 340488 h 1927097"/>
              <a:gd name="connsiteX12" fmla="*/ 2107568 w 9611734"/>
              <a:gd name="connsiteY12" fmla="*/ 340488 h 1927097"/>
              <a:gd name="connsiteX13" fmla="*/ 2107568 w 9611734"/>
              <a:gd name="connsiteY13" fmla="*/ 263677 h 1927097"/>
              <a:gd name="connsiteX14" fmla="*/ 1963324 w 9611734"/>
              <a:gd name="connsiteY14" fmla="*/ 263677 h 1927097"/>
              <a:gd name="connsiteX15" fmla="*/ 1963324 w 9611734"/>
              <a:gd name="connsiteY15" fmla="*/ 873615 h 1927097"/>
              <a:gd name="connsiteX16" fmla="*/ 2107568 w 9611734"/>
              <a:gd name="connsiteY16" fmla="*/ 873615 h 1927097"/>
              <a:gd name="connsiteX17" fmla="*/ 2107568 w 9611734"/>
              <a:gd name="connsiteY17" fmla="*/ 479412 h 1927097"/>
              <a:gd name="connsiteX18" fmla="*/ 2228501 w 9611734"/>
              <a:gd name="connsiteY18" fmla="*/ 336638 h 1927097"/>
              <a:gd name="connsiteX19" fmla="*/ 2332433 w 9611734"/>
              <a:gd name="connsiteY19" fmla="*/ 456142 h 1927097"/>
              <a:gd name="connsiteX20" fmla="*/ 2332433 w 9611734"/>
              <a:gd name="connsiteY20" fmla="*/ 873265 h 1927097"/>
              <a:gd name="connsiteX21" fmla="*/ 2476677 w 9611734"/>
              <a:gd name="connsiteY21" fmla="*/ 873265 h 1927097"/>
              <a:gd name="connsiteX22" fmla="*/ 2476677 w 9611734"/>
              <a:gd name="connsiteY22" fmla="*/ 455092 h 1927097"/>
              <a:gd name="connsiteX23" fmla="*/ 2283534 w 9611734"/>
              <a:gd name="connsiteY23" fmla="*/ 251429 h 1927097"/>
              <a:gd name="connsiteX24" fmla="*/ 2803897 w 9611734"/>
              <a:gd name="connsiteY24" fmla="*/ 251429 h 1927097"/>
              <a:gd name="connsiteX25" fmla="*/ 2570444 w 9611734"/>
              <a:gd name="connsiteY25" fmla="*/ 427097 h 1927097"/>
              <a:gd name="connsiteX26" fmla="*/ 2718368 w 9611734"/>
              <a:gd name="connsiteY26" fmla="*/ 602765 h 1927097"/>
              <a:gd name="connsiteX27" fmla="*/ 2840528 w 9611734"/>
              <a:gd name="connsiteY27" fmla="*/ 633209 h 1927097"/>
              <a:gd name="connsiteX28" fmla="*/ 2934645 w 9611734"/>
              <a:gd name="connsiteY28" fmla="*/ 723493 h 1927097"/>
              <a:gd name="connsiteX29" fmla="*/ 2813712 w 9611734"/>
              <a:gd name="connsiteY29" fmla="*/ 821125 h 1927097"/>
              <a:gd name="connsiteX30" fmla="*/ 2674376 w 9611734"/>
              <a:gd name="connsiteY30" fmla="*/ 679576 h 1927097"/>
              <a:gd name="connsiteX31" fmla="*/ 2544855 w 9611734"/>
              <a:gd name="connsiteY31" fmla="*/ 716144 h 1927097"/>
              <a:gd name="connsiteX32" fmla="*/ 2797763 w 9611734"/>
              <a:gd name="connsiteY32" fmla="*/ 885688 h 1927097"/>
              <a:gd name="connsiteX33" fmla="*/ 3051898 w 9611734"/>
              <a:gd name="connsiteY33" fmla="*/ 686924 h 1927097"/>
              <a:gd name="connsiteX34" fmla="*/ 2889427 w 9611734"/>
              <a:gd name="connsiteY34" fmla="*/ 503908 h 1927097"/>
              <a:gd name="connsiteX35" fmla="*/ 2772174 w 9611734"/>
              <a:gd name="connsiteY35" fmla="*/ 474688 h 1927097"/>
              <a:gd name="connsiteX36" fmla="*/ 2687872 w 9611734"/>
              <a:gd name="connsiteY36" fmla="*/ 394203 h 1927097"/>
              <a:gd name="connsiteX37" fmla="*/ 2791804 w 9611734"/>
              <a:gd name="connsiteY37" fmla="*/ 316167 h 1927097"/>
              <a:gd name="connsiteX38" fmla="*/ 2916418 w 9611734"/>
              <a:gd name="connsiteY38" fmla="*/ 433221 h 1927097"/>
              <a:gd name="connsiteX39" fmla="*/ 3038578 w 9611734"/>
              <a:gd name="connsiteY39" fmla="*/ 396652 h 1927097"/>
              <a:gd name="connsiteX40" fmla="*/ 2803897 w 9611734"/>
              <a:gd name="connsiteY40" fmla="*/ 251429 h 1927097"/>
              <a:gd name="connsiteX41" fmla="*/ 3409965 w 9611734"/>
              <a:gd name="connsiteY41" fmla="*/ 818675 h 1927097"/>
              <a:gd name="connsiteX42" fmla="*/ 3263268 w 9611734"/>
              <a:gd name="connsiteY42" fmla="*/ 568646 h 1927097"/>
              <a:gd name="connsiteX43" fmla="*/ 3409965 w 9611734"/>
              <a:gd name="connsiteY43" fmla="*/ 318617 h 1927097"/>
              <a:gd name="connsiteX44" fmla="*/ 3556663 w 9611734"/>
              <a:gd name="connsiteY44" fmla="*/ 568646 h 1927097"/>
              <a:gd name="connsiteX45" fmla="*/ 3409965 w 9611734"/>
              <a:gd name="connsiteY45" fmla="*/ 818675 h 1927097"/>
              <a:gd name="connsiteX46" fmla="*/ 3409965 w 9611734"/>
              <a:gd name="connsiteY46" fmla="*/ 251429 h 1927097"/>
              <a:gd name="connsiteX47" fmla="*/ 3111839 w 9611734"/>
              <a:gd name="connsiteY47" fmla="*/ 568646 h 1927097"/>
              <a:gd name="connsiteX48" fmla="*/ 3409965 w 9611734"/>
              <a:gd name="connsiteY48" fmla="*/ 885863 h 1927097"/>
              <a:gd name="connsiteX49" fmla="*/ 3708092 w 9611734"/>
              <a:gd name="connsiteY49" fmla="*/ 568646 h 1927097"/>
              <a:gd name="connsiteX50" fmla="*/ 3409965 w 9611734"/>
              <a:gd name="connsiteY50" fmla="*/ 251429 h 1927097"/>
              <a:gd name="connsiteX51" fmla="*/ 4113656 w 9611734"/>
              <a:gd name="connsiteY51" fmla="*/ 251429 h 1927097"/>
              <a:gd name="connsiteX52" fmla="*/ 3945051 w 9611734"/>
              <a:gd name="connsiteY52" fmla="*/ 340488 h 1927097"/>
              <a:gd name="connsiteX53" fmla="*/ 3937690 w 9611734"/>
              <a:gd name="connsiteY53" fmla="*/ 340488 h 1927097"/>
              <a:gd name="connsiteX54" fmla="*/ 3937690 w 9611734"/>
              <a:gd name="connsiteY54" fmla="*/ 263677 h 1927097"/>
              <a:gd name="connsiteX55" fmla="*/ 3793446 w 9611734"/>
              <a:gd name="connsiteY55" fmla="*/ 263677 h 1927097"/>
              <a:gd name="connsiteX56" fmla="*/ 3793446 w 9611734"/>
              <a:gd name="connsiteY56" fmla="*/ 873615 h 1927097"/>
              <a:gd name="connsiteX57" fmla="*/ 3937690 w 9611734"/>
              <a:gd name="connsiteY57" fmla="*/ 873615 h 1927097"/>
              <a:gd name="connsiteX58" fmla="*/ 3937690 w 9611734"/>
              <a:gd name="connsiteY58" fmla="*/ 479412 h 1927097"/>
              <a:gd name="connsiteX59" fmla="*/ 4058623 w 9611734"/>
              <a:gd name="connsiteY59" fmla="*/ 336638 h 1927097"/>
              <a:gd name="connsiteX60" fmla="*/ 4162555 w 9611734"/>
              <a:gd name="connsiteY60" fmla="*/ 456142 h 1927097"/>
              <a:gd name="connsiteX61" fmla="*/ 4162555 w 9611734"/>
              <a:gd name="connsiteY61" fmla="*/ 873265 h 1927097"/>
              <a:gd name="connsiteX62" fmla="*/ 4306799 w 9611734"/>
              <a:gd name="connsiteY62" fmla="*/ 873265 h 1927097"/>
              <a:gd name="connsiteX63" fmla="*/ 4306799 w 9611734"/>
              <a:gd name="connsiteY63" fmla="*/ 455092 h 1927097"/>
              <a:gd name="connsiteX64" fmla="*/ 4113656 w 9611734"/>
              <a:gd name="connsiteY64" fmla="*/ 251429 h 1927097"/>
              <a:gd name="connsiteX65" fmla="*/ 6255401 w 9611734"/>
              <a:gd name="connsiteY65" fmla="*/ 818675 h 1927097"/>
              <a:gd name="connsiteX66" fmla="*/ 6108704 w 9611734"/>
              <a:gd name="connsiteY66" fmla="*/ 568646 h 1927097"/>
              <a:gd name="connsiteX67" fmla="*/ 6255401 w 9611734"/>
              <a:gd name="connsiteY67" fmla="*/ 318617 h 1927097"/>
              <a:gd name="connsiteX68" fmla="*/ 6402098 w 9611734"/>
              <a:gd name="connsiteY68" fmla="*/ 568646 h 1927097"/>
              <a:gd name="connsiteX69" fmla="*/ 6255401 w 9611734"/>
              <a:gd name="connsiteY69" fmla="*/ 818675 h 1927097"/>
              <a:gd name="connsiteX70" fmla="*/ 6255401 w 9611734"/>
              <a:gd name="connsiteY70" fmla="*/ 251429 h 1927097"/>
              <a:gd name="connsiteX71" fmla="*/ 5957274 w 9611734"/>
              <a:gd name="connsiteY71" fmla="*/ 568646 h 1927097"/>
              <a:gd name="connsiteX72" fmla="*/ 6255401 w 9611734"/>
              <a:gd name="connsiteY72" fmla="*/ 885863 h 1927097"/>
              <a:gd name="connsiteX73" fmla="*/ 6553528 w 9611734"/>
              <a:gd name="connsiteY73" fmla="*/ 568646 h 1927097"/>
              <a:gd name="connsiteX74" fmla="*/ 6255401 w 9611734"/>
              <a:gd name="connsiteY74" fmla="*/ 251429 h 1927097"/>
              <a:gd name="connsiteX75" fmla="*/ 7588295 w 9611734"/>
              <a:gd name="connsiteY75" fmla="*/ 251429 h 1927097"/>
              <a:gd name="connsiteX76" fmla="*/ 7419689 w 9611734"/>
              <a:gd name="connsiteY76" fmla="*/ 340488 h 1927097"/>
              <a:gd name="connsiteX77" fmla="*/ 7412328 w 9611734"/>
              <a:gd name="connsiteY77" fmla="*/ 340488 h 1927097"/>
              <a:gd name="connsiteX78" fmla="*/ 7412328 w 9611734"/>
              <a:gd name="connsiteY78" fmla="*/ 263677 h 1927097"/>
              <a:gd name="connsiteX79" fmla="*/ 7268085 w 9611734"/>
              <a:gd name="connsiteY79" fmla="*/ 263677 h 1927097"/>
              <a:gd name="connsiteX80" fmla="*/ 7268085 w 9611734"/>
              <a:gd name="connsiteY80" fmla="*/ 873615 h 1927097"/>
              <a:gd name="connsiteX81" fmla="*/ 7412328 w 9611734"/>
              <a:gd name="connsiteY81" fmla="*/ 873615 h 1927097"/>
              <a:gd name="connsiteX82" fmla="*/ 7412328 w 9611734"/>
              <a:gd name="connsiteY82" fmla="*/ 479412 h 1927097"/>
              <a:gd name="connsiteX83" fmla="*/ 7533262 w 9611734"/>
              <a:gd name="connsiteY83" fmla="*/ 336638 h 1927097"/>
              <a:gd name="connsiteX84" fmla="*/ 7637194 w 9611734"/>
              <a:gd name="connsiteY84" fmla="*/ 456142 h 1927097"/>
              <a:gd name="connsiteX85" fmla="*/ 7637194 w 9611734"/>
              <a:gd name="connsiteY85" fmla="*/ 873265 h 1927097"/>
              <a:gd name="connsiteX86" fmla="*/ 7781438 w 9611734"/>
              <a:gd name="connsiteY86" fmla="*/ 873265 h 1927097"/>
              <a:gd name="connsiteX87" fmla="*/ 7781438 w 9611734"/>
              <a:gd name="connsiteY87" fmla="*/ 455092 h 1927097"/>
              <a:gd name="connsiteX88" fmla="*/ 7588295 w 9611734"/>
              <a:gd name="connsiteY88" fmla="*/ 251429 h 1927097"/>
              <a:gd name="connsiteX89" fmla="*/ 8108833 w 9611734"/>
              <a:gd name="connsiteY89" fmla="*/ 251429 h 1927097"/>
              <a:gd name="connsiteX90" fmla="*/ 7875380 w 9611734"/>
              <a:gd name="connsiteY90" fmla="*/ 427097 h 1927097"/>
              <a:gd name="connsiteX91" fmla="*/ 8023304 w 9611734"/>
              <a:gd name="connsiteY91" fmla="*/ 602765 h 1927097"/>
              <a:gd name="connsiteX92" fmla="*/ 8145464 w 9611734"/>
              <a:gd name="connsiteY92" fmla="*/ 633209 h 1927097"/>
              <a:gd name="connsiteX93" fmla="*/ 8239581 w 9611734"/>
              <a:gd name="connsiteY93" fmla="*/ 723493 h 1927097"/>
              <a:gd name="connsiteX94" fmla="*/ 8118648 w 9611734"/>
              <a:gd name="connsiteY94" fmla="*/ 821125 h 1927097"/>
              <a:gd name="connsiteX95" fmla="*/ 7979312 w 9611734"/>
              <a:gd name="connsiteY95" fmla="*/ 679576 h 1927097"/>
              <a:gd name="connsiteX96" fmla="*/ 7849791 w 9611734"/>
              <a:gd name="connsiteY96" fmla="*/ 716144 h 1927097"/>
              <a:gd name="connsiteX97" fmla="*/ 8102699 w 9611734"/>
              <a:gd name="connsiteY97" fmla="*/ 885688 h 1927097"/>
              <a:gd name="connsiteX98" fmla="*/ 8356834 w 9611734"/>
              <a:gd name="connsiteY98" fmla="*/ 686924 h 1927097"/>
              <a:gd name="connsiteX99" fmla="*/ 8194363 w 9611734"/>
              <a:gd name="connsiteY99" fmla="*/ 503908 h 1927097"/>
              <a:gd name="connsiteX100" fmla="*/ 8077110 w 9611734"/>
              <a:gd name="connsiteY100" fmla="*/ 474688 h 1927097"/>
              <a:gd name="connsiteX101" fmla="*/ 7992808 w 9611734"/>
              <a:gd name="connsiteY101" fmla="*/ 394203 h 1927097"/>
              <a:gd name="connsiteX102" fmla="*/ 8096740 w 9611734"/>
              <a:gd name="connsiteY102" fmla="*/ 316167 h 1927097"/>
              <a:gd name="connsiteX103" fmla="*/ 8221353 w 9611734"/>
              <a:gd name="connsiteY103" fmla="*/ 433221 h 1927097"/>
              <a:gd name="connsiteX104" fmla="*/ 8343514 w 9611734"/>
              <a:gd name="connsiteY104" fmla="*/ 396652 h 1927097"/>
              <a:gd name="connsiteX105" fmla="*/ 8108833 w 9611734"/>
              <a:gd name="connsiteY105" fmla="*/ 251429 h 1927097"/>
              <a:gd name="connsiteX106" fmla="*/ 8714726 w 9611734"/>
              <a:gd name="connsiteY106" fmla="*/ 818675 h 1927097"/>
              <a:gd name="connsiteX107" fmla="*/ 8568028 w 9611734"/>
              <a:gd name="connsiteY107" fmla="*/ 568646 h 1927097"/>
              <a:gd name="connsiteX108" fmla="*/ 8714726 w 9611734"/>
              <a:gd name="connsiteY108" fmla="*/ 318617 h 1927097"/>
              <a:gd name="connsiteX109" fmla="*/ 8861423 w 9611734"/>
              <a:gd name="connsiteY109" fmla="*/ 568646 h 1927097"/>
              <a:gd name="connsiteX110" fmla="*/ 8714726 w 9611734"/>
              <a:gd name="connsiteY110" fmla="*/ 818675 h 1927097"/>
              <a:gd name="connsiteX111" fmla="*/ 8714726 w 9611734"/>
              <a:gd name="connsiteY111" fmla="*/ 251429 h 1927097"/>
              <a:gd name="connsiteX112" fmla="*/ 8416599 w 9611734"/>
              <a:gd name="connsiteY112" fmla="*/ 568646 h 1927097"/>
              <a:gd name="connsiteX113" fmla="*/ 8714726 w 9611734"/>
              <a:gd name="connsiteY113" fmla="*/ 885863 h 1927097"/>
              <a:gd name="connsiteX114" fmla="*/ 9012852 w 9611734"/>
              <a:gd name="connsiteY114" fmla="*/ 568646 h 1927097"/>
              <a:gd name="connsiteX115" fmla="*/ 8714726 w 9611734"/>
              <a:gd name="connsiteY115" fmla="*/ 251429 h 1927097"/>
              <a:gd name="connsiteX116" fmla="*/ 9418592 w 9611734"/>
              <a:gd name="connsiteY116" fmla="*/ 251429 h 1927097"/>
              <a:gd name="connsiteX117" fmla="*/ 9249987 w 9611734"/>
              <a:gd name="connsiteY117" fmla="*/ 340488 h 1927097"/>
              <a:gd name="connsiteX118" fmla="*/ 9242625 w 9611734"/>
              <a:gd name="connsiteY118" fmla="*/ 340488 h 1927097"/>
              <a:gd name="connsiteX119" fmla="*/ 9242625 w 9611734"/>
              <a:gd name="connsiteY119" fmla="*/ 263677 h 1927097"/>
              <a:gd name="connsiteX120" fmla="*/ 9098382 w 9611734"/>
              <a:gd name="connsiteY120" fmla="*/ 263677 h 1927097"/>
              <a:gd name="connsiteX121" fmla="*/ 9098382 w 9611734"/>
              <a:gd name="connsiteY121" fmla="*/ 873615 h 1927097"/>
              <a:gd name="connsiteX122" fmla="*/ 9242625 w 9611734"/>
              <a:gd name="connsiteY122" fmla="*/ 873615 h 1927097"/>
              <a:gd name="connsiteX123" fmla="*/ 9242625 w 9611734"/>
              <a:gd name="connsiteY123" fmla="*/ 479412 h 1927097"/>
              <a:gd name="connsiteX124" fmla="*/ 9363559 w 9611734"/>
              <a:gd name="connsiteY124" fmla="*/ 336638 h 1927097"/>
              <a:gd name="connsiteX125" fmla="*/ 9467491 w 9611734"/>
              <a:gd name="connsiteY125" fmla="*/ 456142 h 1927097"/>
              <a:gd name="connsiteX126" fmla="*/ 9467491 w 9611734"/>
              <a:gd name="connsiteY126" fmla="*/ 873265 h 1927097"/>
              <a:gd name="connsiteX127" fmla="*/ 9611734 w 9611734"/>
              <a:gd name="connsiteY127" fmla="*/ 873265 h 1927097"/>
              <a:gd name="connsiteX128" fmla="*/ 9611734 w 9611734"/>
              <a:gd name="connsiteY128" fmla="*/ 455092 h 1927097"/>
              <a:gd name="connsiteX129" fmla="*/ 9418592 w 9611734"/>
              <a:gd name="connsiteY129" fmla="*/ 251429 h 1927097"/>
              <a:gd name="connsiteX130" fmla="*/ 566984 w 9611734"/>
              <a:gd name="connsiteY130" fmla="*/ 19596 h 1927097"/>
              <a:gd name="connsiteX131" fmla="*/ 415379 w 9611734"/>
              <a:gd name="connsiteY131" fmla="*/ 19596 h 1927097"/>
              <a:gd name="connsiteX132" fmla="*/ 415379 w 9611734"/>
              <a:gd name="connsiteY132" fmla="*/ 650356 h 1927097"/>
              <a:gd name="connsiteX133" fmla="*/ 283404 w 9611734"/>
              <a:gd name="connsiteY133" fmla="*/ 813776 h 1927097"/>
              <a:gd name="connsiteX134" fmla="*/ 151429 w 9611734"/>
              <a:gd name="connsiteY134" fmla="*/ 638108 h 1927097"/>
              <a:gd name="connsiteX135" fmla="*/ 151429 w 9611734"/>
              <a:gd name="connsiteY135" fmla="*/ 521055 h 1927097"/>
              <a:gd name="connsiteX136" fmla="*/ 0 w 9611734"/>
              <a:gd name="connsiteY136" fmla="*/ 558848 h 1927097"/>
              <a:gd name="connsiteX137" fmla="*/ 0 w 9611734"/>
              <a:gd name="connsiteY137" fmla="*/ 611338 h 1927097"/>
              <a:gd name="connsiteX138" fmla="*/ 283580 w 9611734"/>
              <a:gd name="connsiteY138" fmla="*/ 893212 h 1927097"/>
              <a:gd name="connsiteX139" fmla="*/ 566984 w 9611734"/>
              <a:gd name="connsiteY139" fmla="*/ 611338 h 1927097"/>
              <a:gd name="connsiteX140" fmla="*/ 566984 w 9611734"/>
              <a:gd name="connsiteY140" fmla="*/ 19596 h 1927097"/>
              <a:gd name="connsiteX141" fmla="*/ 1478364 w 9611734"/>
              <a:gd name="connsiteY141" fmla="*/ 19596 h 1927097"/>
              <a:gd name="connsiteX142" fmla="*/ 1334121 w 9611734"/>
              <a:gd name="connsiteY142" fmla="*/ 19596 h 1927097"/>
              <a:gd name="connsiteX143" fmla="*/ 1334121 w 9611734"/>
              <a:gd name="connsiteY143" fmla="*/ 873440 h 1927097"/>
              <a:gd name="connsiteX144" fmla="*/ 1478364 w 9611734"/>
              <a:gd name="connsiteY144" fmla="*/ 873440 h 1927097"/>
              <a:gd name="connsiteX145" fmla="*/ 1478364 w 9611734"/>
              <a:gd name="connsiteY145" fmla="*/ 479412 h 1927097"/>
              <a:gd name="connsiteX146" fmla="*/ 1599298 w 9611734"/>
              <a:gd name="connsiteY146" fmla="*/ 336638 h 1927097"/>
              <a:gd name="connsiteX147" fmla="*/ 1703230 w 9611734"/>
              <a:gd name="connsiteY147" fmla="*/ 456142 h 1927097"/>
              <a:gd name="connsiteX148" fmla="*/ 1703230 w 9611734"/>
              <a:gd name="connsiteY148" fmla="*/ 873265 h 1927097"/>
              <a:gd name="connsiteX149" fmla="*/ 1847474 w 9611734"/>
              <a:gd name="connsiteY149" fmla="*/ 873265 h 1927097"/>
              <a:gd name="connsiteX150" fmla="*/ 1847474 w 9611734"/>
              <a:gd name="connsiteY150" fmla="*/ 455092 h 1927097"/>
              <a:gd name="connsiteX151" fmla="*/ 1654331 w 9611734"/>
              <a:gd name="connsiteY151" fmla="*/ 251429 h 1927097"/>
              <a:gd name="connsiteX152" fmla="*/ 1485726 w 9611734"/>
              <a:gd name="connsiteY152" fmla="*/ 340488 h 1927097"/>
              <a:gd name="connsiteX153" fmla="*/ 1478364 w 9611734"/>
              <a:gd name="connsiteY153" fmla="*/ 340488 h 1927097"/>
              <a:gd name="connsiteX154" fmla="*/ 1478364 w 9611734"/>
              <a:gd name="connsiteY154" fmla="*/ 19596 h 1927097"/>
              <a:gd name="connsiteX155" fmla="*/ 5871744 w 9611734"/>
              <a:gd name="connsiteY155" fmla="*/ 19596 h 1927097"/>
              <a:gd name="connsiteX156" fmla="*/ 5720315 w 9611734"/>
              <a:gd name="connsiteY156" fmla="*/ 19596 h 1927097"/>
              <a:gd name="connsiteX157" fmla="*/ 5720315 w 9611734"/>
              <a:gd name="connsiteY157" fmla="*/ 650356 h 1927097"/>
              <a:gd name="connsiteX158" fmla="*/ 5588340 w 9611734"/>
              <a:gd name="connsiteY158" fmla="*/ 813776 h 1927097"/>
              <a:gd name="connsiteX159" fmla="*/ 5456366 w 9611734"/>
              <a:gd name="connsiteY159" fmla="*/ 638108 h 1927097"/>
              <a:gd name="connsiteX160" fmla="*/ 5456366 w 9611734"/>
              <a:gd name="connsiteY160" fmla="*/ 521055 h 1927097"/>
              <a:gd name="connsiteX161" fmla="*/ 5304936 w 9611734"/>
              <a:gd name="connsiteY161" fmla="*/ 558848 h 1927097"/>
              <a:gd name="connsiteX162" fmla="*/ 5304936 w 9611734"/>
              <a:gd name="connsiteY162" fmla="*/ 611338 h 1927097"/>
              <a:gd name="connsiteX163" fmla="*/ 5588515 w 9611734"/>
              <a:gd name="connsiteY163" fmla="*/ 893212 h 1927097"/>
              <a:gd name="connsiteX164" fmla="*/ 5871920 w 9611734"/>
              <a:gd name="connsiteY164" fmla="*/ 611338 h 1927097"/>
              <a:gd name="connsiteX165" fmla="*/ 5871920 w 9611734"/>
              <a:gd name="connsiteY165" fmla="*/ 19596 h 1927097"/>
              <a:gd name="connsiteX166" fmla="*/ 6783125 w 9611734"/>
              <a:gd name="connsiteY166" fmla="*/ 19596 h 1927097"/>
              <a:gd name="connsiteX167" fmla="*/ 6638882 w 9611734"/>
              <a:gd name="connsiteY167" fmla="*/ 19596 h 1927097"/>
              <a:gd name="connsiteX168" fmla="*/ 6638882 w 9611734"/>
              <a:gd name="connsiteY168" fmla="*/ 873440 h 1927097"/>
              <a:gd name="connsiteX169" fmla="*/ 6783125 w 9611734"/>
              <a:gd name="connsiteY169" fmla="*/ 873440 h 1927097"/>
              <a:gd name="connsiteX170" fmla="*/ 6783125 w 9611734"/>
              <a:gd name="connsiteY170" fmla="*/ 479412 h 1927097"/>
              <a:gd name="connsiteX171" fmla="*/ 6904059 w 9611734"/>
              <a:gd name="connsiteY171" fmla="*/ 336638 h 1927097"/>
              <a:gd name="connsiteX172" fmla="*/ 7007991 w 9611734"/>
              <a:gd name="connsiteY172" fmla="*/ 456142 h 1927097"/>
              <a:gd name="connsiteX173" fmla="*/ 7007991 w 9611734"/>
              <a:gd name="connsiteY173" fmla="*/ 873265 h 1927097"/>
              <a:gd name="connsiteX174" fmla="*/ 7152234 w 9611734"/>
              <a:gd name="connsiteY174" fmla="*/ 873265 h 1927097"/>
              <a:gd name="connsiteX175" fmla="*/ 7152234 w 9611734"/>
              <a:gd name="connsiteY175" fmla="*/ 455092 h 1927097"/>
              <a:gd name="connsiteX176" fmla="*/ 6959092 w 9611734"/>
              <a:gd name="connsiteY176" fmla="*/ 251429 h 1927097"/>
              <a:gd name="connsiteX177" fmla="*/ 6790486 w 9611734"/>
              <a:gd name="connsiteY177" fmla="*/ 340488 h 1927097"/>
              <a:gd name="connsiteX178" fmla="*/ 6783125 w 9611734"/>
              <a:gd name="connsiteY178" fmla="*/ 340488 h 1927097"/>
              <a:gd name="connsiteX179" fmla="*/ 6783125 w 9611734"/>
              <a:gd name="connsiteY179" fmla="*/ 19596 h 1927097"/>
              <a:gd name="connsiteX180" fmla="*/ 4781944 w 9611734"/>
              <a:gd name="connsiteY180" fmla="*/ 803978 h 1927097"/>
              <a:gd name="connsiteX181" fmla="*/ 4592482 w 9611734"/>
              <a:gd name="connsiteY181" fmla="*/ 607489 h 1927097"/>
              <a:gd name="connsiteX182" fmla="*/ 4666970 w 9611734"/>
              <a:gd name="connsiteY182" fmla="*/ 452642 h 1927097"/>
              <a:gd name="connsiteX183" fmla="*/ 4943188 w 9611734"/>
              <a:gd name="connsiteY183" fmla="*/ 753937 h 1927097"/>
              <a:gd name="connsiteX184" fmla="*/ 4781944 w 9611734"/>
              <a:gd name="connsiteY184" fmla="*/ 803978 h 1927097"/>
              <a:gd name="connsiteX185" fmla="*/ 5050801 w 9611734"/>
              <a:gd name="connsiteY185" fmla="*/ 653855 h 1927097"/>
              <a:gd name="connsiteX186" fmla="*/ 4811388 w 9611734"/>
              <a:gd name="connsiteY186" fmla="*/ 390354 h 1927097"/>
              <a:gd name="connsiteX187" fmla="*/ 4929868 w 9611734"/>
              <a:gd name="connsiteY187" fmla="*/ 367083 h 1927097"/>
              <a:gd name="connsiteX188" fmla="*/ 5089885 w 9611734"/>
              <a:gd name="connsiteY188" fmla="*/ 523154 h 1927097"/>
              <a:gd name="connsiteX189" fmla="*/ 5050801 w 9611734"/>
              <a:gd name="connsiteY189" fmla="*/ 653855 h 1927097"/>
              <a:gd name="connsiteX190" fmla="*/ 4778263 w 9611734"/>
              <a:gd name="connsiteY190" fmla="*/ 355010 h 1927097"/>
              <a:gd name="connsiteX191" fmla="*/ 4725684 w 9611734"/>
              <a:gd name="connsiteY191" fmla="*/ 296396 h 1927097"/>
              <a:gd name="connsiteX192" fmla="*/ 4665743 w 9611734"/>
              <a:gd name="connsiteY192" fmla="*/ 175668 h 1927097"/>
              <a:gd name="connsiteX193" fmla="*/ 4781768 w 9611734"/>
              <a:gd name="connsiteY193" fmla="*/ 64738 h 1927097"/>
              <a:gd name="connsiteX194" fmla="*/ 4896568 w 9611734"/>
              <a:gd name="connsiteY194" fmla="*/ 181792 h 1927097"/>
              <a:gd name="connsiteX195" fmla="*/ 4778263 w 9611734"/>
              <a:gd name="connsiteY195" fmla="*/ 355010 h 1927097"/>
              <a:gd name="connsiteX196" fmla="*/ 4785624 w 9611734"/>
              <a:gd name="connsiteY196" fmla="*/ 0 h 1927097"/>
              <a:gd name="connsiteX197" fmla="*/ 4533943 w 9611734"/>
              <a:gd name="connsiteY197" fmla="*/ 211011 h 1927097"/>
              <a:gd name="connsiteX198" fmla="*/ 4631741 w 9611734"/>
              <a:gd name="connsiteY198" fmla="*/ 414674 h 1927097"/>
              <a:gd name="connsiteX199" fmla="*/ 4632968 w 9611734"/>
              <a:gd name="connsiteY199" fmla="*/ 417124 h 1927097"/>
              <a:gd name="connsiteX200" fmla="*/ 4458228 w 9611734"/>
              <a:gd name="connsiteY200" fmla="*/ 662254 h 1927097"/>
              <a:gd name="connsiteX201" fmla="*/ 4703775 w 9611734"/>
              <a:gd name="connsiteY201" fmla="*/ 892862 h 1927097"/>
              <a:gd name="connsiteX202" fmla="*/ 4979994 w 9611734"/>
              <a:gd name="connsiteY202" fmla="*/ 794005 h 1927097"/>
              <a:gd name="connsiteX203" fmla="*/ 5053255 w 9611734"/>
              <a:gd name="connsiteY203" fmla="*/ 873265 h 1927097"/>
              <a:gd name="connsiteX204" fmla="*/ 5245170 w 9611734"/>
              <a:gd name="connsiteY204" fmla="*/ 873265 h 1927097"/>
              <a:gd name="connsiteX205" fmla="*/ 5245170 w 9611734"/>
              <a:gd name="connsiteY205" fmla="*/ 867141 h 1927097"/>
              <a:gd name="connsiteX206" fmla="*/ 5088834 w 9611734"/>
              <a:gd name="connsiteY206" fmla="*/ 695148 h 1927097"/>
              <a:gd name="connsiteX207" fmla="*/ 5192766 w 9611734"/>
              <a:gd name="connsiteY207" fmla="*/ 457191 h 1927097"/>
              <a:gd name="connsiteX208" fmla="*/ 5032749 w 9611734"/>
              <a:gd name="connsiteY208" fmla="*/ 302345 h 1927097"/>
              <a:gd name="connsiteX209" fmla="*/ 4886051 w 9611734"/>
              <a:gd name="connsiteY209" fmla="*/ 331564 h 1927097"/>
              <a:gd name="connsiteX210" fmla="*/ 4883598 w 9611734"/>
              <a:gd name="connsiteY210" fmla="*/ 326665 h 1927097"/>
              <a:gd name="connsiteX211" fmla="*/ 5015573 w 9611734"/>
              <a:gd name="connsiteY211" fmla="*/ 165695 h 1927097"/>
              <a:gd name="connsiteX212" fmla="*/ 4785624 w 9611734"/>
              <a:gd name="connsiteY212" fmla="*/ 0 h 1927097"/>
              <a:gd name="connsiteX213" fmla="*/ 1128885 w 9611734"/>
              <a:gd name="connsiteY213" fmla="*/ 1543918 h 1927097"/>
              <a:gd name="connsiteX214" fmla="*/ 1293810 w 9611734"/>
              <a:gd name="connsiteY214" fmla="*/ 1375599 h 1927097"/>
              <a:gd name="connsiteX215" fmla="*/ 1441734 w 9611734"/>
              <a:gd name="connsiteY215" fmla="*/ 1543918 h 1927097"/>
              <a:gd name="connsiteX216" fmla="*/ 1128885 w 9611734"/>
              <a:gd name="connsiteY216" fmla="*/ 1543918 h 1927097"/>
              <a:gd name="connsiteX217" fmla="*/ 1293810 w 9611734"/>
              <a:gd name="connsiteY217" fmla="*/ 1292664 h 1927097"/>
              <a:gd name="connsiteX218" fmla="*/ 1020045 w 9611734"/>
              <a:gd name="connsiteY218" fmla="*/ 1614780 h 1927097"/>
              <a:gd name="connsiteX219" fmla="*/ 1293810 w 9611734"/>
              <a:gd name="connsiteY219" fmla="*/ 1927098 h 1927097"/>
              <a:gd name="connsiteX220" fmla="*/ 1543037 w 9611734"/>
              <a:gd name="connsiteY220" fmla="*/ 1728334 h 1927097"/>
              <a:gd name="connsiteX221" fmla="*/ 1450147 w 9611734"/>
              <a:gd name="connsiteY221" fmla="*/ 1704013 h 1927097"/>
              <a:gd name="connsiteX222" fmla="*/ 1303450 w 9611734"/>
              <a:gd name="connsiteY222" fmla="*/ 1841888 h 1927097"/>
              <a:gd name="connsiteX223" fmla="*/ 1125029 w 9611734"/>
              <a:gd name="connsiteY223" fmla="*/ 1616180 h 1927097"/>
              <a:gd name="connsiteX224" fmla="*/ 1544089 w 9611734"/>
              <a:gd name="connsiteY224" fmla="*/ 1616180 h 1927097"/>
              <a:gd name="connsiteX225" fmla="*/ 1544089 w 9611734"/>
              <a:gd name="connsiteY225" fmla="*/ 1582061 h 1927097"/>
              <a:gd name="connsiteX226" fmla="*/ 1293810 w 9611734"/>
              <a:gd name="connsiteY226" fmla="*/ 1292664 h 1927097"/>
              <a:gd name="connsiteX227" fmla="*/ 2967595 w 9611734"/>
              <a:gd name="connsiteY227" fmla="*/ 1543918 h 1927097"/>
              <a:gd name="connsiteX228" fmla="*/ 3132520 w 9611734"/>
              <a:gd name="connsiteY228" fmla="*/ 1375599 h 1927097"/>
              <a:gd name="connsiteX229" fmla="*/ 3280444 w 9611734"/>
              <a:gd name="connsiteY229" fmla="*/ 1543918 h 1927097"/>
              <a:gd name="connsiteX230" fmla="*/ 2967595 w 9611734"/>
              <a:gd name="connsiteY230" fmla="*/ 1543918 h 1927097"/>
              <a:gd name="connsiteX231" fmla="*/ 3132520 w 9611734"/>
              <a:gd name="connsiteY231" fmla="*/ 1292664 h 1927097"/>
              <a:gd name="connsiteX232" fmla="*/ 2858756 w 9611734"/>
              <a:gd name="connsiteY232" fmla="*/ 1614780 h 1927097"/>
              <a:gd name="connsiteX233" fmla="*/ 3132520 w 9611734"/>
              <a:gd name="connsiteY233" fmla="*/ 1927098 h 1927097"/>
              <a:gd name="connsiteX234" fmla="*/ 3381748 w 9611734"/>
              <a:gd name="connsiteY234" fmla="*/ 1728334 h 1927097"/>
              <a:gd name="connsiteX235" fmla="*/ 3288857 w 9611734"/>
              <a:gd name="connsiteY235" fmla="*/ 1704013 h 1927097"/>
              <a:gd name="connsiteX236" fmla="*/ 3142160 w 9611734"/>
              <a:gd name="connsiteY236" fmla="*/ 1841888 h 1927097"/>
              <a:gd name="connsiteX237" fmla="*/ 2963740 w 9611734"/>
              <a:gd name="connsiteY237" fmla="*/ 1616180 h 1927097"/>
              <a:gd name="connsiteX238" fmla="*/ 3382799 w 9611734"/>
              <a:gd name="connsiteY238" fmla="*/ 1616180 h 1927097"/>
              <a:gd name="connsiteX239" fmla="*/ 3382799 w 9611734"/>
              <a:gd name="connsiteY239" fmla="*/ 1582061 h 1927097"/>
              <a:gd name="connsiteX240" fmla="*/ 3132520 w 9611734"/>
              <a:gd name="connsiteY240" fmla="*/ 1292664 h 1927097"/>
              <a:gd name="connsiteX241" fmla="*/ 3766631 w 9611734"/>
              <a:gd name="connsiteY241" fmla="*/ 1292664 h 1927097"/>
              <a:gd name="connsiteX242" fmla="*/ 3485505 w 9611734"/>
              <a:gd name="connsiteY242" fmla="*/ 1616005 h 1927097"/>
              <a:gd name="connsiteX243" fmla="*/ 3761723 w 9611734"/>
              <a:gd name="connsiteY243" fmla="*/ 1927098 h 1927097"/>
              <a:gd name="connsiteX244" fmla="*/ 4012178 w 9611734"/>
              <a:gd name="connsiteY244" fmla="*/ 1709962 h 1927097"/>
              <a:gd name="connsiteX245" fmla="*/ 3915606 w 9611734"/>
              <a:gd name="connsiteY245" fmla="*/ 1686692 h 1927097"/>
              <a:gd name="connsiteX246" fmla="*/ 3768909 w 9611734"/>
              <a:gd name="connsiteY246" fmla="*/ 1840313 h 1927097"/>
              <a:gd name="connsiteX247" fmla="*/ 3591716 w 9611734"/>
              <a:gd name="connsiteY247" fmla="*/ 1608481 h 1927097"/>
              <a:gd name="connsiteX248" fmla="*/ 3764002 w 9611734"/>
              <a:gd name="connsiteY248" fmla="*/ 1379098 h 1927097"/>
              <a:gd name="connsiteX249" fmla="*/ 3915606 w 9611734"/>
              <a:gd name="connsiteY249" fmla="*/ 1525546 h 1927097"/>
              <a:gd name="connsiteX250" fmla="*/ 4012178 w 9611734"/>
              <a:gd name="connsiteY250" fmla="*/ 1502275 h 1927097"/>
              <a:gd name="connsiteX251" fmla="*/ 3766631 w 9611734"/>
              <a:gd name="connsiteY251" fmla="*/ 1292664 h 1927097"/>
              <a:gd name="connsiteX252" fmla="*/ 879833 w 9611734"/>
              <a:gd name="connsiteY252" fmla="*/ 1060831 h 1927097"/>
              <a:gd name="connsiteX253" fmla="*/ 718589 w 9611734"/>
              <a:gd name="connsiteY253" fmla="*/ 1060831 h 1927097"/>
              <a:gd name="connsiteX254" fmla="*/ 465680 w 9611734"/>
              <a:gd name="connsiteY254" fmla="*/ 1748805 h 1927097"/>
              <a:gd name="connsiteX255" fmla="*/ 211545 w 9611734"/>
              <a:gd name="connsiteY255" fmla="*/ 1060831 h 1927097"/>
              <a:gd name="connsiteX256" fmla="*/ 42765 w 9611734"/>
              <a:gd name="connsiteY256" fmla="*/ 1060831 h 1927097"/>
              <a:gd name="connsiteX257" fmla="*/ 42765 w 9611734"/>
              <a:gd name="connsiteY257" fmla="*/ 1914675 h 1927097"/>
              <a:gd name="connsiteX258" fmla="*/ 148976 w 9611734"/>
              <a:gd name="connsiteY258" fmla="*/ 1914675 h 1927097"/>
              <a:gd name="connsiteX259" fmla="*/ 148976 w 9611734"/>
              <a:gd name="connsiteY259" fmla="*/ 1179284 h 1927097"/>
              <a:gd name="connsiteX260" fmla="*/ 421513 w 9611734"/>
              <a:gd name="connsiteY260" fmla="*/ 1914850 h 1927097"/>
              <a:gd name="connsiteX261" fmla="*/ 503362 w 9611734"/>
              <a:gd name="connsiteY261" fmla="*/ 1914850 h 1927097"/>
              <a:gd name="connsiteX262" fmla="*/ 773447 w 9611734"/>
              <a:gd name="connsiteY262" fmla="*/ 1178060 h 1927097"/>
              <a:gd name="connsiteX263" fmla="*/ 773447 w 9611734"/>
              <a:gd name="connsiteY263" fmla="*/ 1914850 h 1927097"/>
              <a:gd name="connsiteX264" fmla="*/ 879833 w 9611734"/>
              <a:gd name="connsiteY264" fmla="*/ 1914850 h 1927097"/>
              <a:gd name="connsiteX265" fmla="*/ 879833 w 9611734"/>
              <a:gd name="connsiteY265" fmla="*/ 1060831 h 1927097"/>
              <a:gd name="connsiteX266" fmla="*/ 1920559 w 9611734"/>
              <a:gd name="connsiteY266" fmla="*/ 1840488 h 1927097"/>
              <a:gd name="connsiteX267" fmla="*/ 1753181 w 9611734"/>
              <a:gd name="connsiteY267" fmla="*/ 1609881 h 1927097"/>
              <a:gd name="connsiteX268" fmla="*/ 1920559 w 9611734"/>
              <a:gd name="connsiteY268" fmla="*/ 1379273 h 1927097"/>
              <a:gd name="connsiteX269" fmla="*/ 2087938 w 9611734"/>
              <a:gd name="connsiteY269" fmla="*/ 1609881 h 1927097"/>
              <a:gd name="connsiteX270" fmla="*/ 1920559 w 9611734"/>
              <a:gd name="connsiteY270" fmla="*/ 1840488 h 1927097"/>
              <a:gd name="connsiteX271" fmla="*/ 2186963 w 9611734"/>
              <a:gd name="connsiteY271" fmla="*/ 1060831 h 1927097"/>
              <a:gd name="connsiteX272" fmla="*/ 2085659 w 9611734"/>
              <a:gd name="connsiteY272" fmla="*/ 1060831 h 1927097"/>
              <a:gd name="connsiteX273" fmla="*/ 2085659 w 9611734"/>
              <a:gd name="connsiteY273" fmla="*/ 1421965 h 1927097"/>
              <a:gd name="connsiteX274" fmla="*/ 1903559 w 9611734"/>
              <a:gd name="connsiteY274" fmla="*/ 1292664 h 1927097"/>
              <a:gd name="connsiteX275" fmla="*/ 1646970 w 9611734"/>
              <a:gd name="connsiteY275" fmla="*/ 1613555 h 1927097"/>
              <a:gd name="connsiteX276" fmla="*/ 1894971 w 9611734"/>
              <a:gd name="connsiteY276" fmla="*/ 1927098 h 1927097"/>
              <a:gd name="connsiteX277" fmla="*/ 2085659 w 9611734"/>
              <a:gd name="connsiteY277" fmla="*/ 1791672 h 1927097"/>
              <a:gd name="connsiteX278" fmla="*/ 2085659 w 9611734"/>
              <a:gd name="connsiteY278" fmla="*/ 1838039 h 1927097"/>
              <a:gd name="connsiteX279" fmla="*/ 2091794 w 9611734"/>
              <a:gd name="connsiteY279" fmla="*/ 1914850 h 1927097"/>
              <a:gd name="connsiteX280" fmla="*/ 2194499 w 9611734"/>
              <a:gd name="connsiteY280" fmla="*/ 1914850 h 1927097"/>
              <a:gd name="connsiteX281" fmla="*/ 2187138 w 9611734"/>
              <a:gd name="connsiteY281" fmla="*/ 1787998 h 1927097"/>
              <a:gd name="connsiteX282" fmla="*/ 2187138 w 9611734"/>
              <a:gd name="connsiteY282" fmla="*/ 1060831 h 1927097"/>
              <a:gd name="connsiteX283" fmla="*/ 2956729 w 9611734"/>
              <a:gd name="connsiteY283" fmla="*/ 1060831 h 1927097"/>
              <a:gd name="connsiteX284" fmla="*/ 2296854 w 9611734"/>
              <a:gd name="connsiteY284" fmla="*/ 1060831 h 1927097"/>
              <a:gd name="connsiteX285" fmla="*/ 2296854 w 9611734"/>
              <a:gd name="connsiteY285" fmla="*/ 1149890 h 1927097"/>
              <a:gd name="connsiteX286" fmla="*/ 2574300 w 9611734"/>
              <a:gd name="connsiteY286" fmla="*/ 1149890 h 1927097"/>
              <a:gd name="connsiteX287" fmla="*/ 2574300 w 9611734"/>
              <a:gd name="connsiteY287" fmla="*/ 1914850 h 1927097"/>
              <a:gd name="connsiteX288" fmla="*/ 2680686 w 9611734"/>
              <a:gd name="connsiteY288" fmla="*/ 1914850 h 1927097"/>
              <a:gd name="connsiteX289" fmla="*/ 2680686 w 9611734"/>
              <a:gd name="connsiteY289" fmla="*/ 1149890 h 1927097"/>
              <a:gd name="connsiteX290" fmla="*/ 2956904 w 9611734"/>
              <a:gd name="connsiteY290" fmla="*/ 1149890 h 1927097"/>
              <a:gd name="connsiteX291" fmla="*/ 2956904 w 9611734"/>
              <a:gd name="connsiteY291" fmla="*/ 1060831 h 1927097"/>
              <a:gd name="connsiteX292" fmla="*/ 4229682 w 9611734"/>
              <a:gd name="connsiteY292" fmla="*/ 1060831 h 1927097"/>
              <a:gd name="connsiteX293" fmla="*/ 4128203 w 9611734"/>
              <a:gd name="connsiteY293" fmla="*/ 1060831 h 1927097"/>
              <a:gd name="connsiteX294" fmla="*/ 4128203 w 9611734"/>
              <a:gd name="connsiteY294" fmla="*/ 1914675 h 1927097"/>
              <a:gd name="connsiteX295" fmla="*/ 4229682 w 9611734"/>
              <a:gd name="connsiteY295" fmla="*/ 1914675 h 1927097"/>
              <a:gd name="connsiteX296" fmla="*/ 4229682 w 9611734"/>
              <a:gd name="connsiteY296" fmla="*/ 1513473 h 1927097"/>
              <a:gd name="connsiteX297" fmla="*/ 4362884 w 9611734"/>
              <a:gd name="connsiteY297" fmla="*/ 1370699 h 1927097"/>
              <a:gd name="connsiteX298" fmla="*/ 4494859 w 9611734"/>
              <a:gd name="connsiteY298" fmla="*/ 1513473 h 1927097"/>
              <a:gd name="connsiteX299" fmla="*/ 4494859 w 9611734"/>
              <a:gd name="connsiteY299" fmla="*/ 1914850 h 1927097"/>
              <a:gd name="connsiteX300" fmla="*/ 4596338 w 9611734"/>
              <a:gd name="connsiteY300" fmla="*/ 1914850 h 1927097"/>
              <a:gd name="connsiteX301" fmla="*/ 4596338 w 9611734"/>
              <a:gd name="connsiteY301" fmla="*/ 1492827 h 1927097"/>
              <a:gd name="connsiteX302" fmla="*/ 4399515 w 9611734"/>
              <a:gd name="connsiteY302" fmla="*/ 1292839 h 1927097"/>
              <a:gd name="connsiteX303" fmla="*/ 4229682 w 9611734"/>
              <a:gd name="connsiteY303" fmla="*/ 1399044 h 1927097"/>
              <a:gd name="connsiteX304" fmla="*/ 4229682 w 9611734"/>
              <a:gd name="connsiteY304" fmla="*/ 1060831 h 192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Lst>
            <a:rect l="l" t="t" r="r" b="b"/>
            <a:pathLst>
              <a:path w="9611734" h="1927097">
                <a:moveTo>
                  <a:pt x="950465" y="818675"/>
                </a:moveTo>
                <a:cubicBezTo>
                  <a:pt x="856347" y="818675"/>
                  <a:pt x="803768" y="729617"/>
                  <a:pt x="803768" y="568646"/>
                </a:cubicBezTo>
                <a:cubicBezTo>
                  <a:pt x="803768" y="405226"/>
                  <a:pt x="856347" y="318617"/>
                  <a:pt x="950465" y="318617"/>
                </a:cubicBezTo>
                <a:cubicBezTo>
                  <a:pt x="1044582" y="318617"/>
                  <a:pt x="1097162" y="406451"/>
                  <a:pt x="1097162" y="568646"/>
                </a:cubicBezTo>
                <a:cubicBezTo>
                  <a:pt x="1097162" y="732066"/>
                  <a:pt x="1044582" y="818675"/>
                  <a:pt x="950465" y="818675"/>
                </a:cubicBezTo>
                <a:moveTo>
                  <a:pt x="950465" y="251429"/>
                </a:moveTo>
                <a:cubicBezTo>
                  <a:pt x="758549" y="251429"/>
                  <a:pt x="652338" y="394203"/>
                  <a:pt x="652338" y="568646"/>
                </a:cubicBezTo>
                <a:cubicBezTo>
                  <a:pt x="652338" y="743089"/>
                  <a:pt x="758724" y="885863"/>
                  <a:pt x="950465" y="885863"/>
                </a:cubicBezTo>
                <a:cubicBezTo>
                  <a:pt x="1142381" y="885863"/>
                  <a:pt x="1248591" y="743089"/>
                  <a:pt x="1248591" y="568646"/>
                </a:cubicBezTo>
                <a:cubicBezTo>
                  <a:pt x="1248767" y="394028"/>
                  <a:pt x="1142381" y="251429"/>
                  <a:pt x="950465" y="251429"/>
                </a:cubicBezTo>
                <a:moveTo>
                  <a:pt x="2283534" y="251429"/>
                </a:moveTo>
                <a:cubicBezTo>
                  <a:pt x="2193097" y="251429"/>
                  <a:pt x="2142971" y="290447"/>
                  <a:pt x="2114929" y="340488"/>
                </a:cubicBezTo>
                <a:lnTo>
                  <a:pt x="2107568" y="340488"/>
                </a:lnTo>
                <a:lnTo>
                  <a:pt x="2107568" y="263677"/>
                </a:lnTo>
                <a:lnTo>
                  <a:pt x="1963324" y="263677"/>
                </a:lnTo>
                <a:lnTo>
                  <a:pt x="1963324" y="873615"/>
                </a:lnTo>
                <a:lnTo>
                  <a:pt x="2107568" y="873615"/>
                </a:lnTo>
                <a:lnTo>
                  <a:pt x="2107568" y="479412"/>
                </a:lnTo>
                <a:cubicBezTo>
                  <a:pt x="2107568" y="389129"/>
                  <a:pt x="2154013" y="336638"/>
                  <a:pt x="2228501" y="336638"/>
                </a:cubicBezTo>
                <a:cubicBezTo>
                  <a:pt x="2300535" y="336638"/>
                  <a:pt x="2332433" y="384230"/>
                  <a:pt x="2332433" y="456142"/>
                </a:cubicBezTo>
                <a:lnTo>
                  <a:pt x="2332433" y="873265"/>
                </a:lnTo>
                <a:lnTo>
                  <a:pt x="2476677" y="873265"/>
                </a:lnTo>
                <a:lnTo>
                  <a:pt x="2476677" y="455092"/>
                </a:lnTo>
                <a:cubicBezTo>
                  <a:pt x="2476502" y="329465"/>
                  <a:pt x="2410602" y="251429"/>
                  <a:pt x="2283534" y="251429"/>
                </a:cubicBezTo>
                <a:moveTo>
                  <a:pt x="2803897" y="251429"/>
                </a:moveTo>
                <a:cubicBezTo>
                  <a:pt x="2670696" y="251429"/>
                  <a:pt x="2570444" y="307594"/>
                  <a:pt x="2570444" y="427097"/>
                </a:cubicBezTo>
                <a:cubicBezTo>
                  <a:pt x="2570444" y="528403"/>
                  <a:pt x="2640024" y="583168"/>
                  <a:pt x="2718368" y="602765"/>
                </a:cubicBezTo>
                <a:lnTo>
                  <a:pt x="2840528" y="633209"/>
                </a:lnTo>
                <a:cubicBezTo>
                  <a:pt x="2905201" y="649131"/>
                  <a:pt x="2934645" y="672227"/>
                  <a:pt x="2934645" y="723493"/>
                </a:cubicBezTo>
                <a:cubicBezTo>
                  <a:pt x="2934645" y="785781"/>
                  <a:pt x="2890654" y="821125"/>
                  <a:pt x="2813712" y="821125"/>
                </a:cubicBezTo>
                <a:cubicBezTo>
                  <a:pt x="2730636" y="821125"/>
                  <a:pt x="2687872" y="780882"/>
                  <a:pt x="2674376" y="679576"/>
                </a:cubicBezTo>
                <a:lnTo>
                  <a:pt x="2544855" y="716144"/>
                </a:lnTo>
                <a:cubicBezTo>
                  <a:pt x="2552216" y="821125"/>
                  <a:pt x="2650014" y="885688"/>
                  <a:pt x="2797763" y="885688"/>
                </a:cubicBezTo>
                <a:cubicBezTo>
                  <a:pt x="2962688" y="885688"/>
                  <a:pt x="3051898" y="808877"/>
                  <a:pt x="3051898" y="686924"/>
                </a:cubicBezTo>
                <a:cubicBezTo>
                  <a:pt x="3051898" y="572320"/>
                  <a:pt x="2972503" y="524729"/>
                  <a:pt x="2889427" y="503908"/>
                </a:cubicBezTo>
                <a:lnTo>
                  <a:pt x="2772174" y="474688"/>
                </a:lnTo>
                <a:cubicBezTo>
                  <a:pt x="2713461" y="459991"/>
                  <a:pt x="2687872" y="433221"/>
                  <a:pt x="2687872" y="394203"/>
                </a:cubicBezTo>
                <a:cubicBezTo>
                  <a:pt x="2687872" y="345387"/>
                  <a:pt x="2729409" y="316167"/>
                  <a:pt x="2791804" y="316167"/>
                </a:cubicBezTo>
                <a:cubicBezTo>
                  <a:pt x="2865065" y="316167"/>
                  <a:pt x="2910284" y="356410"/>
                  <a:pt x="2916418" y="433221"/>
                </a:cubicBezTo>
                <a:lnTo>
                  <a:pt x="3038578" y="396652"/>
                </a:lnTo>
                <a:cubicBezTo>
                  <a:pt x="3023856" y="311093"/>
                  <a:pt x="2939553" y="251429"/>
                  <a:pt x="2803897" y="251429"/>
                </a:cubicBezTo>
                <a:moveTo>
                  <a:pt x="3409965" y="818675"/>
                </a:moveTo>
                <a:cubicBezTo>
                  <a:pt x="3315848" y="818675"/>
                  <a:pt x="3263268" y="729617"/>
                  <a:pt x="3263268" y="568646"/>
                </a:cubicBezTo>
                <a:cubicBezTo>
                  <a:pt x="3263268" y="405226"/>
                  <a:pt x="3315848" y="318617"/>
                  <a:pt x="3409965" y="318617"/>
                </a:cubicBezTo>
                <a:cubicBezTo>
                  <a:pt x="3504083" y="318617"/>
                  <a:pt x="3556663" y="406451"/>
                  <a:pt x="3556663" y="568646"/>
                </a:cubicBezTo>
                <a:cubicBezTo>
                  <a:pt x="3556487" y="732066"/>
                  <a:pt x="3504083" y="818675"/>
                  <a:pt x="3409965" y="818675"/>
                </a:cubicBezTo>
                <a:moveTo>
                  <a:pt x="3409965" y="251429"/>
                </a:moveTo>
                <a:cubicBezTo>
                  <a:pt x="3218050" y="251429"/>
                  <a:pt x="3111839" y="394203"/>
                  <a:pt x="3111839" y="568646"/>
                </a:cubicBezTo>
                <a:cubicBezTo>
                  <a:pt x="3111839" y="743089"/>
                  <a:pt x="3218225" y="885863"/>
                  <a:pt x="3409965" y="885863"/>
                </a:cubicBezTo>
                <a:cubicBezTo>
                  <a:pt x="3601881" y="885863"/>
                  <a:pt x="3708092" y="743089"/>
                  <a:pt x="3708092" y="568646"/>
                </a:cubicBezTo>
                <a:cubicBezTo>
                  <a:pt x="3708092" y="394028"/>
                  <a:pt x="3601706" y="251429"/>
                  <a:pt x="3409965" y="251429"/>
                </a:cubicBezTo>
                <a:moveTo>
                  <a:pt x="4113656" y="251429"/>
                </a:moveTo>
                <a:cubicBezTo>
                  <a:pt x="4023219" y="251429"/>
                  <a:pt x="3973094" y="290447"/>
                  <a:pt x="3945051" y="340488"/>
                </a:cubicBezTo>
                <a:lnTo>
                  <a:pt x="3937690" y="340488"/>
                </a:lnTo>
                <a:lnTo>
                  <a:pt x="3937690" y="263677"/>
                </a:lnTo>
                <a:lnTo>
                  <a:pt x="3793446" y="263677"/>
                </a:lnTo>
                <a:lnTo>
                  <a:pt x="3793446" y="873615"/>
                </a:lnTo>
                <a:lnTo>
                  <a:pt x="3937690" y="873615"/>
                </a:lnTo>
                <a:lnTo>
                  <a:pt x="3937690" y="479412"/>
                </a:lnTo>
                <a:cubicBezTo>
                  <a:pt x="3937690" y="389129"/>
                  <a:pt x="3984135" y="336638"/>
                  <a:pt x="4058623" y="336638"/>
                </a:cubicBezTo>
                <a:cubicBezTo>
                  <a:pt x="4130657" y="336638"/>
                  <a:pt x="4162555" y="384230"/>
                  <a:pt x="4162555" y="456142"/>
                </a:cubicBezTo>
                <a:lnTo>
                  <a:pt x="4162555" y="873265"/>
                </a:lnTo>
                <a:lnTo>
                  <a:pt x="4306799" y="873265"/>
                </a:lnTo>
                <a:lnTo>
                  <a:pt x="4306799" y="455092"/>
                </a:lnTo>
                <a:cubicBezTo>
                  <a:pt x="4306799" y="329465"/>
                  <a:pt x="4240724" y="251429"/>
                  <a:pt x="4113656" y="251429"/>
                </a:cubicBezTo>
                <a:moveTo>
                  <a:pt x="6255401" y="818675"/>
                </a:moveTo>
                <a:cubicBezTo>
                  <a:pt x="6161283" y="818675"/>
                  <a:pt x="6108704" y="729617"/>
                  <a:pt x="6108704" y="568646"/>
                </a:cubicBezTo>
                <a:cubicBezTo>
                  <a:pt x="6108704" y="405226"/>
                  <a:pt x="6161283" y="318617"/>
                  <a:pt x="6255401" y="318617"/>
                </a:cubicBezTo>
                <a:cubicBezTo>
                  <a:pt x="6349518" y="318617"/>
                  <a:pt x="6402098" y="406451"/>
                  <a:pt x="6402098" y="568646"/>
                </a:cubicBezTo>
                <a:cubicBezTo>
                  <a:pt x="6402098" y="732066"/>
                  <a:pt x="6349518" y="818675"/>
                  <a:pt x="6255401" y="818675"/>
                </a:cubicBezTo>
                <a:moveTo>
                  <a:pt x="6255401" y="251429"/>
                </a:moveTo>
                <a:cubicBezTo>
                  <a:pt x="6063485" y="251429"/>
                  <a:pt x="5957274" y="394203"/>
                  <a:pt x="5957274" y="568646"/>
                </a:cubicBezTo>
                <a:cubicBezTo>
                  <a:pt x="5957274" y="743089"/>
                  <a:pt x="6063660" y="885863"/>
                  <a:pt x="6255401" y="885863"/>
                </a:cubicBezTo>
                <a:cubicBezTo>
                  <a:pt x="6447316" y="885863"/>
                  <a:pt x="6553528" y="743089"/>
                  <a:pt x="6553528" y="568646"/>
                </a:cubicBezTo>
                <a:cubicBezTo>
                  <a:pt x="6553528" y="394028"/>
                  <a:pt x="6447316" y="251429"/>
                  <a:pt x="6255401" y="251429"/>
                </a:cubicBezTo>
                <a:moveTo>
                  <a:pt x="7588295" y="251429"/>
                </a:moveTo>
                <a:cubicBezTo>
                  <a:pt x="7497858" y="251429"/>
                  <a:pt x="7447732" y="290447"/>
                  <a:pt x="7419689" y="340488"/>
                </a:cubicBezTo>
                <a:lnTo>
                  <a:pt x="7412328" y="340488"/>
                </a:lnTo>
                <a:lnTo>
                  <a:pt x="7412328" y="263677"/>
                </a:lnTo>
                <a:lnTo>
                  <a:pt x="7268085" y="263677"/>
                </a:lnTo>
                <a:lnTo>
                  <a:pt x="7268085" y="873615"/>
                </a:lnTo>
                <a:lnTo>
                  <a:pt x="7412328" y="873615"/>
                </a:lnTo>
                <a:lnTo>
                  <a:pt x="7412328" y="479412"/>
                </a:lnTo>
                <a:cubicBezTo>
                  <a:pt x="7412328" y="389129"/>
                  <a:pt x="7458774" y="336638"/>
                  <a:pt x="7533262" y="336638"/>
                </a:cubicBezTo>
                <a:cubicBezTo>
                  <a:pt x="7605295" y="336638"/>
                  <a:pt x="7637194" y="384230"/>
                  <a:pt x="7637194" y="456142"/>
                </a:cubicBezTo>
                <a:lnTo>
                  <a:pt x="7637194" y="873265"/>
                </a:lnTo>
                <a:lnTo>
                  <a:pt x="7781438" y="873265"/>
                </a:lnTo>
                <a:lnTo>
                  <a:pt x="7781438" y="455092"/>
                </a:lnTo>
                <a:cubicBezTo>
                  <a:pt x="7781438" y="329465"/>
                  <a:pt x="7715362" y="251429"/>
                  <a:pt x="7588295" y="251429"/>
                </a:cubicBezTo>
                <a:moveTo>
                  <a:pt x="8108833" y="251429"/>
                </a:moveTo>
                <a:cubicBezTo>
                  <a:pt x="7975631" y="251429"/>
                  <a:pt x="7875380" y="307594"/>
                  <a:pt x="7875380" y="427097"/>
                </a:cubicBezTo>
                <a:cubicBezTo>
                  <a:pt x="7875380" y="528403"/>
                  <a:pt x="7944960" y="583168"/>
                  <a:pt x="8023304" y="602765"/>
                </a:cubicBezTo>
                <a:lnTo>
                  <a:pt x="8145464" y="633209"/>
                </a:lnTo>
                <a:cubicBezTo>
                  <a:pt x="8210137" y="649131"/>
                  <a:pt x="8239581" y="672227"/>
                  <a:pt x="8239581" y="723493"/>
                </a:cubicBezTo>
                <a:cubicBezTo>
                  <a:pt x="8239581" y="785781"/>
                  <a:pt x="8195589" y="821125"/>
                  <a:pt x="8118648" y="821125"/>
                </a:cubicBezTo>
                <a:cubicBezTo>
                  <a:pt x="8035573" y="821125"/>
                  <a:pt x="7992808" y="780882"/>
                  <a:pt x="7979312" y="679576"/>
                </a:cubicBezTo>
                <a:lnTo>
                  <a:pt x="7849791" y="716144"/>
                </a:lnTo>
                <a:cubicBezTo>
                  <a:pt x="7857152" y="821125"/>
                  <a:pt x="7954950" y="885688"/>
                  <a:pt x="8102699" y="885688"/>
                </a:cubicBezTo>
                <a:cubicBezTo>
                  <a:pt x="8267624" y="885688"/>
                  <a:pt x="8356834" y="808877"/>
                  <a:pt x="8356834" y="686924"/>
                </a:cubicBezTo>
                <a:cubicBezTo>
                  <a:pt x="8356834" y="572320"/>
                  <a:pt x="8277439" y="524729"/>
                  <a:pt x="8194363" y="503908"/>
                </a:cubicBezTo>
                <a:lnTo>
                  <a:pt x="8077110" y="474688"/>
                </a:lnTo>
                <a:cubicBezTo>
                  <a:pt x="8018396" y="459991"/>
                  <a:pt x="7992808" y="433221"/>
                  <a:pt x="7992808" y="394203"/>
                </a:cubicBezTo>
                <a:cubicBezTo>
                  <a:pt x="7992808" y="345387"/>
                  <a:pt x="8034346" y="316167"/>
                  <a:pt x="8096740" y="316167"/>
                </a:cubicBezTo>
                <a:cubicBezTo>
                  <a:pt x="8170001" y="316167"/>
                  <a:pt x="8215220" y="356410"/>
                  <a:pt x="8221353" y="433221"/>
                </a:cubicBezTo>
                <a:lnTo>
                  <a:pt x="8343514" y="396652"/>
                </a:lnTo>
                <a:cubicBezTo>
                  <a:pt x="8328791" y="311093"/>
                  <a:pt x="8244489" y="251429"/>
                  <a:pt x="8108833" y="251429"/>
                </a:cubicBezTo>
                <a:moveTo>
                  <a:pt x="8714726" y="818675"/>
                </a:moveTo>
                <a:cubicBezTo>
                  <a:pt x="8620608" y="818675"/>
                  <a:pt x="8568028" y="729617"/>
                  <a:pt x="8568028" y="568646"/>
                </a:cubicBezTo>
                <a:cubicBezTo>
                  <a:pt x="8568028" y="405226"/>
                  <a:pt x="8620608" y="318617"/>
                  <a:pt x="8714726" y="318617"/>
                </a:cubicBezTo>
                <a:cubicBezTo>
                  <a:pt x="8808844" y="318617"/>
                  <a:pt x="8861423" y="406451"/>
                  <a:pt x="8861423" y="568646"/>
                </a:cubicBezTo>
                <a:cubicBezTo>
                  <a:pt x="8861423" y="732066"/>
                  <a:pt x="8808844" y="818675"/>
                  <a:pt x="8714726" y="818675"/>
                </a:cubicBezTo>
                <a:moveTo>
                  <a:pt x="8714726" y="251429"/>
                </a:moveTo>
                <a:cubicBezTo>
                  <a:pt x="8522810" y="251429"/>
                  <a:pt x="8416599" y="394203"/>
                  <a:pt x="8416599" y="568646"/>
                </a:cubicBezTo>
                <a:cubicBezTo>
                  <a:pt x="8416599" y="743089"/>
                  <a:pt x="8522810" y="885863"/>
                  <a:pt x="8714726" y="885863"/>
                </a:cubicBezTo>
                <a:cubicBezTo>
                  <a:pt x="8906641" y="885863"/>
                  <a:pt x="9012852" y="743089"/>
                  <a:pt x="9012852" y="568646"/>
                </a:cubicBezTo>
                <a:cubicBezTo>
                  <a:pt x="9012852" y="394028"/>
                  <a:pt x="8906641" y="251429"/>
                  <a:pt x="8714726" y="251429"/>
                </a:cubicBezTo>
                <a:moveTo>
                  <a:pt x="9418592" y="251429"/>
                </a:moveTo>
                <a:cubicBezTo>
                  <a:pt x="9328155" y="251429"/>
                  <a:pt x="9278029" y="290447"/>
                  <a:pt x="9249987" y="340488"/>
                </a:cubicBezTo>
                <a:lnTo>
                  <a:pt x="9242625" y="340488"/>
                </a:lnTo>
                <a:lnTo>
                  <a:pt x="9242625" y="263677"/>
                </a:lnTo>
                <a:lnTo>
                  <a:pt x="9098382" y="263677"/>
                </a:lnTo>
                <a:lnTo>
                  <a:pt x="9098382" y="873615"/>
                </a:lnTo>
                <a:lnTo>
                  <a:pt x="9242625" y="873615"/>
                </a:lnTo>
                <a:lnTo>
                  <a:pt x="9242625" y="479412"/>
                </a:lnTo>
                <a:cubicBezTo>
                  <a:pt x="9242625" y="389129"/>
                  <a:pt x="9289071" y="336638"/>
                  <a:pt x="9363559" y="336638"/>
                </a:cubicBezTo>
                <a:cubicBezTo>
                  <a:pt x="9435593" y="336638"/>
                  <a:pt x="9467491" y="384230"/>
                  <a:pt x="9467491" y="456142"/>
                </a:cubicBezTo>
                <a:lnTo>
                  <a:pt x="9467491" y="873265"/>
                </a:lnTo>
                <a:lnTo>
                  <a:pt x="9611734" y="873265"/>
                </a:lnTo>
                <a:lnTo>
                  <a:pt x="9611734" y="455092"/>
                </a:lnTo>
                <a:cubicBezTo>
                  <a:pt x="9611560" y="329465"/>
                  <a:pt x="9545660" y="251429"/>
                  <a:pt x="9418592" y="251429"/>
                </a:cubicBezTo>
                <a:moveTo>
                  <a:pt x="566984" y="19596"/>
                </a:moveTo>
                <a:lnTo>
                  <a:pt x="415379" y="19596"/>
                </a:lnTo>
                <a:lnTo>
                  <a:pt x="415379" y="650356"/>
                </a:lnTo>
                <a:cubicBezTo>
                  <a:pt x="415379" y="752887"/>
                  <a:pt x="376295" y="813776"/>
                  <a:pt x="283404" y="813776"/>
                </a:cubicBezTo>
                <a:cubicBezTo>
                  <a:pt x="191740" y="813776"/>
                  <a:pt x="151429" y="749213"/>
                  <a:pt x="151429" y="638108"/>
                </a:cubicBezTo>
                <a:lnTo>
                  <a:pt x="151429" y="521055"/>
                </a:lnTo>
                <a:lnTo>
                  <a:pt x="0" y="558848"/>
                </a:lnTo>
                <a:lnTo>
                  <a:pt x="0" y="611338"/>
                </a:lnTo>
                <a:cubicBezTo>
                  <a:pt x="0" y="771084"/>
                  <a:pt x="79395" y="893212"/>
                  <a:pt x="283580" y="893212"/>
                </a:cubicBezTo>
                <a:cubicBezTo>
                  <a:pt x="487589" y="893212"/>
                  <a:pt x="566984" y="771259"/>
                  <a:pt x="566984" y="611338"/>
                </a:cubicBezTo>
                <a:lnTo>
                  <a:pt x="566984" y="19596"/>
                </a:lnTo>
                <a:moveTo>
                  <a:pt x="1478364" y="19596"/>
                </a:moveTo>
                <a:lnTo>
                  <a:pt x="1334121" y="19596"/>
                </a:lnTo>
                <a:lnTo>
                  <a:pt x="1334121" y="873440"/>
                </a:lnTo>
                <a:lnTo>
                  <a:pt x="1478364" y="873440"/>
                </a:lnTo>
                <a:lnTo>
                  <a:pt x="1478364" y="479412"/>
                </a:lnTo>
                <a:cubicBezTo>
                  <a:pt x="1478364" y="389129"/>
                  <a:pt x="1524810" y="336638"/>
                  <a:pt x="1599298" y="336638"/>
                </a:cubicBezTo>
                <a:cubicBezTo>
                  <a:pt x="1671332" y="336638"/>
                  <a:pt x="1703230" y="384230"/>
                  <a:pt x="1703230" y="456142"/>
                </a:cubicBezTo>
                <a:lnTo>
                  <a:pt x="1703230" y="873265"/>
                </a:lnTo>
                <a:lnTo>
                  <a:pt x="1847474" y="873265"/>
                </a:lnTo>
                <a:lnTo>
                  <a:pt x="1847474" y="455092"/>
                </a:lnTo>
                <a:cubicBezTo>
                  <a:pt x="1847474" y="329465"/>
                  <a:pt x="1781398" y="251429"/>
                  <a:pt x="1654331" y="251429"/>
                </a:cubicBezTo>
                <a:cubicBezTo>
                  <a:pt x="1563894" y="251429"/>
                  <a:pt x="1513768" y="290447"/>
                  <a:pt x="1485726" y="340488"/>
                </a:cubicBezTo>
                <a:lnTo>
                  <a:pt x="1478364" y="340488"/>
                </a:lnTo>
                <a:lnTo>
                  <a:pt x="1478364" y="19596"/>
                </a:lnTo>
                <a:moveTo>
                  <a:pt x="5871744" y="19596"/>
                </a:moveTo>
                <a:lnTo>
                  <a:pt x="5720315" y="19596"/>
                </a:lnTo>
                <a:lnTo>
                  <a:pt x="5720315" y="650356"/>
                </a:lnTo>
                <a:cubicBezTo>
                  <a:pt x="5720315" y="752887"/>
                  <a:pt x="5681231" y="813776"/>
                  <a:pt x="5588340" y="813776"/>
                </a:cubicBezTo>
                <a:cubicBezTo>
                  <a:pt x="5496676" y="813776"/>
                  <a:pt x="5456366" y="749213"/>
                  <a:pt x="5456366" y="638108"/>
                </a:cubicBezTo>
                <a:lnTo>
                  <a:pt x="5456366" y="521055"/>
                </a:lnTo>
                <a:lnTo>
                  <a:pt x="5304936" y="558848"/>
                </a:lnTo>
                <a:lnTo>
                  <a:pt x="5304936" y="611338"/>
                </a:lnTo>
                <a:cubicBezTo>
                  <a:pt x="5304936" y="771084"/>
                  <a:pt x="5384331" y="893212"/>
                  <a:pt x="5588515" y="893212"/>
                </a:cubicBezTo>
                <a:cubicBezTo>
                  <a:pt x="5792700" y="893212"/>
                  <a:pt x="5871920" y="771259"/>
                  <a:pt x="5871920" y="611338"/>
                </a:cubicBezTo>
                <a:lnTo>
                  <a:pt x="5871920" y="19596"/>
                </a:lnTo>
                <a:moveTo>
                  <a:pt x="6783125" y="19596"/>
                </a:moveTo>
                <a:lnTo>
                  <a:pt x="6638882" y="19596"/>
                </a:lnTo>
                <a:lnTo>
                  <a:pt x="6638882" y="873440"/>
                </a:lnTo>
                <a:lnTo>
                  <a:pt x="6783125" y="873440"/>
                </a:lnTo>
                <a:lnTo>
                  <a:pt x="6783125" y="479412"/>
                </a:lnTo>
                <a:cubicBezTo>
                  <a:pt x="6783125" y="389129"/>
                  <a:pt x="6829571" y="336638"/>
                  <a:pt x="6904059" y="336638"/>
                </a:cubicBezTo>
                <a:cubicBezTo>
                  <a:pt x="6976092" y="336638"/>
                  <a:pt x="7007991" y="384230"/>
                  <a:pt x="7007991" y="456142"/>
                </a:cubicBezTo>
                <a:lnTo>
                  <a:pt x="7007991" y="873265"/>
                </a:lnTo>
                <a:lnTo>
                  <a:pt x="7152234" y="873265"/>
                </a:lnTo>
                <a:lnTo>
                  <a:pt x="7152234" y="455092"/>
                </a:lnTo>
                <a:cubicBezTo>
                  <a:pt x="7152234" y="329465"/>
                  <a:pt x="7086335" y="251429"/>
                  <a:pt x="6959092" y="251429"/>
                </a:cubicBezTo>
                <a:cubicBezTo>
                  <a:pt x="6868655" y="251429"/>
                  <a:pt x="6818529" y="290447"/>
                  <a:pt x="6790486" y="340488"/>
                </a:cubicBezTo>
                <a:lnTo>
                  <a:pt x="6783125" y="340488"/>
                </a:lnTo>
                <a:lnTo>
                  <a:pt x="6783125" y="19596"/>
                </a:lnTo>
                <a:moveTo>
                  <a:pt x="4781944" y="803978"/>
                </a:moveTo>
                <a:cubicBezTo>
                  <a:pt x="4664691" y="803978"/>
                  <a:pt x="4592482" y="708795"/>
                  <a:pt x="4592482" y="607489"/>
                </a:cubicBezTo>
                <a:cubicBezTo>
                  <a:pt x="4592482" y="543976"/>
                  <a:pt x="4620524" y="485536"/>
                  <a:pt x="4666970" y="452642"/>
                </a:cubicBezTo>
                <a:lnTo>
                  <a:pt x="4943188" y="753937"/>
                </a:lnTo>
                <a:cubicBezTo>
                  <a:pt x="4892010" y="784382"/>
                  <a:pt x="4834523" y="803978"/>
                  <a:pt x="4781944" y="803978"/>
                </a:cubicBezTo>
                <a:moveTo>
                  <a:pt x="5050801" y="653855"/>
                </a:moveTo>
                <a:lnTo>
                  <a:pt x="4811388" y="390354"/>
                </a:lnTo>
                <a:cubicBezTo>
                  <a:pt x="4854153" y="373207"/>
                  <a:pt x="4895691" y="367083"/>
                  <a:pt x="4929868" y="367083"/>
                </a:cubicBezTo>
                <a:cubicBezTo>
                  <a:pt x="5028893" y="367083"/>
                  <a:pt x="5089885" y="424472"/>
                  <a:pt x="5089885" y="523154"/>
                </a:cubicBezTo>
                <a:cubicBezTo>
                  <a:pt x="5089885" y="567246"/>
                  <a:pt x="5077617" y="612388"/>
                  <a:pt x="5050801" y="653855"/>
                </a:cubicBezTo>
                <a:moveTo>
                  <a:pt x="4778263" y="355010"/>
                </a:moveTo>
                <a:lnTo>
                  <a:pt x="4725684" y="296396"/>
                </a:lnTo>
                <a:cubicBezTo>
                  <a:pt x="4679238" y="245130"/>
                  <a:pt x="4665743" y="213461"/>
                  <a:pt x="4665743" y="175668"/>
                </a:cubicBezTo>
                <a:cubicBezTo>
                  <a:pt x="4665743" y="104981"/>
                  <a:pt x="4710961" y="64738"/>
                  <a:pt x="4781768" y="64738"/>
                </a:cubicBezTo>
                <a:cubicBezTo>
                  <a:pt x="4853803" y="64738"/>
                  <a:pt x="4896568" y="106206"/>
                  <a:pt x="4896568" y="181792"/>
                </a:cubicBezTo>
                <a:cubicBezTo>
                  <a:pt x="4896743" y="251429"/>
                  <a:pt x="4862566" y="317217"/>
                  <a:pt x="4778263" y="355010"/>
                </a:cubicBezTo>
                <a:moveTo>
                  <a:pt x="4785624" y="0"/>
                </a:moveTo>
                <a:cubicBezTo>
                  <a:pt x="4617019" y="0"/>
                  <a:pt x="4533943" y="93958"/>
                  <a:pt x="4533943" y="211011"/>
                </a:cubicBezTo>
                <a:cubicBezTo>
                  <a:pt x="4533943" y="274350"/>
                  <a:pt x="4560759" y="337863"/>
                  <a:pt x="4631741" y="414674"/>
                </a:cubicBezTo>
                <a:lnTo>
                  <a:pt x="4632968" y="417124"/>
                </a:lnTo>
                <a:cubicBezTo>
                  <a:pt x="4513262" y="474513"/>
                  <a:pt x="4458228" y="567246"/>
                  <a:pt x="4458228" y="662254"/>
                </a:cubicBezTo>
                <a:cubicBezTo>
                  <a:pt x="4458228" y="787881"/>
                  <a:pt x="4554800" y="892862"/>
                  <a:pt x="4703775" y="892862"/>
                </a:cubicBezTo>
                <a:cubicBezTo>
                  <a:pt x="4789305" y="892862"/>
                  <a:pt x="4889557" y="857518"/>
                  <a:pt x="4979994" y="794005"/>
                </a:cubicBezTo>
                <a:lnTo>
                  <a:pt x="5053255" y="873265"/>
                </a:lnTo>
                <a:lnTo>
                  <a:pt x="5245170" y="873265"/>
                </a:lnTo>
                <a:lnTo>
                  <a:pt x="5245170" y="867141"/>
                </a:lnTo>
                <a:lnTo>
                  <a:pt x="5088834" y="695148"/>
                </a:lnTo>
                <a:cubicBezTo>
                  <a:pt x="5154909" y="617112"/>
                  <a:pt x="5192766" y="531728"/>
                  <a:pt x="5192766" y="457191"/>
                </a:cubicBezTo>
                <a:cubicBezTo>
                  <a:pt x="5192766" y="364458"/>
                  <a:pt x="5130372" y="302345"/>
                  <a:pt x="5032749" y="302345"/>
                </a:cubicBezTo>
                <a:cubicBezTo>
                  <a:pt x="4981396" y="302345"/>
                  <a:pt x="4923909" y="317042"/>
                  <a:pt x="4886051" y="331564"/>
                </a:cubicBezTo>
                <a:lnTo>
                  <a:pt x="4883598" y="326665"/>
                </a:lnTo>
                <a:cubicBezTo>
                  <a:pt x="4976489" y="276624"/>
                  <a:pt x="5015573" y="230258"/>
                  <a:pt x="5015573" y="165695"/>
                </a:cubicBezTo>
                <a:cubicBezTo>
                  <a:pt x="5015398" y="73312"/>
                  <a:pt x="4932322" y="0"/>
                  <a:pt x="4785624" y="0"/>
                </a:cubicBezTo>
                <a:moveTo>
                  <a:pt x="1128885" y="1543918"/>
                </a:moveTo>
                <a:cubicBezTo>
                  <a:pt x="1142381" y="1436662"/>
                  <a:pt x="1197239" y="1375599"/>
                  <a:pt x="1293810" y="1375599"/>
                </a:cubicBezTo>
                <a:cubicBezTo>
                  <a:pt x="1385474" y="1375599"/>
                  <a:pt x="1439280" y="1430538"/>
                  <a:pt x="1441734" y="1543918"/>
                </a:cubicBezTo>
                <a:lnTo>
                  <a:pt x="1128885" y="1543918"/>
                </a:lnTo>
                <a:moveTo>
                  <a:pt x="1293810" y="1292664"/>
                </a:moveTo>
                <a:cubicBezTo>
                  <a:pt x="1132566" y="1292664"/>
                  <a:pt x="1020045" y="1406043"/>
                  <a:pt x="1020045" y="1614780"/>
                </a:cubicBezTo>
                <a:cubicBezTo>
                  <a:pt x="1020045" y="1814768"/>
                  <a:pt x="1123978" y="1927098"/>
                  <a:pt x="1293810" y="1927098"/>
                </a:cubicBezTo>
                <a:cubicBezTo>
                  <a:pt x="1433146" y="1927098"/>
                  <a:pt x="1521129" y="1847837"/>
                  <a:pt x="1543037" y="1728334"/>
                </a:cubicBezTo>
                <a:lnTo>
                  <a:pt x="1450147" y="1704013"/>
                </a:lnTo>
                <a:cubicBezTo>
                  <a:pt x="1434198" y="1806545"/>
                  <a:pt x="1379339" y="1841888"/>
                  <a:pt x="1303450" y="1841888"/>
                </a:cubicBezTo>
                <a:cubicBezTo>
                  <a:pt x="1182516" y="1841888"/>
                  <a:pt x="1128710" y="1752829"/>
                  <a:pt x="1125029" y="1616180"/>
                </a:cubicBezTo>
                <a:lnTo>
                  <a:pt x="1544089" y="1616180"/>
                </a:lnTo>
                <a:lnTo>
                  <a:pt x="1544089" y="1582061"/>
                </a:lnTo>
                <a:cubicBezTo>
                  <a:pt x="1544440" y="1368250"/>
                  <a:pt x="1428238" y="1292664"/>
                  <a:pt x="1293810" y="1292664"/>
                </a:cubicBezTo>
                <a:moveTo>
                  <a:pt x="2967595" y="1543918"/>
                </a:moveTo>
                <a:cubicBezTo>
                  <a:pt x="2981091" y="1436662"/>
                  <a:pt x="3035949" y="1375599"/>
                  <a:pt x="3132520" y="1375599"/>
                </a:cubicBezTo>
                <a:cubicBezTo>
                  <a:pt x="3224184" y="1375599"/>
                  <a:pt x="3277991" y="1430538"/>
                  <a:pt x="3280444" y="1543918"/>
                </a:cubicBezTo>
                <a:lnTo>
                  <a:pt x="2967595" y="1543918"/>
                </a:lnTo>
                <a:moveTo>
                  <a:pt x="3132520" y="1292664"/>
                </a:moveTo>
                <a:cubicBezTo>
                  <a:pt x="2971276" y="1292664"/>
                  <a:pt x="2858756" y="1406043"/>
                  <a:pt x="2858756" y="1614780"/>
                </a:cubicBezTo>
                <a:cubicBezTo>
                  <a:pt x="2858756" y="1814768"/>
                  <a:pt x="2962688" y="1927098"/>
                  <a:pt x="3132520" y="1927098"/>
                </a:cubicBezTo>
                <a:cubicBezTo>
                  <a:pt x="3271856" y="1927098"/>
                  <a:pt x="3359839" y="1847837"/>
                  <a:pt x="3381748" y="1728334"/>
                </a:cubicBezTo>
                <a:lnTo>
                  <a:pt x="3288857" y="1704013"/>
                </a:lnTo>
                <a:cubicBezTo>
                  <a:pt x="3272908" y="1806545"/>
                  <a:pt x="3218050" y="1841888"/>
                  <a:pt x="3142160" y="1841888"/>
                </a:cubicBezTo>
                <a:cubicBezTo>
                  <a:pt x="3021227" y="1841888"/>
                  <a:pt x="2967420" y="1752829"/>
                  <a:pt x="2963740" y="1616180"/>
                </a:cubicBezTo>
                <a:lnTo>
                  <a:pt x="3382799" y="1616180"/>
                </a:lnTo>
                <a:lnTo>
                  <a:pt x="3382799" y="1582061"/>
                </a:lnTo>
                <a:cubicBezTo>
                  <a:pt x="3383150" y="1368250"/>
                  <a:pt x="3266949" y="1292664"/>
                  <a:pt x="3132520" y="1292664"/>
                </a:cubicBezTo>
                <a:moveTo>
                  <a:pt x="3766631" y="1292664"/>
                </a:moveTo>
                <a:cubicBezTo>
                  <a:pt x="3599252" y="1292664"/>
                  <a:pt x="3485505" y="1409717"/>
                  <a:pt x="3485505" y="1616005"/>
                </a:cubicBezTo>
                <a:cubicBezTo>
                  <a:pt x="3485505" y="1818442"/>
                  <a:pt x="3596623" y="1927098"/>
                  <a:pt x="3761723" y="1927098"/>
                </a:cubicBezTo>
                <a:cubicBezTo>
                  <a:pt x="3910874" y="1927098"/>
                  <a:pt x="3995177" y="1835589"/>
                  <a:pt x="4012178" y="1709962"/>
                </a:cubicBezTo>
                <a:lnTo>
                  <a:pt x="3915606" y="1686692"/>
                </a:lnTo>
                <a:cubicBezTo>
                  <a:pt x="3898430" y="1801296"/>
                  <a:pt x="3849531" y="1840313"/>
                  <a:pt x="3768909" y="1840313"/>
                </a:cubicBezTo>
                <a:cubicBezTo>
                  <a:pt x="3651657" y="1840313"/>
                  <a:pt x="3591716" y="1754929"/>
                  <a:pt x="3591716" y="1608481"/>
                </a:cubicBezTo>
                <a:cubicBezTo>
                  <a:pt x="3591716" y="1455909"/>
                  <a:pt x="3655337" y="1379098"/>
                  <a:pt x="3764002" y="1379098"/>
                </a:cubicBezTo>
                <a:cubicBezTo>
                  <a:pt x="3840943" y="1379098"/>
                  <a:pt x="3897204" y="1416891"/>
                  <a:pt x="3915606" y="1525546"/>
                </a:cubicBezTo>
                <a:lnTo>
                  <a:pt x="4012178" y="1502275"/>
                </a:lnTo>
                <a:cubicBezTo>
                  <a:pt x="3995177" y="1378048"/>
                  <a:pt x="3910874" y="1292664"/>
                  <a:pt x="3766631" y="1292664"/>
                </a:cubicBezTo>
                <a:moveTo>
                  <a:pt x="879833" y="1060831"/>
                </a:moveTo>
                <a:lnTo>
                  <a:pt x="718589" y="1060831"/>
                </a:lnTo>
                <a:lnTo>
                  <a:pt x="465680" y="1748805"/>
                </a:lnTo>
                <a:lnTo>
                  <a:pt x="211545" y="1060831"/>
                </a:lnTo>
                <a:lnTo>
                  <a:pt x="42765" y="1060831"/>
                </a:lnTo>
                <a:lnTo>
                  <a:pt x="42765" y="1914675"/>
                </a:lnTo>
                <a:lnTo>
                  <a:pt x="148976" y="1914675"/>
                </a:lnTo>
                <a:lnTo>
                  <a:pt x="148976" y="1179284"/>
                </a:lnTo>
                <a:lnTo>
                  <a:pt x="421513" y="1914850"/>
                </a:lnTo>
                <a:lnTo>
                  <a:pt x="503362" y="1914850"/>
                </a:lnTo>
                <a:lnTo>
                  <a:pt x="773447" y="1178060"/>
                </a:lnTo>
                <a:lnTo>
                  <a:pt x="773447" y="1914850"/>
                </a:lnTo>
                <a:lnTo>
                  <a:pt x="879833" y="1914850"/>
                </a:lnTo>
                <a:lnTo>
                  <a:pt x="879833" y="1060831"/>
                </a:lnTo>
                <a:moveTo>
                  <a:pt x="1920559" y="1840488"/>
                </a:moveTo>
                <a:cubicBezTo>
                  <a:pt x="1820307" y="1840488"/>
                  <a:pt x="1753181" y="1768577"/>
                  <a:pt x="1753181" y="1609881"/>
                </a:cubicBezTo>
                <a:cubicBezTo>
                  <a:pt x="1753181" y="1450135"/>
                  <a:pt x="1820307" y="1379273"/>
                  <a:pt x="1920559" y="1379273"/>
                </a:cubicBezTo>
                <a:cubicBezTo>
                  <a:pt x="2020811" y="1379273"/>
                  <a:pt x="2087938" y="1449960"/>
                  <a:pt x="2087938" y="1609881"/>
                </a:cubicBezTo>
                <a:cubicBezTo>
                  <a:pt x="2087938" y="1768402"/>
                  <a:pt x="2020811" y="1840488"/>
                  <a:pt x="1920559" y="1840488"/>
                </a:cubicBezTo>
                <a:moveTo>
                  <a:pt x="2186963" y="1060831"/>
                </a:moveTo>
                <a:lnTo>
                  <a:pt x="2085659" y="1060831"/>
                </a:lnTo>
                <a:lnTo>
                  <a:pt x="2085659" y="1421965"/>
                </a:lnTo>
                <a:cubicBezTo>
                  <a:pt x="2063576" y="1354777"/>
                  <a:pt x="2009945" y="1292664"/>
                  <a:pt x="1903559" y="1292664"/>
                </a:cubicBezTo>
                <a:cubicBezTo>
                  <a:pt x="1766676" y="1292664"/>
                  <a:pt x="1646970" y="1400094"/>
                  <a:pt x="1646970" y="1613555"/>
                </a:cubicBezTo>
                <a:cubicBezTo>
                  <a:pt x="1646970" y="1829465"/>
                  <a:pt x="1766676" y="1927098"/>
                  <a:pt x="1894971" y="1927098"/>
                </a:cubicBezTo>
                <a:cubicBezTo>
                  <a:pt x="1991542" y="1927098"/>
                  <a:pt x="2062349" y="1870933"/>
                  <a:pt x="2085659" y="1791672"/>
                </a:cubicBezTo>
                <a:lnTo>
                  <a:pt x="2085659" y="1838039"/>
                </a:lnTo>
                <a:cubicBezTo>
                  <a:pt x="2085659" y="1866034"/>
                  <a:pt x="2088113" y="1896653"/>
                  <a:pt x="2091794" y="1914850"/>
                </a:cubicBezTo>
                <a:lnTo>
                  <a:pt x="2194499" y="1914850"/>
                </a:lnTo>
                <a:cubicBezTo>
                  <a:pt x="2189592" y="1885630"/>
                  <a:pt x="2187138" y="1842938"/>
                  <a:pt x="2187138" y="1787998"/>
                </a:cubicBezTo>
                <a:lnTo>
                  <a:pt x="2187138" y="1060831"/>
                </a:lnTo>
                <a:moveTo>
                  <a:pt x="2956729" y="1060831"/>
                </a:moveTo>
                <a:lnTo>
                  <a:pt x="2296854" y="1060831"/>
                </a:lnTo>
                <a:lnTo>
                  <a:pt x="2296854" y="1149890"/>
                </a:lnTo>
                <a:lnTo>
                  <a:pt x="2574300" y="1149890"/>
                </a:lnTo>
                <a:lnTo>
                  <a:pt x="2574300" y="1914850"/>
                </a:lnTo>
                <a:lnTo>
                  <a:pt x="2680686" y="1914850"/>
                </a:lnTo>
                <a:lnTo>
                  <a:pt x="2680686" y="1149890"/>
                </a:lnTo>
                <a:lnTo>
                  <a:pt x="2956904" y="1149890"/>
                </a:lnTo>
                <a:lnTo>
                  <a:pt x="2956904" y="1060831"/>
                </a:lnTo>
                <a:moveTo>
                  <a:pt x="4229682" y="1060831"/>
                </a:moveTo>
                <a:lnTo>
                  <a:pt x="4128203" y="1060831"/>
                </a:lnTo>
                <a:lnTo>
                  <a:pt x="4128203" y="1914675"/>
                </a:lnTo>
                <a:lnTo>
                  <a:pt x="4229682" y="1914675"/>
                </a:lnTo>
                <a:lnTo>
                  <a:pt x="4229682" y="1513473"/>
                </a:lnTo>
                <a:cubicBezTo>
                  <a:pt x="4229682" y="1428089"/>
                  <a:pt x="4272447" y="1370699"/>
                  <a:pt x="4362884" y="1370699"/>
                </a:cubicBezTo>
                <a:cubicBezTo>
                  <a:pt x="4452094" y="1370699"/>
                  <a:pt x="4494859" y="1428089"/>
                  <a:pt x="4494859" y="1513473"/>
                </a:cubicBezTo>
                <a:lnTo>
                  <a:pt x="4494859" y="1914850"/>
                </a:lnTo>
                <a:lnTo>
                  <a:pt x="4596338" y="1914850"/>
                </a:lnTo>
                <a:lnTo>
                  <a:pt x="4596338" y="1492827"/>
                </a:lnTo>
                <a:cubicBezTo>
                  <a:pt x="4596338" y="1378223"/>
                  <a:pt x="4525530" y="1292839"/>
                  <a:pt x="4399515" y="1292839"/>
                </a:cubicBezTo>
                <a:cubicBezTo>
                  <a:pt x="4315212" y="1292839"/>
                  <a:pt x="4252817" y="1330632"/>
                  <a:pt x="4229682" y="1399044"/>
                </a:cubicBezTo>
                <a:lnTo>
                  <a:pt x="4229682" y="1060831"/>
                </a:lnTo>
              </a:path>
            </a:pathLst>
          </a:custGeom>
          <a:solidFill>
            <a:schemeClr val="tx2"/>
          </a:solidFill>
          <a:ln w="17520" cap="flat">
            <a:noFill/>
            <a:prstDash val="solid"/>
            <a:miter/>
          </a:ln>
        </p:spPr>
        <p:txBody>
          <a:bodyPr rtlCol="0" anchor="ctr"/>
          <a:lstStyle/>
          <a:p>
            <a:endParaRPr lang="en-GB"/>
          </a:p>
        </p:txBody>
      </p:sp>
      <p:sp>
        <p:nvSpPr>
          <p:cNvPr id="4" name="TextBox 3">
            <a:extLst>
              <a:ext uri="{FF2B5EF4-FFF2-40B4-BE49-F238E27FC236}">
                <a16:creationId xmlns:a16="http://schemas.microsoft.com/office/drawing/2014/main" id="{EA0A9507-6749-9BE8-28BB-B3CAEFDD24E0}"/>
              </a:ext>
            </a:extLst>
          </p:cNvPr>
          <p:cNvSpPr txBox="1"/>
          <p:nvPr userDrawn="1"/>
        </p:nvSpPr>
        <p:spPr>
          <a:xfrm>
            <a:off x="9227934" y="6254750"/>
            <a:ext cx="1229504" cy="246221"/>
          </a:xfrm>
          <a:prstGeom prst="rect">
            <a:avLst/>
          </a:prstGeom>
        </p:spPr>
        <p:txBody>
          <a:bodyPr vert="horz" wrap="none" lIns="0" tIns="0" rIns="0" bIns="0" rtlCol="0">
            <a:spAutoFit/>
          </a:bodyPr>
          <a:lstStyle>
            <a:lvl1pPr lvl="0" indent="0">
              <a:lnSpc>
                <a:spcPct val="100000"/>
              </a:lnSpc>
              <a:spcBef>
                <a:spcPts val="0"/>
              </a:spcBef>
              <a:spcAft>
                <a:spcPts val="0"/>
              </a:spcAft>
              <a:buFont typeface="Arial" panose="020B0604020202020204" pitchFamily="34" charset="0"/>
              <a:buNone/>
              <a:tabLst/>
              <a:defRPr sz="1600" b="0" i="0">
                <a:solidFill>
                  <a:schemeClr val="bg1"/>
                </a:solidFill>
              </a:defRPr>
            </a:lvl1pPr>
            <a:lvl2pPr marL="0" indent="0">
              <a:lnSpc>
                <a:spcPct val="100000"/>
              </a:lnSpc>
              <a:spcBef>
                <a:spcPts val="0"/>
              </a:spcBef>
              <a:spcAft>
                <a:spcPts val="0"/>
              </a:spcAft>
              <a:buFont typeface="Arial" panose="020B0604020202020204" pitchFamily="34" charset="0"/>
              <a:buNone/>
              <a:tabLst/>
              <a:defRPr sz="800" b="0" i="0">
                <a:solidFill>
                  <a:schemeClr val="tx2"/>
                </a:solidFill>
              </a:defRPr>
            </a:lvl2pPr>
            <a:lvl3pPr marL="0" indent="0">
              <a:lnSpc>
                <a:spcPct val="100000"/>
              </a:lnSpc>
              <a:spcBef>
                <a:spcPts val="0"/>
              </a:spcBef>
              <a:spcAft>
                <a:spcPts val="0"/>
              </a:spcAft>
              <a:buFont typeface="Arial" panose="020B0604020202020204" pitchFamily="34" charset="0"/>
              <a:buNone/>
              <a:tabLst/>
              <a:defRPr sz="800" b="0" i="0">
                <a:solidFill>
                  <a:schemeClr val="tx2"/>
                </a:solidFill>
              </a:defRPr>
            </a:lvl3pPr>
            <a:lvl4pPr marL="0" indent="0">
              <a:lnSpc>
                <a:spcPct val="100000"/>
              </a:lnSpc>
              <a:spcBef>
                <a:spcPts val="0"/>
              </a:spcBef>
              <a:spcAft>
                <a:spcPts val="0"/>
              </a:spcAft>
              <a:buFont typeface="Arial" panose="020B0604020202020204" pitchFamily="34" charset="0"/>
              <a:buNone/>
              <a:tabLst/>
              <a:defRPr sz="800" b="0" i="0">
                <a:solidFill>
                  <a:schemeClr val="tx2"/>
                </a:solidFill>
              </a:defRPr>
            </a:lvl4pPr>
            <a:lvl5pPr marL="0" indent="0">
              <a:lnSpc>
                <a:spcPct val="100000"/>
              </a:lnSpc>
              <a:spcBef>
                <a:spcPts val="0"/>
              </a:spcBef>
              <a:spcAft>
                <a:spcPts val="0"/>
              </a:spcAft>
              <a:buFont typeface="Arial" panose="020B0604020202020204" pitchFamily="34" charset="0"/>
              <a:buNone/>
              <a:tabLst/>
              <a:defRPr sz="800" b="0" i="0">
                <a:solidFill>
                  <a:schemeClr val="tx2"/>
                </a:solidFill>
              </a:defRPr>
            </a:lvl5pPr>
            <a:lvl6pPr marL="0" indent="0">
              <a:lnSpc>
                <a:spcPct val="90000"/>
              </a:lnSpc>
              <a:spcBef>
                <a:spcPts val="600"/>
              </a:spcBef>
              <a:spcAft>
                <a:spcPts val="600"/>
              </a:spcAft>
              <a:buFont typeface="Arial" panose="020B0604020202020204" pitchFamily="34" charset="0"/>
              <a:buNone/>
              <a:defRPr lang="en-GB" b="0" i="0" dirty="0" smtClean="0"/>
            </a:lvl6pPr>
            <a:lvl7pPr marL="0" indent="0">
              <a:lnSpc>
                <a:spcPct val="90000"/>
              </a:lnSpc>
              <a:spcBef>
                <a:spcPts val="600"/>
              </a:spcBef>
              <a:spcAft>
                <a:spcPts val="600"/>
              </a:spcAft>
              <a:buFont typeface="Arial" panose="020B0604020202020204" pitchFamily="34" charset="0"/>
              <a:buNone/>
              <a:defRPr lang="en-GB" b="0" i="0" dirty="0" smtClean="0"/>
            </a:lvl7pPr>
            <a:lvl8pPr marL="0" indent="0">
              <a:lnSpc>
                <a:spcPct val="90000"/>
              </a:lnSpc>
              <a:spcBef>
                <a:spcPts val="600"/>
              </a:spcBef>
              <a:spcAft>
                <a:spcPts val="600"/>
              </a:spcAft>
              <a:buFont typeface="Arial" panose="020B0604020202020204" pitchFamily="34" charset="0"/>
              <a:buNone/>
              <a:defRPr lang="en-GB" b="0" i="0" dirty="0"/>
            </a:lvl8pPr>
            <a:lvl9pPr marL="0" indent="0">
              <a:lnSpc>
                <a:spcPct val="90000"/>
              </a:lnSpc>
              <a:spcBef>
                <a:spcPts val="600"/>
              </a:spcBef>
              <a:spcAft>
                <a:spcPts val="600"/>
              </a:spcAft>
              <a:buFont typeface="Arial" panose="020B0604020202020204" pitchFamily="34" charset="0"/>
              <a:buNone/>
              <a:defRPr b="0" i="0"/>
            </a:lvl9pPr>
          </a:lstStyle>
          <a:p>
            <a:pPr lvl="0"/>
            <a:r>
              <a:rPr lang="en-GB">
                <a:solidFill>
                  <a:schemeClr val="tx2"/>
                </a:solidFill>
              </a:rPr>
              <a:t>Orthopaedics</a:t>
            </a:r>
          </a:p>
        </p:txBody>
      </p:sp>
      <p:sp>
        <p:nvSpPr>
          <p:cNvPr id="7" name="Rectangle 6">
            <a:extLst>
              <a:ext uri="{FF2B5EF4-FFF2-40B4-BE49-F238E27FC236}">
                <a16:creationId xmlns:a16="http://schemas.microsoft.com/office/drawing/2014/main" id="{B6488571-0CE2-9C54-8354-2561014A3E9B}"/>
              </a:ext>
            </a:extLst>
          </p:cNvPr>
          <p:cNvSpPr/>
          <p:nvPr userDrawn="1"/>
        </p:nvSpPr>
        <p:spPr>
          <a:xfrm>
            <a:off x="9100850" y="6160934"/>
            <a:ext cx="18288" cy="3931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Tree>
    <p:extLst>
      <p:ext uri="{BB962C8B-B14F-4D97-AF65-F5344CB8AC3E}">
        <p14:creationId xmlns:p14="http://schemas.microsoft.com/office/powerpoint/2010/main" val="86683119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Title Slide 2 with Imag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F71E3-AC39-2207-0CC4-1E2486610795}"/>
              </a:ext>
            </a:extLst>
          </p:cNvPr>
          <p:cNvSpPr>
            <a:spLocks noGrp="1"/>
          </p:cNvSpPr>
          <p:nvPr>
            <p:ph type="ctrTitle"/>
          </p:nvPr>
        </p:nvSpPr>
        <p:spPr>
          <a:xfrm>
            <a:off x="285980" y="266955"/>
            <a:ext cx="5734050" cy="2585323"/>
          </a:xfrm>
        </p:spPr>
        <p:txBody>
          <a:bodyPr wrap="square" anchor="t">
            <a:spAutoFit/>
          </a:bodyPr>
          <a:lstStyle>
            <a:lvl1pPr algn="l">
              <a:lnSpc>
                <a:spcPct val="80000"/>
              </a:lnSpc>
              <a:defRPr sz="7000" b="0" i="0" spc="0" baseline="0">
                <a:solidFill>
                  <a:schemeClr val="bg1"/>
                </a:solidFill>
                <a:latin typeface="+mj-lt"/>
              </a:defRPr>
            </a:lvl1pPr>
          </a:lstStyle>
          <a:p>
            <a:r>
              <a:rPr lang="en-US"/>
              <a:t>Click to edit Master title style</a:t>
            </a:r>
            <a:endParaRPr lang="en-GB"/>
          </a:p>
        </p:txBody>
      </p:sp>
      <p:sp>
        <p:nvSpPr>
          <p:cNvPr id="4" name="Picture Placeholder 3">
            <a:extLst>
              <a:ext uri="{FF2B5EF4-FFF2-40B4-BE49-F238E27FC236}">
                <a16:creationId xmlns:a16="http://schemas.microsoft.com/office/drawing/2014/main" id="{9E083875-577D-C85F-0FB1-123AA06C12E5}"/>
              </a:ext>
            </a:extLst>
          </p:cNvPr>
          <p:cNvSpPr>
            <a:spLocks noGrp="1"/>
          </p:cNvSpPr>
          <p:nvPr>
            <p:ph type="pic" sz="quarter" idx="11" hasCustomPrompt="1"/>
          </p:nvPr>
        </p:nvSpPr>
        <p:spPr>
          <a:xfrm>
            <a:off x="6562381" y="0"/>
            <a:ext cx="5629619" cy="6858000"/>
          </a:xfrm>
          <a:solidFill>
            <a:srgbClr val="F6F3F2"/>
          </a:solidFill>
        </p:spPr>
        <p:txBody>
          <a:bodyPr/>
          <a:lstStyle>
            <a:lvl1pPr>
              <a:defRPr lang="en-US"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7" name="Subtitle 2">
            <a:extLst>
              <a:ext uri="{FF2B5EF4-FFF2-40B4-BE49-F238E27FC236}">
                <a16:creationId xmlns:a16="http://schemas.microsoft.com/office/drawing/2014/main" id="{8BBD96BC-C097-FCD3-E18A-F680A51EF390}"/>
              </a:ext>
            </a:extLst>
          </p:cNvPr>
          <p:cNvSpPr>
            <a:spLocks noGrp="1"/>
          </p:cNvSpPr>
          <p:nvPr>
            <p:ph type="subTitle" idx="1" hasCustomPrompt="1"/>
          </p:nvPr>
        </p:nvSpPr>
        <p:spPr>
          <a:xfrm>
            <a:off x="292100" y="2857687"/>
            <a:ext cx="2788292" cy="2031813"/>
          </a:xfrm>
        </p:spPr>
        <p:txBody>
          <a:bodyPr anchor="t"/>
          <a:lstStyle>
            <a:lvl1pPr marL="0" indent="0" algn="l">
              <a:lnSpc>
                <a:spcPct val="100000"/>
              </a:lnSpc>
              <a:spcBef>
                <a:spcPts val="0"/>
              </a:spcBef>
              <a:spcAft>
                <a:spcPts val="0"/>
              </a:spcAft>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Supporting details – delete if not required</a:t>
            </a:r>
          </a:p>
        </p:txBody>
      </p:sp>
      <p:sp>
        <p:nvSpPr>
          <p:cNvPr id="8" name="Graphic 6">
            <a:extLst>
              <a:ext uri="{FF2B5EF4-FFF2-40B4-BE49-F238E27FC236}">
                <a16:creationId xmlns:a16="http://schemas.microsoft.com/office/drawing/2014/main" id="{1BCCB0BA-0C9B-47CB-C04A-F23368711B5F}"/>
              </a:ext>
            </a:extLst>
          </p:cNvPr>
          <p:cNvSpPr>
            <a:spLocks noChangeAspect="1"/>
          </p:cNvSpPr>
          <p:nvPr userDrawn="1"/>
        </p:nvSpPr>
        <p:spPr>
          <a:xfrm>
            <a:off x="295014" y="6157305"/>
            <a:ext cx="2028986" cy="406800"/>
          </a:xfrm>
          <a:custGeom>
            <a:avLst/>
            <a:gdLst>
              <a:gd name="connsiteX0" fmla="*/ 950465 w 9611734"/>
              <a:gd name="connsiteY0" fmla="*/ 818675 h 1927097"/>
              <a:gd name="connsiteX1" fmla="*/ 803768 w 9611734"/>
              <a:gd name="connsiteY1" fmla="*/ 568646 h 1927097"/>
              <a:gd name="connsiteX2" fmla="*/ 950465 w 9611734"/>
              <a:gd name="connsiteY2" fmla="*/ 318617 h 1927097"/>
              <a:gd name="connsiteX3" fmla="*/ 1097162 w 9611734"/>
              <a:gd name="connsiteY3" fmla="*/ 568646 h 1927097"/>
              <a:gd name="connsiteX4" fmla="*/ 950465 w 9611734"/>
              <a:gd name="connsiteY4" fmla="*/ 818675 h 1927097"/>
              <a:gd name="connsiteX5" fmla="*/ 950465 w 9611734"/>
              <a:gd name="connsiteY5" fmla="*/ 251429 h 1927097"/>
              <a:gd name="connsiteX6" fmla="*/ 652338 w 9611734"/>
              <a:gd name="connsiteY6" fmla="*/ 568646 h 1927097"/>
              <a:gd name="connsiteX7" fmla="*/ 950465 w 9611734"/>
              <a:gd name="connsiteY7" fmla="*/ 885863 h 1927097"/>
              <a:gd name="connsiteX8" fmla="*/ 1248591 w 9611734"/>
              <a:gd name="connsiteY8" fmla="*/ 568646 h 1927097"/>
              <a:gd name="connsiteX9" fmla="*/ 950465 w 9611734"/>
              <a:gd name="connsiteY9" fmla="*/ 251429 h 1927097"/>
              <a:gd name="connsiteX10" fmla="*/ 2283534 w 9611734"/>
              <a:gd name="connsiteY10" fmla="*/ 251429 h 1927097"/>
              <a:gd name="connsiteX11" fmla="*/ 2114929 w 9611734"/>
              <a:gd name="connsiteY11" fmla="*/ 340488 h 1927097"/>
              <a:gd name="connsiteX12" fmla="*/ 2107568 w 9611734"/>
              <a:gd name="connsiteY12" fmla="*/ 340488 h 1927097"/>
              <a:gd name="connsiteX13" fmla="*/ 2107568 w 9611734"/>
              <a:gd name="connsiteY13" fmla="*/ 263677 h 1927097"/>
              <a:gd name="connsiteX14" fmla="*/ 1963324 w 9611734"/>
              <a:gd name="connsiteY14" fmla="*/ 263677 h 1927097"/>
              <a:gd name="connsiteX15" fmla="*/ 1963324 w 9611734"/>
              <a:gd name="connsiteY15" fmla="*/ 873615 h 1927097"/>
              <a:gd name="connsiteX16" fmla="*/ 2107568 w 9611734"/>
              <a:gd name="connsiteY16" fmla="*/ 873615 h 1927097"/>
              <a:gd name="connsiteX17" fmla="*/ 2107568 w 9611734"/>
              <a:gd name="connsiteY17" fmla="*/ 479412 h 1927097"/>
              <a:gd name="connsiteX18" fmla="*/ 2228501 w 9611734"/>
              <a:gd name="connsiteY18" fmla="*/ 336638 h 1927097"/>
              <a:gd name="connsiteX19" fmla="*/ 2332433 w 9611734"/>
              <a:gd name="connsiteY19" fmla="*/ 456142 h 1927097"/>
              <a:gd name="connsiteX20" fmla="*/ 2332433 w 9611734"/>
              <a:gd name="connsiteY20" fmla="*/ 873265 h 1927097"/>
              <a:gd name="connsiteX21" fmla="*/ 2476677 w 9611734"/>
              <a:gd name="connsiteY21" fmla="*/ 873265 h 1927097"/>
              <a:gd name="connsiteX22" fmla="*/ 2476677 w 9611734"/>
              <a:gd name="connsiteY22" fmla="*/ 455092 h 1927097"/>
              <a:gd name="connsiteX23" fmla="*/ 2283534 w 9611734"/>
              <a:gd name="connsiteY23" fmla="*/ 251429 h 1927097"/>
              <a:gd name="connsiteX24" fmla="*/ 2803897 w 9611734"/>
              <a:gd name="connsiteY24" fmla="*/ 251429 h 1927097"/>
              <a:gd name="connsiteX25" fmla="*/ 2570444 w 9611734"/>
              <a:gd name="connsiteY25" fmla="*/ 427097 h 1927097"/>
              <a:gd name="connsiteX26" fmla="*/ 2718368 w 9611734"/>
              <a:gd name="connsiteY26" fmla="*/ 602765 h 1927097"/>
              <a:gd name="connsiteX27" fmla="*/ 2840528 w 9611734"/>
              <a:gd name="connsiteY27" fmla="*/ 633209 h 1927097"/>
              <a:gd name="connsiteX28" fmla="*/ 2934645 w 9611734"/>
              <a:gd name="connsiteY28" fmla="*/ 723493 h 1927097"/>
              <a:gd name="connsiteX29" fmla="*/ 2813712 w 9611734"/>
              <a:gd name="connsiteY29" fmla="*/ 821125 h 1927097"/>
              <a:gd name="connsiteX30" fmla="*/ 2674376 w 9611734"/>
              <a:gd name="connsiteY30" fmla="*/ 679576 h 1927097"/>
              <a:gd name="connsiteX31" fmla="*/ 2544855 w 9611734"/>
              <a:gd name="connsiteY31" fmla="*/ 716144 h 1927097"/>
              <a:gd name="connsiteX32" fmla="*/ 2797763 w 9611734"/>
              <a:gd name="connsiteY32" fmla="*/ 885688 h 1927097"/>
              <a:gd name="connsiteX33" fmla="*/ 3051898 w 9611734"/>
              <a:gd name="connsiteY33" fmla="*/ 686924 h 1927097"/>
              <a:gd name="connsiteX34" fmla="*/ 2889427 w 9611734"/>
              <a:gd name="connsiteY34" fmla="*/ 503908 h 1927097"/>
              <a:gd name="connsiteX35" fmla="*/ 2772174 w 9611734"/>
              <a:gd name="connsiteY35" fmla="*/ 474688 h 1927097"/>
              <a:gd name="connsiteX36" fmla="*/ 2687872 w 9611734"/>
              <a:gd name="connsiteY36" fmla="*/ 394203 h 1927097"/>
              <a:gd name="connsiteX37" fmla="*/ 2791804 w 9611734"/>
              <a:gd name="connsiteY37" fmla="*/ 316167 h 1927097"/>
              <a:gd name="connsiteX38" fmla="*/ 2916418 w 9611734"/>
              <a:gd name="connsiteY38" fmla="*/ 433221 h 1927097"/>
              <a:gd name="connsiteX39" fmla="*/ 3038578 w 9611734"/>
              <a:gd name="connsiteY39" fmla="*/ 396652 h 1927097"/>
              <a:gd name="connsiteX40" fmla="*/ 2803897 w 9611734"/>
              <a:gd name="connsiteY40" fmla="*/ 251429 h 1927097"/>
              <a:gd name="connsiteX41" fmla="*/ 3409965 w 9611734"/>
              <a:gd name="connsiteY41" fmla="*/ 818675 h 1927097"/>
              <a:gd name="connsiteX42" fmla="*/ 3263268 w 9611734"/>
              <a:gd name="connsiteY42" fmla="*/ 568646 h 1927097"/>
              <a:gd name="connsiteX43" fmla="*/ 3409965 w 9611734"/>
              <a:gd name="connsiteY43" fmla="*/ 318617 h 1927097"/>
              <a:gd name="connsiteX44" fmla="*/ 3556663 w 9611734"/>
              <a:gd name="connsiteY44" fmla="*/ 568646 h 1927097"/>
              <a:gd name="connsiteX45" fmla="*/ 3409965 w 9611734"/>
              <a:gd name="connsiteY45" fmla="*/ 818675 h 1927097"/>
              <a:gd name="connsiteX46" fmla="*/ 3409965 w 9611734"/>
              <a:gd name="connsiteY46" fmla="*/ 251429 h 1927097"/>
              <a:gd name="connsiteX47" fmla="*/ 3111839 w 9611734"/>
              <a:gd name="connsiteY47" fmla="*/ 568646 h 1927097"/>
              <a:gd name="connsiteX48" fmla="*/ 3409965 w 9611734"/>
              <a:gd name="connsiteY48" fmla="*/ 885863 h 1927097"/>
              <a:gd name="connsiteX49" fmla="*/ 3708092 w 9611734"/>
              <a:gd name="connsiteY49" fmla="*/ 568646 h 1927097"/>
              <a:gd name="connsiteX50" fmla="*/ 3409965 w 9611734"/>
              <a:gd name="connsiteY50" fmla="*/ 251429 h 1927097"/>
              <a:gd name="connsiteX51" fmla="*/ 4113656 w 9611734"/>
              <a:gd name="connsiteY51" fmla="*/ 251429 h 1927097"/>
              <a:gd name="connsiteX52" fmla="*/ 3945051 w 9611734"/>
              <a:gd name="connsiteY52" fmla="*/ 340488 h 1927097"/>
              <a:gd name="connsiteX53" fmla="*/ 3937690 w 9611734"/>
              <a:gd name="connsiteY53" fmla="*/ 340488 h 1927097"/>
              <a:gd name="connsiteX54" fmla="*/ 3937690 w 9611734"/>
              <a:gd name="connsiteY54" fmla="*/ 263677 h 1927097"/>
              <a:gd name="connsiteX55" fmla="*/ 3793446 w 9611734"/>
              <a:gd name="connsiteY55" fmla="*/ 263677 h 1927097"/>
              <a:gd name="connsiteX56" fmla="*/ 3793446 w 9611734"/>
              <a:gd name="connsiteY56" fmla="*/ 873615 h 1927097"/>
              <a:gd name="connsiteX57" fmla="*/ 3937690 w 9611734"/>
              <a:gd name="connsiteY57" fmla="*/ 873615 h 1927097"/>
              <a:gd name="connsiteX58" fmla="*/ 3937690 w 9611734"/>
              <a:gd name="connsiteY58" fmla="*/ 479412 h 1927097"/>
              <a:gd name="connsiteX59" fmla="*/ 4058623 w 9611734"/>
              <a:gd name="connsiteY59" fmla="*/ 336638 h 1927097"/>
              <a:gd name="connsiteX60" fmla="*/ 4162555 w 9611734"/>
              <a:gd name="connsiteY60" fmla="*/ 456142 h 1927097"/>
              <a:gd name="connsiteX61" fmla="*/ 4162555 w 9611734"/>
              <a:gd name="connsiteY61" fmla="*/ 873265 h 1927097"/>
              <a:gd name="connsiteX62" fmla="*/ 4306799 w 9611734"/>
              <a:gd name="connsiteY62" fmla="*/ 873265 h 1927097"/>
              <a:gd name="connsiteX63" fmla="*/ 4306799 w 9611734"/>
              <a:gd name="connsiteY63" fmla="*/ 455092 h 1927097"/>
              <a:gd name="connsiteX64" fmla="*/ 4113656 w 9611734"/>
              <a:gd name="connsiteY64" fmla="*/ 251429 h 1927097"/>
              <a:gd name="connsiteX65" fmla="*/ 6255401 w 9611734"/>
              <a:gd name="connsiteY65" fmla="*/ 818675 h 1927097"/>
              <a:gd name="connsiteX66" fmla="*/ 6108704 w 9611734"/>
              <a:gd name="connsiteY66" fmla="*/ 568646 h 1927097"/>
              <a:gd name="connsiteX67" fmla="*/ 6255401 w 9611734"/>
              <a:gd name="connsiteY67" fmla="*/ 318617 h 1927097"/>
              <a:gd name="connsiteX68" fmla="*/ 6402098 w 9611734"/>
              <a:gd name="connsiteY68" fmla="*/ 568646 h 1927097"/>
              <a:gd name="connsiteX69" fmla="*/ 6255401 w 9611734"/>
              <a:gd name="connsiteY69" fmla="*/ 818675 h 1927097"/>
              <a:gd name="connsiteX70" fmla="*/ 6255401 w 9611734"/>
              <a:gd name="connsiteY70" fmla="*/ 251429 h 1927097"/>
              <a:gd name="connsiteX71" fmla="*/ 5957274 w 9611734"/>
              <a:gd name="connsiteY71" fmla="*/ 568646 h 1927097"/>
              <a:gd name="connsiteX72" fmla="*/ 6255401 w 9611734"/>
              <a:gd name="connsiteY72" fmla="*/ 885863 h 1927097"/>
              <a:gd name="connsiteX73" fmla="*/ 6553528 w 9611734"/>
              <a:gd name="connsiteY73" fmla="*/ 568646 h 1927097"/>
              <a:gd name="connsiteX74" fmla="*/ 6255401 w 9611734"/>
              <a:gd name="connsiteY74" fmla="*/ 251429 h 1927097"/>
              <a:gd name="connsiteX75" fmla="*/ 7588295 w 9611734"/>
              <a:gd name="connsiteY75" fmla="*/ 251429 h 1927097"/>
              <a:gd name="connsiteX76" fmla="*/ 7419689 w 9611734"/>
              <a:gd name="connsiteY76" fmla="*/ 340488 h 1927097"/>
              <a:gd name="connsiteX77" fmla="*/ 7412328 w 9611734"/>
              <a:gd name="connsiteY77" fmla="*/ 340488 h 1927097"/>
              <a:gd name="connsiteX78" fmla="*/ 7412328 w 9611734"/>
              <a:gd name="connsiteY78" fmla="*/ 263677 h 1927097"/>
              <a:gd name="connsiteX79" fmla="*/ 7268085 w 9611734"/>
              <a:gd name="connsiteY79" fmla="*/ 263677 h 1927097"/>
              <a:gd name="connsiteX80" fmla="*/ 7268085 w 9611734"/>
              <a:gd name="connsiteY80" fmla="*/ 873615 h 1927097"/>
              <a:gd name="connsiteX81" fmla="*/ 7412328 w 9611734"/>
              <a:gd name="connsiteY81" fmla="*/ 873615 h 1927097"/>
              <a:gd name="connsiteX82" fmla="*/ 7412328 w 9611734"/>
              <a:gd name="connsiteY82" fmla="*/ 479412 h 1927097"/>
              <a:gd name="connsiteX83" fmla="*/ 7533262 w 9611734"/>
              <a:gd name="connsiteY83" fmla="*/ 336638 h 1927097"/>
              <a:gd name="connsiteX84" fmla="*/ 7637194 w 9611734"/>
              <a:gd name="connsiteY84" fmla="*/ 456142 h 1927097"/>
              <a:gd name="connsiteX85" fmla="*/ 7637194 w 9611734"/>
              <a:gd name="connsiteY85" fmla="*/ 873265 h 1927097"/>
              <a:gd name="connsiteX86" fmla="*/ 7781438 w 9611734"/>
              <a:gd name="connsiteY86" fmla="*/ 873265 h 1927097"/>
              <a:gd name="connsiteX87" fmla="*/ 7781438 w 9611734"/>
              <a:gd name="connsiteY87" fmla="*/ 455092 h 1927097"/>
              <a:gd name="connsiteX88" fmla="*/ 7588295 w 9611734"/>
              <a:gd name="connsiteY88" fmla="*/ 251429 h 1927097"/>
              <a:gd name="connsiteX89" fmla="*/ 8108833 w 9611734"/>
              <a:gd name="connsiteY89" fmla="*/ 251429 h 1927097"/>
              <a:gd name="connsiteX90" fmla="*/ 7875380 w 9611734"/>
              <a:gd name="connsiteY90" fmla="*/ 427097 h 1927097"/>
              <a:gd name="connsiteX91" fmla="*/ 8023304 w 9611734"/>
              <a:gd name="connsiteY91" fmla="*/ 602765 h 1927097"/>
              <a:gd name="connsiteX92" fmla="*/ 8145464 w 9611734"/>
              <a:gd name="connsiteY92" fmla="*/ 633209 h 1927097"/>
              <a:gd name="connsiteX93" fmla="*/ 8239581 w 9611734"/>
              <a:gd name="connsiteY93" fmla="*/ 723493 h 1927097"/>
              <a:gd name="connsiteX94" fmla="*/ 8118648 w 9611734"/>
              <a:gd name="connsiteY94" fmla="*/ 821125 h 1927097"/>
              <a:gd name="connsiteX95" fmla="*/ 7979312 w 9611734"/>
              <a:gd name="connsiteY95" fmla="*/ 679576 h 1927097"/>
              <a:gd name="connsiteX96" fmla="*/ 7849791 w 9611734"/>
              <a:gd name="connsiteY96" fmla="*/ 716144 h 1927097"/>
              <a:gd name="connsiteX97" fmla="*/ 8102699 w 9611734"/>
              <a:gd name="connsiteY97" fmla="*/ 885688 h 1927097"/>
              <a:gd name="connsiteX98" fmla="*/ 8356834 w 9611734"/>
              <a:gd name="connsiteY98" fmla="*/ 686924 h 1927097"/>
              <a:gd name="connsiteX99" fmla="*/ 8194363 w 9611734"/>
              <a:gd name="connsiteY99" fmla="*/ 503908 h 1927097"/>
              <a:gd name="connsiteX100" fmla="*/ 8077110 w 9611734"/>
              <a:gd name="connsiteY100" fmla="*/ 474688 h 1927097"/>
              <a:gd name="connsiteX101" fmla="*/ 7992808 w 9611734"/>
              <a:gd name="connsiteY101" fmla="*/ 394203 h 1927097"/>
              <a:gd name="connsiteX102" fmla="*/ 8096740 w 9611734"/>
              <a:gd name="connsiteY102" fmla="*/ 316167 h 1927097"/>
              <a:gd name="connsiteX103" fmla="*/ 8221353 w 9611734"/>
              <a:gd name="connsiteY103" fmla="*/ 433221 h 1927097"/>
              <a:gd name="connsiteX104" fmla="*/ 8343514 w 9611734"/>
              <a:gd name="connsiteY104" fmla="*/ 396652 h 1927097"/>
              <a:gd name="connsiteX105" fmla="*/ 8108833 w 9611734"/>
              <a:gd name="connsiteY105" fmla="*/ 251429 h 1927097"/>
              <a:gd name="connsiteX106" fmla="*/ 8714726 w 9611734"/>
              <a:gd name="connsiteY106" fmla="*/ 818675 h 1927097"/>
              <a:gd name="connsiteX107" fmla="*/ 8568028 w 9611734"/>
              <a:gd name="connsiteY107" fmla="*/ 568646 h 1927097"/>
              <a:gd name="connsiteX108" fmla="*/ 8714726 w 9611734"/>
              <a:gd name="connsiteY108" fmla="*/ 318617 h 1927097"/>
              <a:gd name="connsiteX109" fmla="*/ 8861423 w 9611734"/>
              <a:gd name="connsiteY109" fmla="*/ 568646 h 1927097"/>
              <a:gd name="connsiteX110" fmla="*/ 8714726 w 9611734"/>
              <a:gd name="connsiteY110" fmla="*/ 818675 h 1927097"/>
              <a:gd name="connsiteX111" fmla="*/ 8714726 w 9611734"/>
              <a:gd name="connsiteY111" fmla="*/ 251429 h 1927097"/>
              <a:gd name="connsiteX112" fmla="*/ 8416599 w 9611734"/>
              <a:gd name="connsiteY112" fmla="*/ 568646 h 1927097"/>
              <a:gd name="connsiteX113" fmla="*/ 8714726 w 9611734"/>
              <a:gd name="connsiteY113" fmla="*/ 885863 h 1927097"/>
              <a:gd name="connsiteX114" fmla="*/ 9012852 w 9611734"/>
              <a:gd name="connsiteY114" fmla="*/ 568646 h 1927097"/>
              <a:gd name="connsiteX115" fmla="*/ 8714726 w 9611734"/>
              <a:gd name="connsiteY115" fmla="*/ 251429 h 1927097"/>
              <a:gd name="connsiteX116" fmla="*/ 9418592 w 9611734"/>
              <a:gd name="connsiteY116" fmla="*/ 251429 h 1927097"/>
              <a:gd name="connsiteX117" fmla="*/ 9249987 w 9611734"/>
              <a:gd name="connsiteY117" fmla="*/ 340488 h 1927097"/>
              <a:gd name="connsiteX118" fmla="*/ 9242625 w 9611734"/>
              <a:gd name="connsiteY118" fmla="*/ 340488 h 1927097"/>
              <a:gd name="connsiteX119" fmla="*/ 9242625 w 9611734"/>
              <a:gd name="connsiteY119" fmla="*/ 263677 h 1927097"/>
              <a:gd name="connsiteX120" fmla="*/ 9098382 w 9611734"/>
              <a:gd name="connsiteY120" fmla="*/ 263677 h 1927097"/>
              <a:gd name="connsiteX121" fmla="*/ 9098382 w 9611734"/>
              <a:gd name="connsiteY121" fmla="*/ 873615 h 1927097"/>
              <a:gd name="connsiteX122" fmla="*/ 9242625 w 9611734"/>
              <a:gd name="connsiteY122" fmla="*/ 873615 h 1927097"/>
              <a:gd name="connsiteX123" fmla="*/ 9242625 w 9611734"/>
              <a:gd name="connsiteY123" fmla="*/ 479412 h 1927097"/>
              <a:gd name="connsiteX124" fmla="*/ 9363559 w 9611734"/>
              <a:gd name="connsiteY124" fmla="*/ 336638 h 1927097"/>
              <a:gd name="connsiteX125" fmla="*/ 9467491 w 9611734"/>
              <a:gd name="connsiteY125" fmla="*/ 456142 h 1927097"/>
              <a:gd name="connsiteX126" fmla="*/ 9467491 w 9611734"/>
              <a:gd name="connsiteY126" fmla="*/ 873265 h 1927097"/>
              <a:gd name="connsiteX127" fmla="*/ 9611734 w 9611734"/>
              <a:gd name="connsiteY127" fmla="*/ 873265 h 1927097"/>
              <a:gd name="connsiteX128" fmla="*/ 9611734 w 9611734"/>
              <a:gd name="connsiteY128" fmla="*/ 455092 h 1927097"/>
              <a:gd name="connsiteX129" fmla="*/ 9418592 w 9611734"/>
              <a:gd name="connsiteY129" fmla="*/ 251429 h 1927097"/>
              <a:gd name="connsiteX130" fmla="*/ 566984 w 9611734"/>
              <a:gd name="connsiteY130" fmla="*/ 19596 h 1927097"/>
              <a:gd name="connsiteX131" fmla="*/ 415379 w 9611734"/>
              <a:gd name="connsiteY131" fmla="*/ 19596 h 1927097"/>
              <a:gd name="connsiteX132" fmla="*/ 415379 w 9611734"/>
              <a:gd name="connsiteY132" fmla="*/ 650356 h 1927097"/>
              <a:gd name="connsiteX133" fmla="*/ 283404 w 9611734"/>
              <a:gd name="connsiteY133" fmla="*/ 813776 h 1927097"/>
              <a:gd name="connsiteX134" fmla="*/ 151429 w 9611734"/>
              <a:gd name="connsiteY134" fmla="*/ 638108 h 1927097"/>
              <a:gd name="connsiteX135" fmla="*/ 151429 w 9611734"/>
              <a:gd name="connsiteY135" fmla="*/ 521055 h 1927097"/>
              <a:gd name="connsiteX136" fmla="*/ 0 w 9611734"/>
              <a:gd name="connsiteY136" fmla="*/ 558848 h 1927097"/>
              <a:gd name="connsiteX137" fmla="*/ 0 w 9611734"/>
              <a:gd name="connsiteY137" fmla="*/ 611338 h 1927097"/>
              <a:gd name="connsiteX138" fmla="*/ 283580 w 9611734"/>
              <a:gd name="connsiteY138" fmla="*/ 893212 h 1927097"/>
              <a:gd name="connsiteX139" fmla="*/ 566984 w 9611734"/>
              <a:gd name="connsiteY139" fmla="*/ 611338 h 1927097"/>
              <a:gd name="connsiteX140" fmla="*/ 566984 w 9611734"/>
              <a:gd name="connsiteY140" fmla="*/ 19596 h 1927097"/>
              <a:gd name="connsiteX141" fmla="*/ 1478364 w 9611734"/>
              <a:gd name="connsiteY141" fmla="*/ 19596 h 1927097"/>
              <a:gd name="connsiteX142" fmla="*/ 1334121 w 9611734"/>
              <a:gd name="connsiteY142" fmla="*/ 19596 h 1927097"/>
              <a:gd name="connsiteX143" fmla="*/ 1334121 w 9611734"/>
              <a:gd name="connsiteY143" fmla="*/ 873440 h 1927097"/>
              <a:gd name="connsiteX144" fmla="*/ 1478364 w 9611734"/>
              <a:gd name="connsiteY144" fmla="*/ 873440 h 1927097"/>
              <a:gd name="connsiteX145" fmla="*/ 1478364 w 9611734"/>
              <a:gd name="connsiteY145" fmla="*/ 479412 h 1927097"/>
              <a:gd name="connsiteX146" fmla="*/ 1599298 w 9611734"/>
              <a:gd name="connsiteY146" fmla="*/ 336638 h 1927097"/>
              <a:gd name="connsiteX147" fmla="*/ 1703230 w 9611734"/>
              <a:gd name="connsiteY147" fmla="*/ 456142 h 1927097"/>
              <a:gd name="connsiteX148" fmla="*/ 1703230 w 9611734"/>
              <a:gd name="connsiteY148" fmla="*/ 873265 h 1927097"/>
              <a:gd name="connsiteX149" fmla="*/ 1847474 w 9611734"/>
              <a:gd name="connsiteY149" fmla="*/ 873265 h 1927097"/>
              <a:gd name="connsiteX150" fmla="*/ 1847474 w 9611734"/>
              <a:gd name="connsiteY150" fmla="*/ 455092 h 1927097"/>
              <a:gd name="connsiteX151" fmla="*/ 1654331 w 9611734"/>
              <a:gd name="connsiteY151" fmla="*/ 251429 h 1927097"/>
              <a:gd name="connsiteX152" fmla="*/ 1485726 w 9611734"/>
              <a:gd name="connsiteY152" fmla="*/ 340488 h 1927097"/>
              <a:gd name="connsiteX153" fmla="*/ 1478364 w 9611734"/>
              <a:gd name="connsiteY153" fmla="*/ 340488 h 1927097"/>
              <a:gd name="connsiteX154" fmla="*/ 1478364 w 9611734"/>
              <a:gd name="connsiteY154" fmla="*/ 19596 h 1927097"/>
              <a:gd name="connsiteX155" fmla="*/ 5871744 w 9611734"/>
              <a:gd name="connsiteY155" fmla="*/ 19596 h 1927097"/>
              <a:gd name="connsiteX156" fmla="*/ 5720315 w 9611734"/>
              <a:gd name="connsiteY156" fmla="*/ 19596 h 1927097"/>
              <a:gd name="connsiteX157" fmla="*/ 5720315 w 9611734"/>
              <a:gd name="connsiteY157" fmla="*/ 650356 h 1927097"/>
              <a:gd name="connsiteX158" fmla="*/ 5588340 w 9611734"/>
              <a:gd name="connsiteY158" fmla="*/ 813776 h 1927097"/>
              <a:gd name="connsiteX159" fmla="*/ 5456366 w 9611734"/>
              <a:gd name="connsiteY159" fmla="*/ 638108 h 1927097"/>
              <a:gd name="connsiteX160" fmla="*/ 5456366 w 9611734"/>
              <a:gd name="connsiteY160" fmla="*/ 521055 h 1927097"/>
              <a:gd name="connsiteX161" fmla="*/ 5304936 w 9611734"/>
              <a:gd name="connsiteY161" fmla="*/ 558848 h 1927097"/>
              <a:gd name="connsiteX162" fmla="*/ 5304936 w 9611734"/>
              <a:gd name="connsiteY162" fmla="*/ 611338 h 1927097"/>
              <a:gd name="connsiteX163" fmla="*/ 5588515 w 9611734"/>
              <a:gd name="connsiteY163" fmla="*/ 893212 h 1927097"/>
              <a:gd name="connsiteX164" fmla="*/ 5871920 w 9611734"/>
              <a:gd name="connsiteY164" fmla="*/ 611338 h 1927097"/>
              <a:gd name="connsiteX165" fmla="*/ 5871920 w 9611734"/>
              <a:gd name="connsiteY165" fmla="*/ 19596 h 1927097"/>
              <a:gd name="connsiteX166" fmla="*/ 6783125 w 9611734"/>
              <a:gd name="connsiteY166" fmla="*/ 19596 h 1927097"/>
              <a:gd name="connsiteX167" fmla="*/ 6638882 w 9611734"/>
              <a:gd name="connsiteY167" fmla="*/ 19596 h 1927097"/>
              <a:gd name="connsiteX168" fmla="*/ 6638882 w 9611734"/>
              <a:gd name="connsiteY168" fmla="*/ 873440 h 1927097"/>
              <a:gd name="connsiteX169" fmla="*/ 6783125 w 9611734"/>
              <a:gd name="connsiteY169" fmla="*/ 873440 h 1927097"/>
              <a:gd name="connsiteX170" fmla="*/ 6783125 w 9611734"/>
              <a:gd name="connsiteY170" fmla="*/ 479412 h 1927097"/>
              <a:gd name="connsiteX171" fmla="*/ 6904059 w 9611734"/>
              <a:gd name="connsiteY171" fmla="*/ 336638 h 1927097"/>
              <a:gd name="connsiteX172" fmla="*/ 7007991 w 9611734"/>
              <a:gd name="connsiteY172" fmla="*/ 456142 h 1927097"/>
              <a:gd name="connsiteX173" fmla="*/ 7007991 w 9611734"/>
              <a:gd name="connsiteY173" fmla="*/ 873265 h 1927097"/>
              <a:gd name="connsiteX174" fmla="*/ 7152234 w 9611734"/>
              <a:gd name="connsiteY174" fmla="*/ 873265 h 1927097"/>
              <a:gd name="connsiteX175" fmla="*/ 7152234 w 9611734"/>
              <a:gd name="connsiteY175" fmla="*/ 455092 h 1927097"/>
              <a:gd name="connsiteX176" fmla="*/ 6959092 w 9611734"/>
              <a:gd name="connsiteY176" fmla="*/ 251429 h 1927097"/>
              <a:gd name="connsiteX177" fmla="*/ 6790486 w 9611734"/>
              <a:gd name="connsiteY177" fmla="*/ 340488 h 1927097"/>
              <a:gd name="connsiteX178" fmla="*/ 6783125 w 9611734"/>
              <a:gd name="connsiteY178" fmla="*/ 340488 h 1927097"/>
              <a:gd name="connsiteX179" fmla="*/ 6783125 w 9611734"/>
              <a:gd name="connsiteY179" fmla="*/ 19596 h 1927097"/>
              <a:gd name="connsiteX180" fmla="*/ 4781944 w 9611734"/>
              <a:gd name="connsiteY180" fmla="*/ 803978 h 1927097"/>
              <a:gd name="connsiteX181" fmla="*/ 4592482 w 9611734"/>
              <a:gd name="connsiteY181" fmla="*/ 607489 h 1927097"/>
              <a:gd name="connsiteX182" fmla="*/ 4666970 w 9611734"/>
              <a:gd name="connsiteY182" fmla="*/ 452642 h 1927097"/>
              <a:gd name="connsiteX183" fmla="*/ 4943188 w 9611734"/>
              <a:gd name="connsiteY183" fmla="*/ 753937 h 1927097"/>
              <a:gd name="connsiteX184" fmla="*/ 4781944 w 9611734"/>
              <a:gd name="connsiteY184" fmla="*/ 803978 h 1927097"/>
              <a:gd name="connsiteX185" fmla="*/ 5050801 w 9611734"/>
              <a:gd name="connsiteY185" fmla="*/ 653855 h 1927097"/>
              <a:gd name="connsiteX186" fmla="*/ 4811388 w 9611734"/>
              <a:gd name="connsiteY186" fmla="*/ 390354 h 1927097"/>
              <a:gd name="connsiteX187" fmla="*/ 4929868 w 9611734"/>
              <a:gd name="connsiteY187" fmla="*/ 367083 h 1927097"/>
              <a:gd name="connsiteX188" fmla="*/ 5089885 w 9611734"/>
              <a:gd name="connsiteY188" fmla="*/ 523154 h 1927097"/>
              <a:gd name="connsiteX189" fmla="*/ 5050801 w 9611734"/>
              <a:gd name="connsiteY189" fmla="*/ 653855 h 1927097"/>
              <a:gd name="connsiteX190" fmla="*/ 4778263 w 9611734"/>
              <a:gd name="connsiteY190" fmla="*/ 355010 h 1927097"/>
              <a:gd name="connsiteX191" fmla="*/ 4725684 w 9611734"/>
              <a:gd name="connsiteY191" fmla="*/ 296396 h 1927097"/>
              <a:gd name="connsiteX192" fmla="*/ 4665743 w 9611734"/>
              <a:gd name="connsiteY192" fmla="*/ 175668 h 1927097"/>
              <a:gd name="connsiteX193" fmla="*/ 4781768 w 9611734"/>
              <a:gd name="connsiteY193" fmla="*/ 64738 h 1927097"/>
              <a:gd name="connsiteX194" fmla="*/ 4896568 w 9611734"/>
              <a:gd name="connsiteY194" fmla="*/ 181792 h 1927097"/>
              <a:gd name="connsiteX195" fmla="*/ 4778263 w 9611734"/>
              <a:gd name="connsiteY195" fmla="*/ 355010 h 1927097"/>
              <a:gd name="connsiteX196" fmla="*/ 4785624 w 9611734"/>
              <a:gd name="connsiteY196" fmla="*/ 0 h 1927097"/>
              <a:gd name="connsiteX197" fmla="*/ 4533943 w 9611734"/>
              <a:gd name="connsiteY197" fmla="*/ 211011 h 1927097"/>
              <a:gd name="connsiteX198" fmla="*/ 4631741 w 9611734"/>
              <a:gd name="connsiteY198" fmla="*/ 414674 h 1927097"/>
              <a:gd name="connsiteX199" fmla="*/ 4632968 w 9611734"/>
              <a:gd name="connsiteY199" fmla="*/ 417124 h 1927097"/>
              <a:gd name="connsiteX200" fmla="*/ 4458228 w 9611734"/>
              <a:gd name="connsiteY200" fmla="*/ 662254 h 1927097"/>
              <a:gd name="connsiteX201" fmla="*/ 4703775 w 9611734"/>
              <a:gd name="connsiteY201" fmla="*/ 892862 h 1927097"/>
              <a:gd name="connsiteX202" fmla="*/ 4979994 w 9611734"/>
              <a:gd name="connsiteY202" fmla="*/ 794005 h 1927097"/>
              <a:gd name="connsiteX203" fmla="*/ 5053255 w 9611734"/>
              <a:gd name="connsiteY203" fmla="*/ 873265 h 1927097"/>
              <a:gd name="connsiteX204" fmla="*/ 5245170 w 9611734"/>
              <a:gd name="connsiteY204" fmla="*/ 873265 h 1927097"/>
              <a:gd name="connsiteX205" fmla="*/ 5245170 w 9611734"/>
              <a:gd name="connsiteY205" fmla="*/ 867141 h 1927097"/>
              <a:gd name="connsiteX206" fmla="*/ 5088834 w 9611734"/>
              <a:gd name="connsiteY206" fmla="*/ 695148 h 1927097"/>
              <a:gd name="connsiteX207" fmla="*/ 5192766 w 9611734"/>
              <a:gd name="connsiteY207" fmla="*/ 457191 h 1927097"/>
              <a:gd name="connsiteX208" fmla="*/ 5032749 w 9611734"/>
              <a:gd name="connsiteY208" fmla="*/ 302345 h 1927097"/>
              <a:gd name="connsiteX209" fmla="*/ 4886051 w 9611734"/>
              <a:gd name="connsiteY209" fmla="*/ 331564 h 1927097"/>
              <a:gd name="connsiteX210" fmla="*/ 4883598 w 9611734"/>
              <a:gd name="connsiteY210" fmla="*/ 326665 h 1927097"/>
              <a:gd name="connsiteX211" fmla="*/ 5015573 w 9611734"/>
              <a:gd name="connsiteY211" fmla="*/ 165695 h 1927097"/>
              <a:gd name="connsiteX212" fmla="*/ 4785624 w 9611734"/>
              <a:gd name="connsiteY212" fmla="*/ 0 h 1927097"/>
              <a:gd name="connsiteX213" fmla="*/ 1128885 w 9611734"/>
              <a:gd name="connsiteY213" fmla="*/ 1543918 h 1927097"/>
              <a:gd name="connsiteX214" fmla="*/ 1293810 w 9611734"/>
              <a:gd name="connsiteY214" fmla="*/ 1375599 h 1927097"/>
              <a:gd name="connsiteX215" fmla="*/ 1441734 w 9611734"/>
              <a:gd name="connsiteY215" fmla="*/ 1543918 h 1927097"/>
              <a:gd name="connsiteX216" fmla="*/ 1128885 w 9611734"/>
              <a:gd name="connsiteY216" fmla="*/ 1543918 h 1927097"/>
              <a:gd name="connsiteX217" fmla="*/ 1293810 w 9611734"/>
              <a:gd name="connsiteY217" fmla="*/ 1292664 h 1927097"/>
              <a:gd name="connsiteX218" fmla="*/ 1020045 w 9611734"/>
              <a:gd name="connsiteY218" fmla="*/ 1614780 h 1927097"/>
              <a:gd name="connsiteX219" fmla="*/ 1293810 w 9611734"/>
              <a:gd name="connsiteY219" fmla="*/ 1927098 h 1927097"/>
              <a:gd name="connsiteX220" fmla="*/ 1543037 w 9611734"/>
              <a:gd name="connsiteY220" fmla="*/ 1728334 h 1927097"/>
              <a:gd name="connsiteX221" fmla="*/ 1450147 w 9611734"/>
              <a:gd name="connsiteY221" fmla="*/ 1704013 h 1927097"/>
              <a:gd name="connsiteX222" fmla="*/ 1303450 w 9611734"/>
              <a:gd name="connsiteY222" fmla="*/ 1841888 h 1927097"/>
              <a:gd name="connsiteX223" fmla="*/ 1125029 w 9611734"/>
              <a:gd name="connsiteY223" fmla="*/ 1616180 h 1927097"/>
              <a:gd name="connsiteX224" fmla="*/ 1544089 w 9611734"/>
              <a:gd name="connsiteY224" fmla="*/ 1616180 h 1927097"/>
              <a:gd name="connsiteX225" fmla="*/ 1544089 w 9611734"/>
              <a:gd name="connsiteY225" fmla="*/ 1582061 h 1927097"/>
              <a:gd name="connsiteX226" fmla="*/ 1293810 w 9611734"/>
              <a:gd name="connsiteY226" fmla="*/ 1292664 h 1927097"/>
              <a:gd name="connsiteX227" fmla="*/ 2967595 w 9611734"/>
              <a:gd name="connsiteY227" fmla="*/ 1543918 h 1927097"/>
              <a:gd name="connsiteX228" fmla="*/ 3132520 w 9611734"/>
              <a:gd name="connsiteY228" fmla="*/ 1375599 h 1927097"/>
              <a:gd name="connsiteX229" fmla="*/ 3280444 w 9611734"/>
              <a:gd name="connsiteY229" fmla="*/ 1543918 h 1927097"/>
              <a:gd name="connsiteX230" fmla="*/ 2967595 w 9611734"/>
              <a:gd name="connsiteY230" fmla="*/ 1543918 h 1927097"/>
              <a:gd name="connsiteX231" fmla="*/ 3132520 w 9611734"/>
              <a:gd name="connsiteY231" fmla="*/ 1292664 h 1927097"/>
              <a:gd name="connsiteX232" fmla="*/ 2858756 w 9611734"/>
              <a:gd name="connsiteY232" fmla="*/ 1614780 h 1927097"/>
              <a:gd name="connsiteX233" fmla="*/ 3132520 w 9611734"/>
              <a:gd name="connsiteY233" fmla="*/ 1927098 h 1927097"/>
              <a:gd name="connsiteX234" fmla="*/ 3381748 w 9611734"/>
              <a:gd name="connsiteY234" fmla="*/ 1728334 h 1927097"/>
              <a:gd name="connsiteX235" fmla="*/ 3288857 w 9611734"/>
              <a:gd name="connsiteY235" fmla="*/ 1704013 h 1927097"/>
              <a:gd name="connsiteX236" fmla="*/ 3142160 w 9611734"/>
              <a:gd name="connsiteY236" fmla="*/ 1841888 h 1927097"/>
              <a:gd name="connsiteX237" fmla="*/ 2963740 w 9611734"/>
              <a:gd name="connsiteY237" fmla="*/ 1616180 h 1927097"/>
              <a:gd name="connsiteX238" fmla="*/ 3382799 w 9611734"/>
              <a:gd name="connsiteY238" fmla="*/ 1616180 h 1927097"/>
              <a:gd name="connsiteX239" fmla="*/ 3382799 w 9611734"/>
              <a:gd name="connsiteY239" fmla="*/ 1582061 h 1927097"/>
              <a:gd name="connsiteX240" fmla="*/ 3132520 w 9611734"/>
              <a:gd name="connsiteY240" fmla="*/ 1292664 h 1927097"/>
              <a:gd name="connsiteX241" fmla="*/ 3766631 w 9611734"/>
              <a:gd name="connsiteY241" fmla="*/ 1292664 h 1927097"/>
              <a:gd name="connsiteX242" fmla="*/ 3485505 w 9611734"/>
              <a:gd name="connsiteY242" fmla="*/ 1616005 h 1927097"/>
              <a:gd name="connsiteX243" fmla="*/ 3761723 w 9611734"/>
              <a:gd name="connsiteY243" fmla="*/ 1927098 h 1927097"/>
              <a:gd name="connsiteX244" fmla="*/ 4012178 w 9611734"/>
              <a:gd name="connsiteY244" fmla="*/ 1709962 h 1927097"/>
              <a:gd name="connsiteX245" fmla="*/ 3915606 w 9611734"/>
              <a:gd name="connsiteY245" fmla="*/ 1686692 h 1927097"/>
              <a:gd name="connsiteX246" fmla="*/ 3768909 w 9611734"/>
              <a:gd name="connsiteY246" fmla="*/ 1840313 h 1927097"/>
              <a:gd name="connsiteX247" fmla="*/ 3591716 w 9611734"/>
              <a:gd name="connsiteY247" fmla="*/ 1608481 h 1927097"/>
              <a:gd name="connsiteX248" fmla="*/ 3764002 w 9611734"/>
              <a:gd name="connsiteY248" fmla="*/ 1379098 h 1927097"/>
              <a:gd name="connsiteX249" fmla="*/ 3915606 w 9611734"/>
              <a:gd name="connsiteY249" fmla="*/ 1525546 h 1927097"/>
              <a:gd name="connsiteX250" fmla="*/ 4012178 w 9611734"/>
              <a:gd name="connsiteY250" fmla="*/ 1502275 h 1927097"/>
              <a:gd name="connsiteX251" fmla="*/ 3766631 w 9611734"/>
              <a:gd name="connsiteY251" fmla="*/ 1292664 h 1927097"/>
              <a:gd name="connsiteX252" fmla="*/ 879833 w 9611734"/>
              <a:gd name="connsiteY252" fmla="*/ 1060831 h 1927097"/>
              <a:gd name="connsiteX253" fmla="*/ 718589 w 9611734"/>
              <a:gd name="connsiteY253" fmla="*/ 1060831 h 1927097"/>
              <a:gd name="connsiteX254" fmla="*/ 465680 w 9611734"/>
              <a:gd name="connsiteY254" fmla="*/ 1748805 h 1927097"/>
              <a:gd name="connsiteX255" fmla="*/ 211545 w 9611734"/>
              <a:gd name="connsiteY255" fmla="*/ 1060831 h 1927097"/>
              <a:gd name="connsiteX256" fmla="*/ 42765 w 9611734"/>
              <a:gd name="connsiteY256" fmla="*/ 1060831 h 1927097"/>
              <a:gd name="connsiteX257" fmla="*/ 42765 w 9611734"/>
              <a:gd name="connsiteY257" fmla="*/ 1914675 h 1927097"/>
              <a:gd name="connsiteX258" fmla="*/ 148976 w 9611734"/>
              <a:gd name="connsiteY258" fmla="*/ 1914675 h 1927097"/>
              <a:gd name="connsiteX259" fmla="*/ 148976 w 9611734"/>
              <a:gd name="connsiteY259" fmla="*/ 1179284 h 1927097"/>
              <a:gd name="connsiteX260" fmla="*/ 421513 w 9611734"/>
              <a:gd name="connsiteY260" fmla="*/ 1914850 h 1927097"/>
              <a:gd name="connsiteX261" fmla="*/ 503362 w 9611734"/>
              <a:gd name="connsiteY261" fmla="*/ 1914850 h 1927097"/>
              <a:gd name="connsiteX262" fmla="*/ 773447 w 9611734"/>
              <a:gd name="connsiteY262" fmla="*/ 1178060 h 1927097"/>
              <a:gd name="connsiteX263" fmla="*/ 773447 w 9611734"/>
              <a:gd name="connsiteY263" fmla="*/ 1914850 h 1927097"/>
              <a:gd name="connsiteX264" fmla="*/ 879833 w 9611734"/>
              <a:gd name="connsiteY264" fmla="*/ 1914850 h 1927097"/>
              <a:gd name="connsiteX265" fmla="*/ 879833 w 9611734"/>
              <a:gd name="connsiteY265" fmla="*/ 1060831 h 1927097"/>
              <a:gd name="connsiteX266" fmla="*/ 1920559 w 9611734"/>
              <a:gd name="connsiteY266" fmla="*/ 1840488 h 1927097"/>
              <a:gd name="connsiteX267" fmla="*/ 1753181 w 9611734"/>
              <a:gd name="connsiteY267" fmla="*/ 1609881 h 1927097"/>
              <a:gd name="connsiteX268" fmla="*/ 1920559 w 9611734"/>
              <a:gd name="connsiteY268" fmla="*/ 1379273 h 1927097"/>
              <a:gd name="connsiteX269" fmla="*/ 2087938 w 9611734"/>
              <a:gd name="connsiteY269" fmla="*/ 1609881 h 1927097"/>
              <a:gd name="connsiteX270" fmla="*/ 1920559 w 9611734"/>
              <a:gd name="connsiteY270" fmla="*/ 1840488 h 1927097"/>
              <a:gd name="connsiteX271" fmla="*/ 2186963 w 9611734"/>
              <a:gd name="connsiteY271" fmla="*/ 1060831 h 1927097"/>
              <a:gd name="connsiteX272" fmla="*/ 2085659 w 9611734"/>
              <a:gd name="connsiteY272" fmla="*/ 1060831 h 1927097"/>
              <a:gd name="connsiteX273" fmla="*/ 2085659 w 9611734"/>
              <a:gd name="connsiteY273" fmla="*/ 1421965 h 1927097"/>
              <a:gd name="connsiteX274" fmla="*/ 1903559 w 9611734"/>
              <a:gd name="connsiteY274" fmla="*/ 1292664 h 1927097"/>
              <a:gd name="connsiteX275" fmla="*/ 1646970 w 9611734"/>
              <a:gd name="connsiteY275" fmla="*/ 1613555 h 1927097"/>
              <a:gd name="connsiteX276" fmla="*/ 1894971 w 9611734"/>
              <a:gd name="connsiteY276" fmla="*/ 1927098 h 1927097"/>
              <a:gd name="connsiteX277" fmla="*/ 2085659 w 9611734"/>
              <a:gd name="connsiteY277" fmla="*/ 1791672 h 1927097"/>
              <a:gd name="connsiteX278" fmla="*/ 2085659 w 9611734"/>
              <a:gd name="connsiteY278" fmla="*/ 1838039 h 1927097"/>
              <a:gd name="connsiteX279" fmla="*/ 2091794 w 9611734"/>
              <a:gd name="connsiteY279" fmla="*/ 1914850 h 1927097"/>
              <a:gd name="connsiteX280" fmla="*/ 2194499 w 9611734"/>
              <a:gd name="connsiteY280" fmla="*/ 1914850 h 1927097"/>
              <a:gd name="connsiteX281" fmla="*/ 2187138 w 9611734"/>
              <a:gd name="connsiteY281" fmla="*/ 1787998 h 1927097"/>
              <a:gd name="connsiteX282" fmla="*/ 2187138 w 9611734"/>
              <a:gd name="connsiteY282" fmla="*/ 1060831 h 1927097"/>
              <a:gd name="connsiteX283" fmla="*/ 2956729 w 9611734"/>
              <a:gd name="connsiteY283" fmla="*/ 1060831 h 1927097"/>
              <a:gd name="connsiteX284" fmla="*/ 2296854 w 9611734"/>
              <a:gd name="connsiteY284" fmla="*/ 1060831 h 1927097"/>
              <a:gd name="connsiteX285" fmla="*/ 2296854 w 9611734"/>
              <a:gd name="connsiteY285" fmla="*/ 1149890 h 1927097"/>
              <a:gd name="connsiteX286" fmla="*/ 2574300 w 9611734"/>
              <a:gd name="connsiteY286" fmla="*/ 1149890 h 1927097"/>
              <a:gd name="connsiteX287" fmla="*/ 2574300 w 9611734"/>
              <a:gd name="connsiteY287" fmla="*/ 1914850 h 1927097"/>
              <a:gd name="connsiteX288" fmla="*/ 2680686 w 9611734"/>
              <a:gd name="connsiteY288" fmla="*/ 1914850 h 1927097"/>
              <a:gd name="connsiteX289" fmla="*/ 2680686 w 9611734"/>
              <a:gd name="connsiteY289" fmla="*/ 1149890 h 1927097"/>
              <a:gd name="connsiteX290" fmla="*/ 2956904 w 9611734"/>
              <a:gd name="connsiteY290" fmla="*/ 1149890 h 1927097"/>
              <a:gd name="connsiteX291" fmla="*/ 2956904 w 9611734"/>
              <a:gd name="connsiteY291" fmla="*/ 1060831 h 1927097"/>
              <a:gd name="connsiteX292" fmla="*/ 4229682 w 9611734"/>
              <a:gd name="connsiteY292" fmla="*/ 1060831 h 1927097"/>
              <a:gd name="connsiteX293" fmla="*/ 4128203 w 9611734"/>
              <a:gd name="connsiteY293" fmla="*/ 1060831 h 1927097"/>
              <a:gd name="connsiteX294" fmla="*/ 4128203 w 9611734"/>
              <a:gd name="connsiteY294" fmla="*/ 1914675 h 1927097"/>
              <a:gd name="connsiteX295" fmla="*/ 4229682 w 9611734"/>
              <a:gd name="connsiteY295" fmla="*/ 1914675 h 1927097"/>
              <a:gd name="connsiteX296" fmla="*/ 4229682 w 9611734"/>
              <a:gd name="connsiteY296" fmla="*/ 1513473 h 1927097"/>
              <a:gd name="connsiteX297" fmla="*/ 4362884 w 9611734"/>
              <a:gd name="connsiteY297" fmla="*/ 1370699 h 1927097"/>
              <a:gd name="connsiteX298" fmla="*/ 4494859 w 9611734"/>
              <a:gd name="connsiteY298" fmla="*/ 1513473 h 1927097"/>
              <a:gd name="connsiteX299" fmla="*/ 4494859 w 9611734"/>
              <a:gd name="connsiteY299" fmla="*/ 1914850 h 1927097"/>
              <a:gd name="connsiteX300" fmla="*/ 4596338 w 9611734"/>
              <a:gd name="connsiteY300" fmla="*/ 1914850 h 1927097"/>
              <a:gd name="connsiteX301" fmla="*/ 4596338 w 9611734"/>
              <a:gd name="connsiteY301" fmla="*/ 1492827 h 1927097"/>
              <a:gd name="connsiteX302" fmla="*/ 4399515 w 9611734"/>
              <a:gd name="connsiteY302" fmla="*/ 1292839 h 1927097"/>
              <a:gd name="connsiteX303" fmla="*/ 4229682 w 9611734"/>
              <a:gd name="connsiteY303" fmla="*/ 1399044 h 1927097"/>
              <a:gd name="connsiteX304" fmla="*/ 4229682 w 9611734"/>
              <a:gd name="connsiteY304" fmla="*/ 1060831 h 192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Lst>
            <a:rect l="l" t="t" r="r" b="b"/>
            <a:pathLst>
              <a:path w="9611734" h="1927097">
                <a:moveTo>
                  <a:pt x="950465" y="818675"/>
                </a:moveTo>
                <a:cubicBezTo>
                  <a:pt x="856347" y="818675"/>
                  <a:pt x="803768" y="729617"/>
                  <a:pt x="803768" y="568646"/>
                </a:cubicBezTo>
                <a:cubicBezTo>
                  <a:pt x="803768" y="405226"/>
                  <a:pt x="856347" y="318617"/>
                  <a:pt x="950465" y="318617"/>
                </a:cubicBezTo>
                <a:cubicBezTo>
                  <a:pt x="1044582" y="318617"/>
                  <a:pt x="1097162" y="406451"/>
                  <a:pt x="1097162" y="568646"/>
                </a:cubicBezTo>
                <a:cubicBezTo>
                  <a:pt x="1097162" y="732066"/>
                  <a:pt x="1044582" y="818675"/>
                  <a:pt x="950465" y="818675"/>
                </a:cubicBezTo>
                <a:moveTo>
                  <a:pt x="950465" y="251429"/>
                </a:moveTo>
                <a:cubicBezTo>
                  <a:pt x="758549" y="251429"/>
                  <a:pt x="652338" y="394203"/>
                  <a:pt x="652338" y="568646"/>
                </a:cubicBezTo>
                <a:cubicBezTo>
                  <a:pt x="652338" y="743089"/>
                  <a:pt x="758724" y="885863"/>
                  <a:pt x="950465" y="885863"/>
                </a:cubicBezTo>
                <a:cubicBezTo>
                  <a:pt x="1142381" y="885863"/>
                  <a:pt x="1248591" y="743089"/>
                  <a:pt x="1248591" y="568646"/>
                </a:cubicBezTo>
                <a:cubicBezTo>
                  <a:pt x="1248767" y="394028"/>
                  <a:pt x="1142381" y="251429"/>
                  <a:pt x="950465" y="251429"/>
                </a:cubicBezTo>
                <a:moveTo>
                  <a:pt x="2283534" y="251429"/>
                </a:moveTo>
                <a:cubicBezTo>
                  <a:pt x="2193097" y="251429"/>
                  <a:pt x="2142971" y="290447"/>
                  <a:pt x="2114929" y="340488"/>
                </a:cubicBezTo>
                <a:lnTo>
                  <a:pt x="2107568" y="340488"/>
                </a:lnTo>
                <a:lnTo>
                  <a:pt x="2107568" y="263677"/>
                </a:lnTo>
                <a:lnTo>
                  <a:pt x="1963324" y="263677"/>
                </a:lnTo>
                <a:lnTo>
                  <a:pt x="1963324" y="873615"/>
                </a:lnTo>
                <a:lnTo>
                  <a:pt x="2107568" y="873615"/>
                </a:lnTo>
                <a:lnTo>
                  <a:pt x="2107568" y="479412"/>
                </a:lnTo>
                <a:cubicBezTo>
                  <a:pt x="2107568" y="389129"/>
                  <a:pt x="2154013" y="336638"/>
                  <a:pt x="2228501" y="336638"/>
                </a:cubicBezTo>
                <a:cubicBezTo>
                  <a:pt x="2300535" y="336638"/>
                  <a:pt x="2332433" y="384230"/>
                  <a:pt x="2332433" y="456142"/>
                </a:cubicBezTo>
                <a:lnTo>
                  <a:pt x="2332433" y="873265"/>
                </a:lnTo>
                <a:lnTo>
                  <a:pt x="2476677" y="873265"/>
                </a:lnTo>
                <a:lnTo>
                  <a:pt x="2476677" y="455092"/>
                </a:lnTo>
                <a:cubicBezTo>
                  <a:pt x="2476502" y="329465"/>
                  <a:pt x="2410602" y="251429"/>
                  <a:pt x="2283534" y="251429"/>
                </a:cubicBezTo>
                <a:moveTo>
                  <a:pt x="2803897" y="251429"/>
                </a:moveTo>
                <a:cubicBezTo>
                  <a:pt x="2670696" y="251429"/>
                  <a:pt x="2570444" y="307594"/>
                  <a:pt x="2570444" y="427097"/>
                </a:cubicBezTo>
                <a:cubicBezTo>
                  <a:pt x="2570444" y="528403"/>
                  <a:pt x="2640024" y="583168"/>
                  <a:pt x="2718368" y="602765"/>
                </a:cubicBezTo>
                <a:lnTo>
                  <a:pt x="2840528" y="633209"/>
                </a:lnTo>
                <a:cubicBezTo>
                  <a:pt x="2905201" y="649131"/>
                  <a:pt x="2934645" y="672227"/>
                  <a:pt x="2934645" y="723493"/>
                </a:cubicBezTo>
                <a:cubicBezTo>
                  <a:pt x="2934645" y="785781"/>
                  <a:pt x="2890654" y="821125"/>
                  <a:pt x="2813712" y="821125"/>
                </a:cubicBezTo>
                <a:cubicBezTo>
                  <a:pt x="2730636" y="821125"/>
                  <a:pt x="2687872" y="780882"/>
                  <a:pt x="2674376" y="679576"/>
                </a:cubicBezTo>
                <a:lnTo>
                  <a:pt x="2544855" y="716144"/>
                </a:lnTo>
                <a:cubicBezTo>
                  <a:pt x="2552216" y="821125"/>
                  <a:pt x="2650014" y="885688"/>
                  <a:pt x="2797763" y="885688"/>
                </a:cubicBezTo>
                <a:cubicBezTo>
                  <a:pt x="2962688" y="885688"/>
                  <a:pt x="3051898" y="808877"/>
                  <a:pt x="3051898" y="686924"/>
                </a:cubicBezTo>
                <a:cubicBezTo>
                  <a:pt x="3051898" y="572320"/>
                  <a:pt x="2972503" y="524729"/>
                  <a:pt x="2889427" y="503908"/>
                </a:cubicBezTo>
                <a:lnTo>
                  <a:pt x="2772174" y="474688"/>
                </a:lnTo>
                <a:cubicBezTo>
                  <a:pt x="2713461" y="459991"/>
                  <a:pt x="2687872" y="433221"/>
                  <a:pt x="2687872" y="394203"/>
                </a:cubicBezTo>
                <a:cubicBezTo>
                  <a:pt x="2687872" y="345387"/>
                  <a:pt x="2729409" y="316167"/>
                  <a:pt x="2791804" y="316167"/>
                </a:cubicBezTo>
                <a:cubicBezTo>
                  <a:pt x="2865065" y="316167"/>
                  <a:pt x="2910284" y="356410"/>
                  <a:pt x="2916418" y="433221"/>
                </a:cubicBezTo>
                <a:lnTo>
                  <a:pt x="3038578" y="396652"/>
                </a:lnTo>
                <a:cubicBezTo>
                  <a:pt x="3023856" y="311093"/>
                  <a:pt x="2939553" y="251429"/>
                  <a:pt x="2803897" y="251429"/>
                </a:cubicBezTo>
                <a:moveTo>
                  <a:pt x="3409965" y="818675"/>
                </a:moveTo>
                <a:cubicBezTo>
                  <a:pt x="3315848" y="818675"/>
                  <a:pt x="3263268" y="729617"/>
                  <a:pt x="3263268" y="568646"/>
                </a:cubicBezTo>
                <a:cubicBezTo>
                  <a:pt x="3263268" y="405226"/>
                  <a:pt x="3315848" y="318617"/>
                  <a:pt x="3409965" y="318617"/>
                </a:cubicBezTo>
                <a:cubicBezTo>
                  <a:pt x="3504083" y="318617"/>
                  <a:pt x="3556663" y="406451"/>
                  <a:pt x="3556663" y="568646"/>
                </a:cubicBezTo>
                <a:cubicBezTo>
                  <a:pt x="3556487" y="732066"/>
                  <a:pt x="3504083" y="818675"/>
                  <a:pt x="3409965" y="818675"/>
                </a:cubicBezTo>
                <a:moveTo>
                  <a:pt x="3409965" y="251429"/>
                </a:moveTo>
                <a:cubicBezTo>
                  <a:pt x="3218050" y="251429"/>
                  <a:pt x="3111839" y="394203"/>
                  <a:pt x="3111839" y="568646"/>
                </a:cubicBezTo>
                <a:cubicBezTo>
                  <a:pt x="3111839" y="743089"/>
                  <a:pt x="3218225" y="885863"/>
                  <a:pt x="3409965" y="885863"/>
                </a:cubicBezTo>
                <a:cubicBezTo>
                  <a:pt x="3601881" y="885863"/>
                  <a:pt x="3708092" y="743089"/>
                  <a:pt x="3708092" y="568646"/>
                </a:cubicBezTo>
                <a:cubicBezTo>
                  <a:pt x="3708092" y="394028"/>
                  <a:pt x="3601706" y="251429"/>
                  <a:pt x="3409965" y="251429"/>
                </a:cubicBezTo>
                <a:moveTo>
                  <a:pt x="4113656" y="251429"/>
                </a:moveTo>
                <a:cubicBezTo>
                  <a:pt x="4023219" y="251429"/>
                  <a:pt x="3973094" y="290447"/>
                  <a:pt x="3945051" y="340488"/>
                </a:cubicBezTo>
                <a:lnTo>
                  <a:pt x="3937690" y="340488"/>
                </a:lnTo>
                <a:lnTo>
                  <a:pt x="3937690" y="263677"/>
                </a:lnTo>
                <a:lnTo>
                  <a:pt x="3793446" y="263677"/>
                </a:lnTo>
                <a:lnTo>
                  <a:pt x="3793446" y="873615"/>
                </a:lnTo>
                <a:lnTo>
                  <a:pt x="3937690" y="873615"/>
                </a:lnTo>
                <a:lnTo>
                  <a:pt x="3937690" y="479412"/>
                </a:lnTo>
                <a:cubicBezTo>
                  <a:pt x="3937690" y="389129"/>
                  <a:pt x="3984135" y="336638"/>
                  <a:pt x="4058623" y="336638"/>
                </a:cubicBezTo>
                <a:cubicBezTo>
                  <a:pt x="4130657" y="336638"/>
                  <a:pt x="4162555" y="384230"/>
                  <a:pt x="4162555" y="456142"/>
                </a:cubicBezTo>
                <a:lnTo>
                  <a:pt x="4162555" y="873265"/>
                </a:lnTo>
                <a:lnTo>
                  <a:pt x="4306799" y="873265"/>
                </a:lnTo>
                <a:lnTo>
                  <a:pt x="4306799" y="455092"/>
                </a:lnTo>
                <a:cubicBezTo>
                  <a:pt x="4306799" y="329465"/>
                  <a:pt x="4240724" y="251429"/>
                  <a:pt x="4113656" y="251429"/>
                </a:cubicBezTo>
                <a:moveTo>
                  <a:pt x="6255401" y="818675"/>
                </a:moveTo>
                <a:cubicBezTo>
                  <a:pt x="6161283" y="818675"/>
                  <a:pt x="6108704" y="729617"/>
                  <a:pt x="6108704" y="568646"/>
                </a:cubicBezTo>
                <a:cubicBezTo>
                  <a:pt x="6108704" y="405226"/>
                  <a:pt x="6161283" y="318617"/>
                  <a:pt x="6255401" y="318617"/>
                </a:cubicBezTo>
                <a:cubicBezTo>
                  <a:pt x="6349518" y="318617"/>
                  <a:pt x="6402098" y="406451"/>
                  <a:pt x="6402098" y="568646"/>
                </a:cubicBezTo>
                <a:cubicBezTo>
                  <a:pt x="6402098" y="732066"/>
                  <a:pt x="6349518" y="818675"/>
                  <a:pt x="6255401" y="818675"/>
                </a:cubicBezTo>
                <a:moveTo>
                  <a:pt x="6255401" y="251429"/>
                </a:moveTo>
                <a:cubicBezTo>
                  <a:pt x="6063485" y="251429"/>
                  <a:pt x="5957274" y="394203"/>
                  <a:pt x="5957274" y="568646"/>
                </a:cubicBezTo>
                <a:cubicBezTo>
                  <a:pt x="5957274" y="743089"/>
                  <a:pt x="6063660" y="885863"/>
                  <a:pt x="6255401" y="885863"/>
                </a:cubicBezTo>
                <a:cubicBezTo>
                  <a:pt x="6447316" y="885863"/>
                  <a:pt x="6553528" y="743089"/>
                  <a:pt x="6553528" y="568646"/>
                </a:cubicBezTo>
                <a:cubicBezTo>
                  <a:pt x="6553528" y="394028"/>
                  <a:pt x="6447316" y="251429"/>
                  <a:pt x="6255401" y="251429"/>
                </a:cubicBezTo>
                <a:moveTo>
                  <a:pt x="7588295" y="251429"/>
                </a:moveTo>
                <a:cubicBezTo>
                  <a:pt x="7497858" y="251429"/>
                  <a:pt x="7447732" y="290447"/>
                  <a:pt x="7419689" y="340488"/>
                </a:cubicBezTo>
                <a:lnTo>
                  <a:pt x="7412328" y="340488"/>
                </a:lnTo>
                <a:lnTo>
                  <a:pt x="7412328" y="263677"/>
                </a:lnTo>
                <a:lnTo>
                  <a:pt x="7268085" y="263677"/>
                </a:lnTo>
                <a:lnTo>
                  <a:pt x="7268085" y="873615"/>
                </a:lnTo>
                <a:lnTo>
                  <a:pt x="7412328" y="873615"/>
                </a:lnTo>
                <a:lnTo>
                  <a:pt x="7412328" y="479412"/>
                </a:lnTo>
                <a:cubicBezTo>
                  <a:pt x="7412328" y="389129"/>
                  <a:pt x="7458774" y="336638"/>
                  <a:pt x="7533262" y="336638"/>
                </a:cubicBezTo>
                <a:cubicBezTo>
                  <a:pt x="7605295" y="336638"/>
                  <a:pt x="7637194" y="384230"/>
                  <a:pt x="7637194" y="456142"/>
                </a:cubicBezTo>
                <a:lnTo>
                  <a:pt x="7637194" y="873265"/>
                </a:lnTo>
                <a:lnTo>
                  <a:pt x="7781438" y="873265"/>
                </a:lnTo>
                <a:lnTo>
                  <a:pt x="7781438" y="455092"/>
                </a:lnTo>
                <a:cubicBezTo>
                  <a:pt x="7781438" y="329465"/>
                  <a:pt x="7715362" y="251429"/>
                  <a:pt x="7588295" y="251429"/>
                </a:cubicBezTo>
                <a:moveTo>
                  <a:pt x="8108833" y="251429"/>
                </a:moveTo>
                <a:cubicBezTo>
                  <a:pt x="7975631" y="251429"/>
                  <a:pt x="7875380" y="307594"/>
                  <a:pt x="7875380" y="427097"/>
                </a:cubicBezTo>
                <a:cubicBezTo>
                  <a:pt x="7875380" y="528403"/>
                  <a:pt x="7944960" y="583168"/>
                  <a:pt x="8023304" y="602765"/>
                </a:cubicBezTo>
                <a:lnTo>
                  <a:pt x="8145464" y="633209"/>
                </a:lnTo>
                <a:cubicBezTo>
                  <a:pt x="8210137" y="649131"/>
                  <a:pt x="8239581" y="672227"/>
                  <a:pt x="8239581" y="723493"/>
                </a:cubicBezTo>
                <a:cubicBezTo>
                  <a:pt x="8239581" y="785781"/>
                  <a:pt x="8195589" y="821125"/>
                  <a:pt x="8118648" y="821125"/>
                </a:cubicBezTo>
                <a:cubicBezTo>
                  <a:pt x="8035573" y="821125"/>
                  <a:pt x="7992808" y="780882"/>
                  <a:pt x="7979312" y="679576"/>
                </a:cubicBezTo>
                <a:lnTo>
                  <a:pt x="7849791" y="716144"/>
                </a:lnTo>
                <a:cubicBezTo>
                  <a:pt x="7857152" y="821125"/>
                  <a:pt x="7954950" y="885688"/>
                  <a:pt x="8102699" y="885688"/>
                </a:cubicBezTo>
                <a:cubicBezTo>
                  <a:pt x="8267624" y="885688"/>
                  <a:pt x="8356834" y="808877"/>
                  <a:pt x="8356834" y="686924"/>
                </a:cubicBezTo>
                <a:cubicBezTo>
                  <a:pt x="8356834" y="572320"/>
                  <a:pt x="8277439" y="524729"/>
                  <a:pt x="8194363" y="503908"/>
                </a:cubicBezTo>
                <a:lnTo>
                  <a:pt x="8077110" y="474688"/>
                </a:lnTo>
                <a:cubicBezTo>
                  <a:pt x="8018396" y="459991"/>
                  <a:pt x="7992808" y="433221"/>
                  <a:pt x="7992808" y="394203"/>
                </a:cubicBezTo>
                <a:cubicBezTo>
                  <a:pt x="7992808" y="345387"/>
                  <a:pt x="8034346" y="316167"/>
                  <a:pt x="8096740" y="316167"/>
                </a:cubicBezTo>
                <a:cubicBezTo>
                  <a:pt x="8170001" y="316167"/>
                  <a:pt x="8215220" y="356410"/>
                  <a:pt x="8221353" y="433221"/>
                </a:cubicBezTo>
                <a:lnTo>
                  <a:pt x="8343514" y="396652"/>
                </a:lnTo>
                <a:cubicBezTo>
                  <a:pt x="8328791" y="311093"/>
                  <a:pt x="8244489" y="251429"/>
                  <a:pt x="8108833" y="251429"/>
                </a:cubicBezTo>
                <a:moveTo>
                  <a:pt x="8714726" y="818675"/>
                </a:moveTo>
                <a:cubicBezTo>
                  <a:pt x="8620608" y="818675"/>
                  <a:pt x="8568028" y="729617"/>
                  <a:pt x="8568028" y="568646"/>
                </a:cubicBezTo>
                <a:cubicBezTo>
                  <a:pt x="8568028" y="405226"/>
                  <a:pt x="8620608" y="318617"/>
                  <a:pt x="8714726" y="318617"/>
                </a:cubicBezTo>
                <a:cubicBezTo>
                  <a:pt x="8808844" y="318617"/>
                  <a:pt x="8861423" y="406451"/>
                  <a:pt x="8861423" y="568646"/>
                </a:cubicBezTo>
                <a:cubicBezTo>
                  <a:pt x="8861423" y="732066"/>
                  <a:pt x="8808844" y="818675"/>
                  <a:pt x="8714726" y="818675"/>
                </a:cubicBezTo>
                <a:moveTo>
                  <a:pt x="8714726" y="251429"/>
                </a:moveTo>
                <a:cubicBezTo>
                  <a:pt x="8522810" y="251429"/>
                  <a:pt x="8416599" y="394203"/>
                  <a:pt x="8416599" y="568646"/>
                </a:cubicBezTo>
                <a:cubicBezTo>
                  <a:pt x="8416599" y="743089"/>
                  <a:pt x="8522810" y="885863"/>
                  <a:pt x="8714726" y="885863"/>
                </a:cubicBezTo>
                <a:cubicBezTo>
                  <a:pt x="8906641" y="885863"/>
                  <a:pt x="9012852" y="743089"/>
                  <a:pt x="9012852" y="568646"/>
                </a:cubicBezTo>
                <a:cubicBezTo>
                  <a:pt x="9012852" y="394028"/>
                  <a:pt x="8906641" y="251429"/>
                  <a:pt x="8714726" y="251429"/>
                </a:cubicBezTo>
                <a:moveTo>
                  <a:pt x="9418592" y="251429"/>
                </a:moveTo>
                <a:cubicBezTo>
                  <a:pt x="9328155" y="251429"/>
                  <a:pt x="9278029" y="290447"/>
                  <a:pt x="9249987" y="340488"/>
                </a:cubicBezTo>
                <a:lnTo>
                  <a:pt x="9242625" y="340488"/>
                </a:lnTo>
                <a:lnTo>
                  <a:pt x="9242625" y="263677"/>
                </a:lnTo>
                <a:lnTo>
                  <a:pt x="9098382" y="263677"/>
                </a:lnTo>
                <a:lnTo>
                  <a:pt x="9098382" y="873615"/>
                </a:lnTo>
                <a:lnTo>
                  <a:pt x="9242625" y="873615"/>
                </a:lnTo>
                <a:lnTo>
                  <a:pt x="9242625" y="479412"/>
                </a:lnTo>
                <a:cubicBezTo>
                  <a:pt x="9242625" y="389129"/>
                  <a:pt x="9289071" y="336638"/>
                  <a:pt x="9363559" y="336638"/>
                </a:cubicBezTo>
                <a:cubicBezTo>
                  <a:pt x="9435593" y="336638"/>
                  <a:pt x="9467491" y="384230"/>
                  <a:pt x="9467491" y="456142"/>
                </a:cubicBezTo>
                <a:lnTo>
                  <a:pt x="9467491" y="873265"/>
                </a:lnTo>
                <a:lnTo>
                  <a:pt x="9611734" y="873265"/>
                </a:lnTo>
                <a:lnTo>
                  <a:pt x="9611734" y="455092"/>
                </a:lnTo>
                <a:cubicBezTo>
                  <a:pt x="9611560" y="329465"/>
                  <a:pt x="9545660" y="251429"/>
                  <a:pt x="9418592" y="251429"/>
                </a:cubicBezTo>
                <a:moveTo>
                  <a:pt x="566984" y="19596"/>
                </a:moveTo>
                <a:lnTo>
                  <a:pt x="415379" y="19596"/>
                </a:lnTo>
                <a:lnTo>
                  <a:pt x="415379" y="650356"/>
                </a:lnTo>
                <a:cubicBezTo>
                  <a:pt x="415379" y="752887"/>
                  <a:pt x="376295" y="813776"/>
                  <a:pt x="283404" y="813776"/>
                </a:cubicBezTo>
                <a:cubicBezTo>
                  <a:pt x="191740" y="813776"/>
                  <a:pt x="151429" y="749213"/>
                  <a:pt x="151429" y="638108"/>
                </a:cubicBezTo>
                <a:lnTo>
                  <a:pt x="151429" y="521055"/>
                </a:lnTo>
                <a:lnTo>
                  <a:pt x="0" y="558848"/>
                </a:lnTo>
                <a:lnTo>
                  <a:pt x="0" y="611338"/>
                </a:lnTo>
                <a:cubicBezTo>
                  <a:pt x="0" y="771084"/>
                  <a:pt x="79395" y="893212"/>
                  <a:pt x="283580" y="893212"/>
                </a:cubicBezTo>
                <a:cubicBezTo>
                  <a:pt x="487589" y="893212"/>
                  <a:pt x="566984" y="771259"/>
                  <a:pt x="566984" y="611338"/>
                </a:cubicBezTo>
                <a:lnTo>
                  <a:pt x="566984" y="19596"/>
                </a:lnTo>
                <a:moveTo>
                  <a:pt x="1478364" y="19596"/>
                </a:moveTo>
                <a:lnTo>
                  <a:pt x="1334121" y="19596"/>
                </a:lnTo>
                <a:lnTo>
                  <a:pt x="1334121" y="873440"/>
                </a:lnTo>
                <a:lnTo>
                  <a:pt x="1478364" y="873440"/>
                </a:lnTo>
                <a:lnTo>
                  <a:pt x="1478364" y="479412"/>
                </a:lnTo>
                <a:cubicBezTo>
                  <a:pt x="1478364" y="389129"/>
                  <a:pt x="1524810" y="336638"/>
                  <a:pt x="1599298" y="336638"/>
                </a:cubicBezTo>
                <a:cubicBezTo>
                  <a:pt x="1671332" y="336638"/>
                  <a:pt x="1703230" y="384230"/>
                  <a:pt x="1703230" y="456142"/>
                </a:cubicBezTo>
                <a:lnTo>
                  <a:pt x="1703230" y="873265"/>
                </a:lnTo>
                <a:lnTo>
                  <a:pt x="1847474" y="873265"/>
                </a:lnTo>
                <a:lnTo>
                  <a:pt x="1847474" y="455092"/>
                </a:lnTo>
                <a:cubicBezTo>
                  <a:pt x="1847474" y="329465"/>
                  <a:pt x="1781398" y="251429"/>
                  <a:pt x="1654331" y="251429"/>
                </a:cubicBezTo>
                <a:cubicBezTo>
                  <a:pt x="1563894" y="251429"/>
                  <a:pt x="1513768" y="290447"/>
                  <a:pt x="1485726" y="340488"/>
                </a:cubicBezTo>
                <a:lnTo>
                  <a:pt x="1478364" y="340488"/>
                </a:lnTo>
                <a:lnTo>
                  <a:pt x="1478364" y="19596"/>
                </a:lnTo>
                <a:moveTo>
                  <a:pt x="5871744" y="19596"/>
                </a:moveTo>
                <a:lnTo>
                  <a:pt x="5720315" y="19596"/>
                </a:lnTo>
                <a:lnTo>
                  <a:pt x="5720315" y="650356"/>
                </a:lnTo>
                <a:cubicBezTo>
                  <a:pt x="5720315" y="752887"/>
                  <a:pt x="5681231" y="813776"/>
                  <a:pt x="5588340" y="813776"/>
                </a:cubicBezTo>
                <a:cubicBezTo>
                  <a:pt x="5496676" y="813776"/>
                  <a:pt x="5456366" y="749213"/>
                  <a:pt x="5456366" y="638108"/>
                </a:cubicBezTo>
                <a:lnTo>
                  <a:pt x="5456366" y="521055"/>
                </a:lnTo>
                <a:lnTo>
                  <a:pt x="5304936" y="558848"/>
                </a:lnTo>
                <a:lnTo>
                  <a:pt x="5304936" y="611338"/>
                </a:lnTo>
                <a:cubicBezTo>
                  <a:pt x="5304936" y="771084"/>
                  <a:pt x="5384331" y="893212"/>
                  <a:pt x="5588515" y="893212"/>
                </a:cubicBezTo>
                <a:cubicBezTo>
                  <a:pt x="5792700" y="893212"/>
                  <a:pt x="5871920" y="771259"/>
                  <a:pt x="5871920" y="611338"/>
                </a:cubicBezTo>
                <a:lnTo>
                  <a:pt x="5871920" y="19596"/>
                </a:lnTo>
                <a:moveTo>
                  <a:pt x="6783125" y="19596"/>
                </a:moveTo>
                <a:lnTo>
                  <a:pt x="6638882" y="19596"/>
                </a:lnTo>
                <a:lnTo>
                  <a:pt x="6638882" y="873440"/>
                </a:lnTo>
                <a:lnTo>
                  <a:pt x="6783125" y="873440"/>
                </a:lnTo>
                <a:lnTo>
                  <a:pt x="6783125" y="479412"/>
                </a:lnTo>
                <a:cubicBezTo>
                  <a:pt x="6783125" y="389129"/>
                  <a:pt x="6829571" y="336638"/>
                  <a:pt x="6904059" y="336638"/>
                </a:cubicBezTo>
                <a:cubicBezTo>
                  <a:pt x="6976092" y="336638"/>
                  <a:pt x="7007991" y="384230"/>
                  <a:pt x="7007991" y="456142"/>
                </a:cubicBezTo>
                <a:lnTo>
                  <a:pt x="7007991" y="873265"/>
                </a:lnTo>
                <a:lnTo>
                  <a:pt x="7152234" y="873265"/>
                </a:lnTo>
                <a:lnTo>
                  <a:pt x="7152234" y="455092"/>
                </a:lnTo>
                <a:cubicBezTo>
                  <a:pt x="7152234" y="329465"/>
                  <a:pt x="7086335" y="251429"/>
                  <a:pt x="6959092" y="251429"/>
                </a:cubicBezTo>
                <a:cubicBezTo>
                  <a:pt x="6868655" y="251429"/>
                  <a:pt x="6818529" y="290447"/>
                  <a:pt x="6790486" y="340488"/>
                </a:cubicBezTo>
                <a:lnTo>
                  <a:pt x="6783125" y="340488"/>
                </a:lnTo>
                <a:lnTo>
                  <a:pt x="6783125" y="19596"/>
                </a:lnTo>
                <a:moveTo>
                  <a:pt x="4781944" y="803978"/>
                </a:moveTo>
                <a:cubicBezTo>
                  <a:pt x="4664691" y="803978"/>
                  <a:pt x="4592482" y="708795"/>
                  <a:pt x="4592482" y="607489"/>
                </a:cubicBezTo>
                <a:cubicBezTo>
                  <a:pt x="4592482" y="543976"/>
                  <a:pt x="4620524" y="485536"/>
                  <a:pt x="4666970" y="452642"/>
                </a:cubicBezTo>
                <a:lnTo>
                  <a:pt x="4943188" y="753937"/>
                </a:lnTo>
                <a:cubicBezTo>
                  <a:pt x="4892010" y="784382"/>
                  <a:pt x="4834523" y="803978"/>
                  <a:pt x="4781944" y="803978"/>
                </a:cubicBezTo>
                <a:moveTo>
                  <a:pt x="5050801" y="653855"/>
                </a:moveTo>
                <a:lnTo>
                  <a:pt x="4811388" y="390354"/>
                </a:lnTo>
                <a:cubicBezTo>
                  <a:pt x="4854153" y="373207"/>
                  <a:pt x="4895691" y="367083"/>
                  <a:pt x="4929868" y="367083"/>
                </a:cubicBezTo>
                <a:cubicBezTo>
                  <a:pt x="5028893" y="367083"/>
                  <a:pt x="5089885" y="424472"/>
                  <a:pt x="5089885" y="523154"/>
                </a:cubicBezTo>
                <a:cubicBezTo>
                  <a:pt x="5089885" y="567246"/>
                  <a:pt x="5077617" y="612388"/>
                  <a:pt x="5050801" y="653855"/>
                </a:cubicBezTo>
                <a:moveTo>
                  <a:pt x="4778263" y="355010"/>
                </a:moveTo>
                <a:lnTo>
                  <a:pt x="4725684" y="296396"/>
                </a:lnTo>
                <a:cubicBezTo>
                  <a:pt x="4679238" y="245130"/>
                  <a:pt x="4665743" y="213461"/>
                  <a:pt x="4665743" y="175668"/>
                </a:cubicBezTo>
                <a:cubicBezTo>
                  <a:pt x="4665743" y="104981"/>
                  <a:pt x="4710961" y="64738"/>
                  <a:pt x="4781768" y="64738"/>
                </a:cubicBezTo>
                <a:cubicBezTo>
                  <a:pt x="4853803" y="64738"/>
                  <a:pt x="4896568" y="106206"/>
                  <a:pt x="4896568" y="181792"/>
                </a:cubicBezTo>
                <a:cubicBezTo>
                  <a:pt x="4896743" y="251429"/>
                  <a:pt x="4862566" y="317217"/>
                  <a:pt x="4778263" y="355010"/>
                </a:cubicBezTo>
                <a:moveTo>
                  <a:pt x="4785624" y="0"/>
                </a:moveTo>
                <a:cubicBezTo>
                  <a:pt x="4617019" y="0"/>
                  <a:pt x="4533943" y="93958"/>
                  <a:pt x="4533943" y="211011"/>
                </a:cubicBezTo>
                <a:cubicBezTo>
                  <a:pt x="4533943" y="274350"/>
                  <a:pt x="4560759" y="337863"/>
                  <a:pt x="4631741" y="414674"/>
                </a:cubicBezTo>
                <a:lnTo>
                  <a:pt x="4632968" y="417124"/>
                </a:lnTo>
                <a:cubicBezTo>
                  <a:pt x="4513262" y="474513"/>
                  <a:pt x="4458228" y="567246"/>
                  <a:pt x="4458228" y="662254"/>
                </a:cubicBezTo>
                <a:cubicBezTo>
                  <a:pt x="4458228" y="787881"/>
                  <a:pt x="4554800" y="892862"/>
                  <a:pt x="4703775" y="892862"/>
                </a:cubicBezTo>
                <a:cubicBezTo>
                  <a:pt x="4789305" y="892862"/>
                  <a:pt x="4889557" y="857518"/>
                  <a:pt x="4979994" y="794005"/>
                </a:cubicBezTo>
                <a:lnTo>
                  <a:pt x="5053255" y="873265"/>
                </a:lnTo>
                <a:lnTo>
                  <a:pt x="5245170" y="873265"/>
                </a:lnTo>
                <a:lnTo>
                  <a:pt x="5245170" y="867141"/>
                </a:lnTo>
                <a:lnTo>
                  <a:pt x="5088834" y="695148"/>
                </a:lnTo>
                <a:cubicBezTo>
                  <a:pt x="5154909" y="617112"/>
                  <a:pt x="5192766" y="531728"/>
                  <a:pt x="5192766" y="457191"/>
                </a:cubicBezTo>
                <a:cubicBezTo>
                  <a:pt x="5192766" y="364458"/>
                  <a:pt x="5130372" y="302345"/>
                  <a:pt x="5032749" y="302345"/>
                </a:cubicBezTo>
                <a:cubicBezTo>
                  <a:pt x="4981396" y="302345"/>
                  <a:pt x="4923909" y="317042"/>
                  <a:pt x="4886051" y="331564"/>
                </a:cubicBezTo>
                <a:lnTo>
                  <a:pt x="4883598" y="326665"/>
                </a:lnTo>
                <a:cubicBezTo>
                  <a:pt x="4976489" y="276624"/>
                  <a:pt x="5015573" y="230258"/>
                  <a:pt x="5015573" y="165695"/>
                </a:cubicBezTo>
                <a:cubicBezTo>
                  <a:pt x="5015398" y="73312"/>
                  <a:pt x="4932322" y="0"/>
                  <a:pt x="4785624" y="0"/>
                </a:cubicBezTo>
                <a:moveTo>
                  <a:pt x="1128885" y="1543918"/>
                </a:moveTo>
                <a:cubicBezTo>
                  <a:pt x="1142381" y="1436662"/>
                  <a:pt x="1197239" y="1375599"/>
                  <a:pt x="1293810" y="1375599"/>
                </a:cubicBezTo>
                <a:cubicBezTo>
                  <a:pt x="1385474" y="1375599"/>
                  <a:pt x="1439280" y="1430538"/>
                  <a:pt x="1441734" y="1543918"/>
                </a:cubicBezTo>
                <a:lnTo>
                  <a:pt x="1128885" y="1543918"/>
                </a:lnTo>
                <a:moveTo>
                  <a:pt x="1293810" y="1292664"/>
                </a:moveTo>
                <a:cubicBezTo>
                  <a:pt x="1132566" y="1292664"/>
                  <a:pt x="1020045" y="1406043"/>
                  <a:pt x="1020045" y="1614780"/>
                </a:cubicBezTo>
                <a:cubicBezTo>
                  <a:pt x="1020045" y="1814768"/>
                  <a:pt x="1123978" y="1927098"/>
                  <a:pt x="1293810" y="1927098"/>
                </a:cubicBezTo>
                <a:cubicBezTo>
                  <a:pt x="1433146" y="1927098"/>
                  <a:pt x="1521129" y="1847837"/>
                  <a:pt x="1543037" y="1728334"/>
                </a:cubicBezTo>
                <a:lnTo>
                  <a:pt x="1450147" y="1704013"/>
                </a:lnTo>
                <a:cubicBezTo>
                  <a:pt x="1434198" y="1806545"/>
                  <a:pt x="1379339" y="1841888"/>
                  <a:pt x="1303450" y="1841888"/>
                </a:cubicBezTo>
                <a:cubicBezTo>
                  <a:pt x="1182516" y="1841888"/>
                  <a:pt x="1128710" y="1752829"/>
                  <a:pt x="1125029" y="1616180"/>
                </a:cubicBezTo>
                <a:lnTo>
                  <a:pt x="1544089" y="1616180"/>
                </a:lnTo>
                <a:lnTo>
                  <a:pt x="1544089" y="1582061"/>
                </a:lnTo>
                <a:cubicBezTo>
                  <a:pt x="1544440" y="1368250"/>
                  <a:pt x="1428238" y="1292664"/>
                  <a:pt x="1293810" y="1292664"/>
                </a:cubicBezTo>
                <a:moveTo>
                  <a:pt x="2967595" y="1543918"/>
                </a:moveTo>
                <a:cubicBezTo>
                  <a:pt x="2981091" y="1436662"/>
                  <a:pt x="3035949" y="1375599"/>
                  <a:pt x="3132520" y="1375599"/>
                </a:cubicBezTo>
                <a:cubicBezTo>
                  <a:pt x="3224184" y="1375599"/>
                  <a:pt x="3277991" y="1430538"/>
                  <a:pt x="3280444" y="1543918"/>
                </a:cubicBezTo>
                <a:lnTo>
                  <a:pt x="2967595" y="1543918"/>
                </a:lnTo>
                <a:moveTo>
                  <a:pt x="3132520" y="1292664"/>
                </a:moveTo>
                <a:cubicBezTo>
                  <a:pt x="2971276" y="1292664"/>
                  <a:pt x="2858756" y="1406043"/>
                  <a:pt x="2858756" y="1614780"/>
                </a:cubicBezTo>
                <a:cubicBezTo>
                  <a:pt x="2858756" y="1814768"/>
                  <a:pt x="2962688" y="1927098"/>
                  <a:pt x="3132520" y="1927098"/>
                </a:cubicBezTo>
                <a:cubicBezTo>
                  <a:pt x="3271856" y="1927098"/>
                  <a:pt x="3359839" y="1847837"/>
                  <a:pt x="3381748" y="1728334"/>
                </a:cubicBezTo>
                <a:lnTo>
                  <a:pt x="3288857" y="1704013"/>
                </a:lnTo>
                <a:cubicBezTo>
                  <a:pt x="3272908" y="1806545"/>
                  <a:pt x="3218050" y="1841888"/>
                  <a:pt x="3142160" y="1841888"/>
                </a:cubicBezTo>
                <a:cubicBezTo>
                  <a:pt x="3021227" y="1841888"/>
                  <a:pt x="2967420" y="1752829"/>
                  <a:pt x="2963740" y="1616180"/>
                </a:cubicBezTo>
                <a:lnTo>
                  <a:pt x="3382799" y="1616180"/>
                </a:lnTo>
                <a:lnTo>
                  <a:pt x="3382799" y="1582061"/>
                </a:lnTo>
                <a:cubicBezTo>
                  <a:pt x="3383150" y="1368250"/>
                  <a:pt x="3266949" y="1292664"/>
                  <a:pt x="3132520" y="1292664"/>
                </a:cubicBezTo>
                <a:moveTo>
                  <a:pt x="3766631" y="1292664"/>
                </a:moveTo>
                <a:cubicBezTo>
                  <a:pt x="3599252" y="1292664"/>
                  <a:pt x="3485505" y="1409717"/>
                  <a:pt x="3485505" y="1616005"/>
                </a:cubicBezTo>
                <a:cubicBezTo>
                  <a:pt x="3485505" y="1818442"/>
                  <a:pt x="3596623" y="1927098"/>
                  <a:pt x="3761723" y="1927098"/>
                </a:cubicBezTo>
                <a:cubicBezTo>
                  <a:pt x="3910874" y="1927098"/>
                  <a:pt x="3995177" y="1835589"/>
                  <a:pt x="4012178" y="1709962"/>
                </a:cubicBezTo>
                <a:lnTo>
                  <a:pt x="3915606" y="1686692"/>
                </a:lnTo>
                <a:cubicBezTo>
                  <a:pt x="3898430" y="1801296"/>
                  <a:pt x="3849531" y="1840313"/>
                  <a:pt x="3768909" y="1840313"/>
                </a:cubicBezTo>
                <a:cubicBezTo>
                  <a:pt x="3651657" y="1840313"/>
                  <a:pt x="3591716" y="1754929"/>
                  <a:pt x="3591716" y="1608481"/>
                </a:cubicBezTo>
                <a:cubicBezTo>
                  <a:pt x="3591716" y="1455909"/>
                  <a:pt x="3655337" y="1379098"/>
                  <a:pt x="3764002" y="1379098"/>
                </a:cubicBezTo>
                <a:cubicBezTo>
                  <a:pt x="3840943" y="1379098"/>
                  <a:pt x="3897204" y="1416891"/>
                  <a:pt x="3915606" y="1525546"/>
                </a:cubicBezTo>
                <a:lnTo>
                  <a:pt x="4012178" y="1502275"/>
                </a:lnTo>
                <a:cubicBezTo>
                  <a:pt x="3995177" y="1378048"/>
                  <a:pt x="3910874" y="1292664"/>
                  <a:pt x="3766631" y="1292664"/>
                </a:cubicBezTo>
                <a:moveTo>
                  <a:pt x="879833" y="1060831"/>
                </a:moveTo>
                <a:lnTo>
                  <a:pt x="718589" y="1060831"/>
                </a:lnTo>
                <a:lnTo>
                  <a:pt x="465680" y="1748805"/>
                </a:lnTo>
                <a:lnTo>
                  <a:pt x="211545" y="1060831"/>
                </a:lnTo>
                <a:lnTo>
                  <a:pt x="42765" y="1060831"/>
                </a:lnTo>
                <a:lnTo>
                  <a:pt x="42765" y="1914675"/>
                </a:lnTo>
                <a:lnTo>
                  <a:pt x="148976" y="1914675"/>
                </a:lnTo>
                <a:lnTo>
                  <a:pt x="148976" y="1179284"/>
                </a:lnTo>
                <a:lnTo>
                  <a:pt x="421513" y="1914850"/>
                </a:lnTo>
                <a:lnTo>
                  <a:pt x="503362" y="1914850"/>
                </a:lnTo>
                <a:lnTo>
                  <a:pt x="773447" y="1178060"/>
                </a:lnTo>
                <a:lnTo>
                  <a:pt x="773447" y="1914850"/>
                </a:lnTo>
                <a:lnTo>
                  <a:pt x="879833" y="1914850"/>
                </a:lnTo>
                <a:lnTo>
                  <a:pt x="879833" y="1060831"/>
                </a:lnTo>
                <a:moveTo>
                  <a:pt x="1920559" y="1840488"/>
                </a:moveTo>
                <a:cubicBezTo>
                  <a:pt x="1820307" y="1840488"/>
                  <a:pt x="1753181" y="1768577"/>
                  <a:pt x="1753181" y="1609881"/>
                </a:cubicBezTo>
                <a:cubicBezTo>
                  <a:pt x="1753181" y="1450135"/>
                  <a:pt x="1820307" y="1379273"/>
                  <a:pt x="1920559" y="1379273"/>
                </a:cubicBezTo>
                <a:cubicBezTo>
                  <a:pt x="2020811" y="1379273"/>
                  <a:pt x="2087938" y="1449960"/>
                  <a:pt x="2087938" y="1609881"/>
                </a:cubicBezTo>
                <a:cubicBezTo>
                  <a:pt x="2087938" y="1768402"/>
                  <a:pt x="2020811" y="1840488"/>
                  <a:pt x="1920559" y="1840488"/>
                </a:cubicBezTo>
                <a:moveTo>
                  <a:pt x="2186963" y="1060831"/>
                </a:moveTo>
                <a:lnTo>
                  <a:pt x="2085659" y="1060831"/>
                </a:lnTo>
                <a:lnTo>
                  <a:pt x="2085659" y="1421965"/>
                </a:lnTo>
                <a:cubicBezTo>
                  <a:pt x="2063576" y="1354777"/>
                  <a:pt x="2009945" y="1292664"/>
                  <a:pt x="1903559" y="1292664"/>
                </a:cubicBezTo>
                <a:cubicBezTo>
                  <a:pt x="1766676" y="1292664"/>
                  <a:pt x="1646970" y="1400094"/>
                  <a:pt x="1646970" y="1613555"/>
                </a:cubicBezTo>
                <a:cubicBezTo>
                  <a:pt x="1646970" y="1829465"/>
                  <a:pt x="1766676" y="1927098"/>
                  <a:pt x="1894971" y="1927098"/>
                </a:cubicBezTo>
                <a:cubicBezTo>
                  <a:pt x="1991542" y="1927098"/>
                  <a:pt x="2062349" y="1870933"/>
                  <a:pt x="2085659" y="1791672"/>
                </a:cubicBezTo>
                <a:lnTo>
                  <a:pt x="2085659" y="1838039"/>
                </a:lnTo>
                <a:cubicBezTo>
                  <a:pt x="2085659" y="1866034"/>
                  <a:pt x="2088113" y="1896653"/>
                  <a:pt x="2091794" y="1914850"/>
                </a:cubicBezTo>
                <a:lnTo>
                  <a:pt x="2194499" y="1914850"/>
                </a:lnTo>
                <a:cubicBezTo>
                  <a:pt x="2189592" y="1885630"/>
                  <a:pt x="2187138" y="1842938"/>
                  <a:pt x="2187138" y="1787998"/>
                </a:cubicBezTo>
                <a:lnTo>
                  <a:pt x="2187138" y="1060831"/>
                </a:lnTo>
                <a:moveTo>
                  <a:pt x="2956729" y="1060831"/>
                </a:moveTo>
                <a:lnTo>
                  <a:pt x="2296854" y="1060831"/>
                </a:lnTo>
                <a:lnTo>
                  <a:pt x="2296854" y="1149890"/>
                </a:lnTo>
                <a:lnTo>
                  <a:pt x="2574300" y="1149890"/>
                </a:lnTo>
                <a:lnTo>
                  <a:pt x="2574300" y="1914850"/>
                </a:lnTo>
                <a:lnTo>
                  <a:pt x="2680686" y="1914850"/>
                </a:lnTo>
                <a:lnTo>
                  <a:pt x="2680686" y="1149890"/>
                </a:lnTo>
                <a:lnTo>
                  <a:pt x="2956904" y="1149890"/>
                </a:lnTo>
                <a:lnTo>
                  <a:pt x="2956904" y="1060831"/>
                </a:lnTo>
                <a:moveTo>
                  <a:pt x="4229682" y="1060831"/>
                </a:moveTo>
                <a:lnTo>
                  <a:pt x="4128203" y="1060831"/>
                </a:lnTo>
                <a:lnTo>
                  <a:pt x="4128203" y="1914675"/>
                </a:lnTo>
                <a:lnTo>
                  <a:pt x="4229682" y="1914675"/>
                </a:lnTo>
                <a:lnTo>
                  <a:pt x="4229682" y="1513473"/>
                </a:lnTo>
                <a:cubicBezTo>
                  <a:pt x="4229682" y="1428089"/>
                  <a:pt x="4272447" y="1370699"/>
                  <a:pt x="4362884" y="1370699"/>
                </a:cubicBezTo>
                <a:cubicBezTo>
                  <a:pt x="4452094" y="1370699"/>
                  <a:pt x="4494859" y="1428089"/>
                  <a:pt x="4494859" y="1513473"/>
                </a:cubicBezTo>
                <a:lnTo>
                  <a:pt x="4494859" y="1914850"/>
                </a:lnTo>
                <a:lnTo>
                  <a:pt x="4596338" y="1914850"/>
                </a:lnTo>
                <a:lnTo>
                  <a:pt x="4596338" y="1492827"/>
                </a:lnTo>
                <a:cubicBezTo>
                  <a:pt x="4596338" y="1378223"/>
                  <a:pt x="4525530" y="1292839"/>
                  <a:pt x="4399515" y="1292839"/>
                </a:cubicBezTo>
                <a:cubicBezTo>
                  <a:pt x="4315212" y="1292839"/>
                  <a:pt x="4252817" y="1330632"/>
                  <a:pt x="4229682" y="1399044"/>
                </a:cubicBezTo>
                <a:lnTo>
                  <a:pt x="4229682" y="1060831"/>
                </a:lnTo>
              </a:path>
            </a:pathLst>
          </a:custGeom>
          <a:solidFill>
            <a:schemeClr val="bg1"/>
          </a:solidFill>
          <a:ln w="17520" cap="flat">
            <a:noFill/>
            <a:prstDash val="solid"/>
            <a:miter/>
          </a:ln>
        </p:spPr>
        <p:txBody>
          <a:bodyPr rtlCol="0" anchor="ctr"/>
          <a:lstStyle/>
          <a:p>
            <a:endParaRPr lang="en-GB"/>
          </a:p>
        </p:txBody>
      </p:sp>
      <p:sp>
        <p:nvSpPr>
          <p:cNvPr id="12" name="TextBox 11">
            <a:extLst>
              <a:ext uri="{FF2B5EF4-FFF2-40B4-BE49-F238E27FC236}">
                <a16:creationId xmlns:a16="http://schemas.microsoft.com/office/drawing/2014/main" id="{67543BC5-2C47-7868-66E8-411198284FF9}"/>
              </a:ext>
            </a:extLst>
          </p:cNvPr>
          <p:cNvSpPr txBox="1"/>
          <p:nvPr userDrawn="1"/>
        </p:nvSpPr>
        <p:spPr>
          <a:xfrm>
            <a:off x="3352884" y="6254750"/>
            <a:ext cx="1229504" cy="246221"/>
          </a:xfrm>
          <a:prstGeom prst="rect">
            <a:avLst/>
          </a:prstGeom>
        </p:spPr>
        <p:txBody>
          <a:bodyPr vert="horz" wrap="none" lIns="0" tIns="0" rIns="0" bIns="0" rtlCol="0">
            <a:spAutoFit/>
          </a:bodyPr>
          <a:lstStyle>
            <a:lvl1pPr lvl="0" indent="0">
              <a:lnSpc>
                <a:spcPct val="100000"/>
              </a:lnSpc>
              <a:spcBef>
                <a:spcPts val="0"/>
              </a:spcBef>
              <a:spcAft>
                <a:spcPts val="0"/>
              </a:spcAft>
              <a:buFont typeface="Arial" panose="020B0604020202020204" pitchFamily="34" charset="0"/>
              <a:buNone/>
              <a:tabLst/>
              <a:defRPr sz="1600" b="0" i="0">
                <a:solidFill>
                  <a:schemeClr val="bg1"/>
                </a:solidFill>
              </a:defRPr>
            </a:lvl1pPr>
            <a:lvl2pPr marL="0" indent="0">
              <a:lnSpc>
                <a:spcPct val="100000"/>
              </a:lnSpc>
              <a:spcBef>
                <a:spcPts val="0"/>
              </a:spcBef>
              <a:spcAft>
                <a:spcPts val="0"/>
              </a:spcAft>
              <a:buFont typeface="Arial" panose="020B0604020202020204" pitchFamily="34" charset="0"/>
              <a:buNone/>
              <a:tabLst/>
              <a:defRPr sz="800" b="0" i="0">
                <a:solidFill>
                  <a:schemeClr val="tx2"/>
                </a:solidFill>
              </a:defRPr>
            </a:lvl2pPr>
            <a:lvl3pPr marL="0" indent="0">
              <a:lnSpc>
                <a:spcPct val="100000"/>
              </a:lnSpc>
              <a:spcBef>
                <a:spcPts val="0"/>
              </a:spcBef>
              <a:spcAft>
                <a:spcPts val="0"/>
              </a:spcAft>
              <a:buFont typeface="Arial" panose="020B0604020202020204" pitchFamily="34" charset="0"/>
              <a:buNone/>
              <a:tabLst/>
              <a:defRPr sz="800" b="0" i="0">
                <a:solidFill>
                  <a:schemeClr val="tx2"/>
                </a:solidFill>
              </a:defRPr>
            </a:lvl3pPr>
            <a:lvl4pPr marL="0" indent="0">
              <a:lnSpc>
                <a:spcPct val="100000"/>
              </a:lnSpc>
              <a:spcBef>
                <a:spcPts val="0"/>
              </a:spcBef>
              <a:spcAft>
                <a:spcPts val="0"/>
              </a:spcAft>
              <a:buFont typeface="Arial" panose="020B0604020202020204" pitchFamily="34" charset="0"/>
              <a:buNone/>
              <a:tabLst/>
              <a:defRPr sz="800" b="0" i="0">
                <a:solidFill>
                  <a:schemeClr val="tx2"/>
                </a:solidFill>
              </a:defRPr>
            </a:lvl4pPr>
            <a:lvl5pPr marL="0" indent="0">
              <a:lnSpc>
                <a:spcPct val="100000"/>
              </a:lnSpc>
              <a:spcBef>
                <a:spcPts val="0"/>
              </a:spcBef>
              <a:spcAft>
                <a:spcPts val="0"/>
              </a:spcAft>
              <a:buFont typeface="Arial" panose="020B0604020202020204" pitchFamily="34" charset="0"/>
              <a:buNone/>
              <a:tabLst/>
              <a:defRPr sz="800" b="0" i="0">
                <a:solidFill>
                  <a:schemeClr val="tx2"/>
                </a:solidFill>
              </a:defRPr>
            </a:lvl5pPr>
            <a:lvl6pPr marL="0" indent="0">
              <a:lnSpc>
                <a:spcPct val="90000"/>
              </a:lnSpc>
              <a:spcBef>
                <a:spcPts val="600"/>
              </a:spcBef>
              <a:spcAft>
                <a:spcPts val="600"/>
              </a:spcAft>
              <a:buFont typeface="Arial" panose="020B0604020202020204" pitchFamily="34" charset="0"/>
              <a:buNone/>
              <a:defRPr lang="en-GB" b="0" i="0" dirty="0" smtClean="0"/>
            </a:lvl6pPr>
            <a:lvl7pPr marL="0" indent="0">
              <a:lnSpc>
                <a:spcPct val="90000"/>
              </a:lnSpc>
              <a:spcBef>
                <a:spcPts val="600"/>
              </a:spcBef>
              <a:spcAft>
                <a:spcPts val="600"/>
              </a:spcAft>
              <a:buFont typeface="Arial" panose="020B0604020202020204" pitchFamily="34" charset="0"/>
              <a:buNone/>
              <a:defRPr lang="en-GB" b="0" i="0" dirty="0" smtClean="0"/>
            </a:lvl7pPr>
            <a:lvl8pPr marL="0" indent="0">
              <a:lnSpc>
                <a:spcPct val="90000"/>
              </a:lnSpc>
              <a:spcBef>
                <a:spcPts val="600"/>
              </a:spcBef>
              <a:spcAft>
                <a:spcPts val="600"/>
              </a:spcAft>
              <a:buFont typeface="Arial" panose="020B0604020202020204" pitchFamily="34" charset="0"/>
              <a:buNone/>
              <a:defRPr lang="en-GB" b="0" i="0" dirty="0"/>
            </a:lvl8pPr>
            <a:lvl9pPr marL="0" indent="0">
              <a:lnSpc>
                <a:spcPct val="90000"/>
              </a:lnSpc>
              <a:spcBef>
                <a:spcPts val="600"/>
              </a:spcBef>
              <a:spcAft>
                <a:spcPts val="600"/>
              </a:spcAft>
              <a:buFont typeface="Arial" panose="020B0604020202020204" pitchFamily="34" charset="0"/>
              <a:buNone/>
              <a:defRPr b="0" i="0"/>
            </a:lvl9pPr>
          </a:lstStyle>
          <a:p>
            <a:pPr lvl="0"/>
            <a:r>
              <a:rPr lang="en-GB"/>
              <a:t>Orthopaedics</a:t>
            </a:r>
          </a:p>
        </p:txBody>
      </p:sp>
      <p:sp>
        <p:nvSpPr>
          <p:cNvPr id="13" name="Rectangle 12">
            <a:extLst>
              <a:ext uri="{FF2B5EF4-FFF2-40B4-BE49-F238E27FC236}">
                <a16:creationId xmlns:a16="http://schemas.microsoft.com/office/drawing/2014/main" id="{00ACEFF0-08A5-B98E-7EEB-49E797E16B2E}"/>
              </a:ext>
            </a:extLst>
          </p:cNvPr>
          <p:cNvSpPr/>
          <p:nvPr userDrawn="1"/>
        </p:nvSpPr>
        <p:spPr>
          <a:xfrm>
            <a:off x="3225800" y="6160934"/>
            <a:ext cx="18288" cy="3931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Tree>
    <p:extLst>
      <p:ext uri="{BB962C8B-B14F-4D97-AF65-F5344CB8AC3E}">
        <p14:creationId xmlns:p14="http://schemas.microsoft.com/office/powerpoint/2010/main" val="20860840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B8AD4-5298-7DA9-DDAD-3AB53AF2F9F5}"/>
              </a:ext>
            </a:extLst>
          </p:cNvPr>
          <p:cNvSpPr>
            <a:spLocks noGrp="1"/>
          </p:cNvSpPr>
          <p:nvPr>
            <p:ph type="title"/>
          </p:nvPr>
        </p:nvSpPr>
        <p:spPr>
          <a:xfrm>
            <a:off x="287338" y="266400"/>
            <a:ext cx="7693026" cy="1859099"/>
          </a:xfrm>
        </p:spPr>
        <p:txBody>
          <a:bodyPr anchor="t"/>
          <a:lstStyle>
            <a:lvl1pPr>
              <a:lnSpc>
                <a:spcPct val="80000"/>
              </a:lnSpc>
              <a:defRPr sz="7400" spc="0" baseline="0">
                <a:solidFill>
                  <a:schemeClr val="tx1"/>
                </a:solidFill>
              </a:defRPr>
            </a:lvl1p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6F49183B-3F5F-D40F-DF08-A45F8678A099}"/>
              </a:ext>
            </a:extLst>
          </p:cNvPr>
          <p:cNvSpPr>
            <a:spLocks noGrp="1"/>
          </p:cNvSpPr>
          <p:nvPr>
            <p:ph type="sldNum" sz="quarter" idx="12"/>
          </p:nvPr>
        </p:nvSpPr>
        <p:spPr/>
        <p:txBody>
          <a:bodyPr/>
          <a:lstStyle/>
          <a:p>
            <a:fld id="{AEC8D767-5246-2244-A4A3-B8AFB218393C}" type="slidenum">
              <a:rPr lang="en-GB" smtClean="0"/>
              <a:t>‹#›</a:t>
            </a:fld>
            <a:endParaRPr lang="en-GB"/>
          </a:p>
        </p:txBody>
      </p:sp>
    </p:spTree>
    <p:extLst>
      <p:ext uri="{BB962C8B-B14F-4D97-AF65-F5344CB8AC3E}">
        <p14:creationId xmlns:p14="http://schemas.microsoft.com/office/powerpoint/2010/main" val="36266871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solidFill>
          <a:srgbClr val="5E4F4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B8AD4-5298-7DA9-DDAD-3AB53AF2F9F5}"/>
              </a:ext>
            </a:extLst>
          </p:cNvPr>
          <p:cNvSpPr>
            <a:spLocks noGrp="1"/>
          </p:cNvSpPr>
          <p:nvPr>
            <p:ph type="title"/>
          </p:nvPr>
        </p:nvSpPr>
        <p:spPr>
          <a:xfrm>
            <a:off x="287338" y="266705"/>
            <a:ext cx="7693026" cy="1859099"/>
          </a:xfrm>
        </p:spPr>
        <p:txBody>
          <a:bodyPr anchor="t"/>
          <a:lstStyle>
            <a:lvl1pPr>
              <a:lnSpc>
                <a:spcPct val="80000"/>
              </a:lnSpc>
              <a:defRPr sz="7400" spc="0" baseline="0">
                <a:solidFill>
                  <a:schemeClr val="bg1"/>
                </a:solidFill>
              </a:defRPr>
            </a:lvl1pPr>
          </a:lstStyle>
          <a:p>
            <a:r>
              <a:rPr lang="en-US"/>
              <a:t>Click to edit Master title style</a:t>
            </a:r>
            <a:endParaRPr lang="en-GB"/>
          </a:p>
        </p:txBody>
      </p:sp>
      <p:sp>
        <p:nvSpPr>
          <p:cNvPr id="8" name="Graphic 8">
            <a:extLst>
              <a:ext uri="{FF2B5EF4-FFF2-40B4-BE49-F238E27FC236}">
                <a16:creationId xmlns:a16="http://schemas.microsoft.com/office/drawing/2014/main" id="{AB210BA6-0FF4-B3E7-EE36-83BCFE3F6BB1}"/>
              </a:ext>
            </a:extLst>
          </p:cNvPr>
          <p:cNvSpPr>
            <a:spLocks noChangeAspect="1"/>
          </p:cNvSpPr>
          <p:nvPr userDrawn="1"/>
        </p:nvSpPr>
        <p:spPr>
          <a:xfrm>
            <a:off x="288304" y="6417655"/>
            <a:ext cx="1159200" cy="144618"/>
          </a:xfrm>
          <a:custGeom>
            <a:avLst/>
            <a:gdLst>
              <a:gd name="connsiteX0" fmla="*/ 5490245 w 10740954"/>
              <a:gd name="connsiteY0" fmla="*/ 754143 h 1339999"/>
              <a:gd name="connsiteX1" fmla="*/ 5740115 w 10740954"/>
              <a:gd name="connsiteY1" fmla="*/ 501451 h 1339999"/>
              <a:gd name="connsiteX2" fmla="*/ 5964018 w 10740954"/>
              <a:gd name="connsiteY2" fmla="*/ 754143 h 1339999"/>
              <a:gd name="connsiteX3" fmla="*/ 5490245 w 10740954"/>
              <a:gd name="connsiteY3" fmla="*/ 754143 h 1339999"/>
              <a:gd name="connsiteX4" fmla="*/ 5739850 w 10740954"/>
              <a:gd name="connsiteY4" fmla="*/ 377202 h 1339999"/>
              <a:gd name="connsiteX5" fmla="*/ 5325432 w 10740954"/>
              <a:gd name="connsiteY5" fmla="*/ 860567 h 1339999"/>
              <a:gd name="connsiteX6" fmla="*/ 5739850 w 10740954"/>
              <a:gd name="connsiteY6" fmla="*/ 1329252 h 1339999"/>
              <a:gd name="connsiteX7" fmla="*/ 6117437 w 10740954"/>
              <a:gd name="connsiteY7" fmla="*/ 1030950 h 1339999"/>
              <a:gd name="connsiteX8" fmla="*/ 5976736 w 10740954"/>
              <a:gd name="connsiteY8" fmla="*/ 994252 h 1339999"/>
              <a:gd name="connsiteX9" fmla="*/ 5754689 w 10740954"/>
              <a:gd name="connsiteY9" fmla="*/ 1201071 h 1339999"/>
              <a:gd name="connsiteX10" fmla="*/ 5484416 w 10740954"/>
              <a:gd name="connsiteY10" fmla="*/ 862402 h 1339999"/>
              <a:gd name="connsiteX11" fmla="*/ 6119027 w 10740954"/>
              <a:gd name="connsiteY11" fmla="*/ 862402 h 1339999"/>
              <a:gd name="connsiteX12" fmla="*/ 6119027 w 10740954"/>
              <a:gd name="connsiteY12" fmla="*/ 811025 h 1339999"/>
              <a:gd name="connsiteX13" fmla="*/ 5739850 w 10740954"/>
              <a:gd name="connsiteY13" fmla="*/ 377202 h 1339999"/>
              <a:gd name="connsiteX14" fmla="*/ 8274584 w 10740954"/>
              <a:gd name="connsiteY14" fmla="*/ 754143 h 1339999"/>
              <a:gd name="connsiteX15" fmla="*/ 8524454 w 10740954"/>
              <a:gd name="connsiteY15" fmla="*/ 501451 h 1339999"/>
              <a:gd name="connsiteX16" fmla="*/ 8748356 w 10740954"/>
              <a:gd name="connsiteY16" fmla="*/ 754143 h 1339999"/>
              <a:gd name="connsiteX17" fmla="*/ 8274584 w 10740954"/>
              <a:gd name="connsiteY17" fmla="*/ 754143 h 1339999"/>
              <a:gd name="connsiteX18" fmla="*/ 8524454 w 10740954"/>
              <a:gd name="connsiteY18" fmla="*/ 377202 h 1339999"/>
              <a:gd name="connsiteX19" fmla="*/ 8110035 w 10740954"/>
              <a:gd name="connsiteY19" fmla="*/ 860567 h 1339999"/>
              <a:gd name="connsiteX20" fmla="*/ 8524454 w 10740954"/>
              <a:gd name="connsiteY20" fmla="*/ 1329252 h 1339999"/>
              <a:gd name="connsiteX21" fmla="*/ 8902041 w 10740954"/>
              <a:gd name="connsiteY21" fmla="*/ 1030950 h 1339999"/>
              <a:gd name="connsiteX22" fmla="*/ 8761340 w 10740954"/>
              <a:gd name="connsiteY22" fmla="*/ 994252 h 1339999"/>
              <a:gd name="connsiteX23" fmla="*/ 8539292 w 10740954"/>
              <a:gd name="connsiteY23" fmla="*/ 1201071 h 1339999"/>
              <a:gd name="connsiteX24" fmla="*/ 8269019 w 10740954"/>
              <a:gd name="connsiteY24" fmla="*/ 862402 h 1339999"/>
              <a:gd name="connsiteX25" fmla="*/ 8903630 w 10740954"/>
              <a:gd name="connsiteY25" fmla="*/ 862402 h 1339999"/>
              <a:gd name="connsiteX26" fmla="*/ 8903630 w 10740954"/>
              <a:gd name="connsiteY26" fmla="*/ 811025 h 1339999"/>
              <a:gd name="connsiteX27" fmla="*/ 8524454 w 10740954"/>
              <a:gd name="connsiteY27" fmla="*/ 377202 h 1339999"/>
              <a:gd name="connsiteX28" fmla="*/ 9484716 w 10740954"/>
              <a:gd name="connsiteY28" fmla="*/ 377202 h 1339999"/>
              <a:gd name="connsiteX29" fmla="*/ 9059169 w 10740954"/>
              <a:gd name="connsiteY29" fmla="*/ 862402 h 1339999"/>
              <a:gd name="connsiteX30" fmla="*/ 9477297 w 10740954"/>
              <a:gd name="connsiteY30" fmla="*/ 1329252 h 1339999"/>
              <a:gd name="connsiteX31" fmla="*/ 9856739 w 10740954"/>
              <a:gd name="connsiteY31" fmla="*/ 1003427 h 1339999"/>
              <a:gd name="connsiteX32" fmla="*/ 9710473 w 10740954"/>
              <a:gd name="connsiteY32" fmla="*/ 968564 h 1339999"/>
              <a:gd name="connsiteX33" fmla="*/ 9488426 w 10740954"/>
              <a:gd name="connsiteY33" fmla="*/ 1199236 h 1339999"/>
              <a:gd name="connsiteX34" fmla="*/ 9220008 w 10740954"/>
              <a:gd name="connsiteY34" fmla="*/ 851392 h 1339999"/>
              <a:gd name="connsiteX35" fmla="*/ 9481006 w 10740954"/>
              <a:gd name="connsiteY35" fmla="*/ 507218 h 1339999"/>
              <a:gd name="connsiteX36" fmla="*/ 9710473 w 10740954"/>
              <a:gd name="connsiteY36" fmla="*/ 726881 h 1339999"/>
              <a:gd name="connsiteX37" fmla="*/ 9856739 w 10740954"/>
              <a:gd name="connsiteY37" fmla="*/ 692018 h 1339999"/>
              <a:gd name="connsiteX38" fmla="*/ 9484716 w 10740954"/>
              <a:gd name="connsiteY38" fmla="*/ 377202 h 1339999"/>
              <a:gd name="connsiteX39" fmla="*/ 5112923 w 10740954"/>
              <a:gd name="connsiteY39" fmla="*/ 29358 h 1339999"/>
              <a:gd name="connsiteX40" fmla="*/ 4868618 w 10740954"/>
              <a:gd name="connsiteY40" fmla="*/ 29358 h 1339999"/>
              <a:gd name="connsiteX41" fmla="*/ 4485467 w 10740954"/>
              <a:gd name="connsiteY41" fmla="*/ 1061881 h 1339999"/>
              <a:gd name="connsiteX42" fmla="*/ 4100726 w 10740954"/>
              <a:gd name="connsiteY42" fmla="*/ 29358 h 1339999"/>
              <a:gd name="connsiteX43" fmla="*/ 3845291 w 10740954"/>
              <a:gd name="connsiteY43" fmla="*/ 29358 h 1339999"/>
              <a:gd name="connsiteX44" fmla="*/ 3845291 w 10740954"/>
              <a:gd name="connsiteY44" fmla="*/ 1310641 h 1339999"/>
              <a:gd name="connsiteX45" fmla="*/ 4006130 w 10740954"/>
              <a:gd name="connsiteY45" fmla="*/ 1310641 h 1339999"/>
              <a:gd name="connsiteX46" fmla="*/ 4006130 w 10740954"/>
              <a:gd name="connsiteY46" fmla="*/ 206819 h 1339999"/>
              <a:gd name="connsiteX47" fmla="*/ 4418694 w 10740954"/>
              <a:gd name="connsiteY47" fmla="*/ 1310641 h 1339999"/>
              <a:gd name="connsiteX48" fmla="*/ 4542701 w 10740954"/>
              <a:gd name="connsiteY48" fmla="*/ 1310641 h 1339999"/>
              <a:gd name="connsiteX49" fmla="*/ 4951820 w 10740954"/>
              <a:gd name="connsiteY49" fmla="*/ 204984 h 1339999"/>
              <a:gd name="connsiteX50" fmla="*/ 4951820 w 10740954"/>
              <a:gd name="connsiteY50" fmla="*/ 1310641 h 1339999"/>
              <a:gd name="connsiteX51" fmla="*/ 5112923 w 10740954"/>
              <a:gd name="connsiteY51" fmla="*/ 1310641 h 1339999"/>
              <a:gd name="connsiteX52" fmla="*/ 5112923 w 10740954"/>
              <a:gd name="connsiteY52" fmla="*/ 29358 h 1339999"/>
              <a:gd name="connsiteX53" fmla="*/ 6688984 w 10740954"/>
              <a:gd name="connsiteY53" fmla="*/ 1198974 h 1339999"/>
              <a:gd name="connsiteX54" fmla="*/ 6435405 w 10740954"/>
              <a:gd name="connsiteY54" fmla="*/ 852965 h 1339999"/>
              <a:gd name="connsiteX55" fmla="*/ 6688984 w 10740954"/>
              <a:gd name="connsiteY55" fmla="*/ 506956 h 1339999"/>
              <a:gd name="connsiteX56" fmla="*/ 6942564 w 10740954"/>
              <a:gd name="connsiteY56" fmla="*/ 852965 h 1339999"/>
              <a:gd name="connsiteX57" fmla="*/ 6688984 w 10740954"/>
              <a:gd name="connsiteY57" fmla="*/ 1198974 h 1339999"/>
              <a:gd name="connsiteX58" fmla="*/ 7092538 w 10740954"/>
              <a:gd name="connsiteY58" fmla="*/ 29358 h 1339999"/>
              <a:gd name="connsiteX59" fmla="*/ 6938854 w 10740954"/>
              <a:gd name="connsiteY59" fmla="*/ 29358 h 1339999"/>
              <a:gd name="connsiteX60" fmla="*/ 6938854 w 10740954"/>
              <a:gd name="connsiteY60" fmla="*/ 571177 h 1339999"/>
              <a:gd name="connsiteX61" fmla="*/ 6663017 w 10740954"/>
              <a:gd name="connsiteY61" fmla="*/ 377202 h 1339999"/>
              <a:gd name="connsiteX62" fmla="*/ 6274301 w 10740954"/>
              <a:gd name="connsiteY62" fmla="*/ 858732 h 1339999"/>
              <a:gd name="connsiteX63" fmla="*/ 6650033 w 10740954"/>
              <a:gd name="connsiteY63" fmla="*/ 1329252 h 1339999"/>
              <a:gd name="connsiteX64" fmla="*/ 6938854 w 10740954"/>
              <a:gd name="connsiteY64" fmla="*/ 1126103 h 1339999"/>
              <a:gd name="connsiteX65" fmla="*/ 6938854 w 10740954"/>
              <a:gd name="connsiteY65" fmla="*/ 1195567 h 1339999"/>
              <a:gd name="connsiteX66" fmla="*/ 6948128 w 10740954"/>
              <a:gd name="connsiteY66" fmla="*/ 1310903 h 1339999"/>
              <a:gd name="connsiteX67" fmla="*/ 7103667 w 10740954"/>
              <a:gd name="connsiteY67" fmla="*/ 1310903 h 1339999"/>
              <a:gd name="connsiteX68" fmla="*/ 7092538 w 10740954"/>
              <a:gd name="connsiteY68" fmla="*/ 1120598 h 1339999"/>
              <a:gd name="connsiteX69" fmla="*/ 7092538 w 10740954"/>
              <a:gd name="connsiteY69" fmla="*/ 29358 h 1339999"/>
              <a:gd name="connsiteX70" fmla="*/ 8258155 w 10740954"/>
              <a:gd name="connsiteY70" fmla="*/ 29358 h 1339999"/>
              <a:gd name="connsiteX71" fmla="*/ 7258942 w 10740954"/>
              <a:gd name="connsiteY71" fmla="*/ 29358 h 1339999"/>
              <a:gd name="connsiteX72" fmla="*/ 7258942 w 10740954"/>
              <a:gd name="connsiteY72" fmla="*/ 163044 h 1339999"/>
              <a:gd name="connsiteX73" fmla="*/ 7678924 w 10740954"/>
              <a:gd name="connsiteY73" fmla="*/ 163044 h 1339999"/>
              <a:gd name="connsiteX74" fmla="*/ 7678924 w 10740954"/>
              <a:gd name="connsiteY74" fmla="*/ 1310903 h 1339999"/>
              <a:gd name="connsiteX75" fmla="*/ 7840028 w 10740954"/>
              <a:gd name="connsiteY75" fmla="*/ 1310903 h 1339999"/>
              <a:gd name="connsiteX76" fmla="*/ 7840028 w 10740954"/>
              <a:gd name="connsiteY76" fmla="*/ 163044 h 1339999"/>
              <a:gd name="connsiteX77" fmla="*/ 8258155 w 10740954"/>
              <a:gd name="connsiteY77" fmla="*/ 163044 h 1339999"/>
              <a:gd name="connsiteX78" fmla="*/ 8258155 w 10740954"/>
              <a:gd name="connsiteY78" fmla="*/ 29358 h 1339999"/>
              <a:gd name="connsiteX79" fmla="*/ 10185835 w 10740954"/>
              <a:gd name="connsiteY79" fmla="*/ 29358 h 1339999"/>
              <a:gd name="connsiteX80" fmla="*/ 10032151 w 10740954"/>
              <a:gd name="connsiteY80" fmla="*/ 29358 h 1339999"/>
              <a:gd name="connsiteX81" fmla="*/ 10032151 w 10740954"/>
              <a:gd name="connsiteY81" fmla="*/ 1310641 h 1339999"/>
              <a:gd name="connsiteX82" fmla="*/ 10185835 w 10740954"/>
              <a:gd name="connsiteY82" fmla="*/ 1310641 h 1339999"/>
              <a:gd name="connsiteX83" fmla="*/ 10185835 w 10740954"/>
              <a:gd name="connsiteY83" fmla="*/ 708532 h 1339999"/>
              <a:gd name="connsiteX84" fmla="*/ 10387480 w 10740954"/>
              <a:gd name="connsiteY84" fmla="*/ 494374 h 1339999"/>
              <a:gd name="connsiteX85" fmla="*/ 10587270 w 10740954"/>
              <a:gd name="connsiteY85" fmla="*/ 708532 h 1339999"/>
              <a:gd name="connsiteX86" fmla="*/ 10587270 w 10740954"/>
              <a:gd name="connsiteY86" fmla="*/ 1310903 h 1339999"/>
              <a:gd name="connsiteX87" fmla="*/ 10740955 w 10740954"/>
              <a:gd name="connsiteY87" fmla="*/ 1310903 h 1339999"/>
              <a:gd name="connsiteX88" fmla="*/ 10740955 w 10740954"/>
              <a:gd name="connsiteY88" fmla="*/ 677339 h 1339999"/>
              <a:gd name="connsiteX89" fmla="*/ 10443125 w 10740954"/>
              <a:gd name="connsiteY89" fmla="*/ 377202 h 1339999"/>
              <a:gd name="connsiteX90" fmla="*/ 10185835 w 10740954"/>
              <a:gd name="connsiteY90" fmla="*/ 536576 h 1339999"/>
              <a:gd name="connsiteX91" fmla="*/ 10185835 w 10740954"/>
              <a:gd name="connsiteY91" fmla="*/ 29358 h 1339999"/>
              <a:gd name="connsiteX92" fmla="*/ 2759431 w 10740954"/>
              <a:gd name="connsiteY92" fmla="*/ 1339999 h 1339999"/>
              <a:gd name="connsiteX93" fmla="*/ 3188688 w 10740954"/>
              <a:gd name="connsiteY93" fmla="*/ 917186 h 1339999"/>
              <a:gd name="connsiteX94" fmla="*/ 3188688 w 10740954"/>
              <a:gd name="connsiteY94" fmla="*/ 29358 h 1339999"/>
              <a:gd name="connsiteX95" fmla="*/ 2959221 w 10740954"/>
              <a:gd name="connsiteY95" fmla="*/ 29358 h 1339999"/>
              <a:gd name="connsiteX96" fmla="*/ 2959221 w 10740954"/>
              <a:gd name="connsiteY96" fmla="*/ 975903 h 1339999"/>
              <a:gd name="connsiteX97" fmla="*/ 2759431 w 10740954"/>
              <a:gd name="connsiteY97" fmla="*/ 1221255 h 1339999"/>
              <a:gd name="connsiteX98" fmla="*/ 2559641 w 10740954"/>
              <a:gd name="connsiteY98" fmla="*/ 957554 h 1339999"/>
              <a:gd name="connsiteX99" fmla="*/ 2559641 w 10740954"/>
              <a:gd name="connsiteY99" fmla="*/ 781928 h 1339999"/>
              <a:gd name="connsiteX100" fmla="*/ 2330175 w 10740954"/>
              <a:gd name="connsiteY100" fmla="*/ 838548 h 1339999"/>
              <a:gd name="connsiteX101" fmla="*/ 2330175 w 10740954"/>
              <a:gd name="connsiteY101" fmla="*/ 917186 h 1339999"/>
              <a:gd name="connsiteX102" fmla="*/ 2759431 w 10740954"/>
              <a:gd name="connsiteY102" fmla="*/ 1339999 h 1339999"/>
              <a:gd name="connsiteX103" fmla="*/ 1537905 w 10740954"/>
              <a:gd name="connsiteY103" fmla="*/ 1206314 h 1339999"/>
              <a:gd name="connsiteX104" fmla="*/ 1251204 w 10740954"/>
              <a:gd name="connsiteY104" fmla="*/ 911682 h 1339999"/>
              <a:gd name="connsiteX105" fmla="*/ 1364082 w 10740954"/>
              <a:gd name="connsiteY105" fmla="*/ 679174 h 1339999"/>
              <a:gd name="connsiteX106" fmla="*/ 1782210 w 10740954"/>
              <a:gd name="connsiteY106" fmla="*/ 1131345 h 1339999"/>
              <a:gd name="connsiteX107" fmla="*/ 1537905 w 10740954"/>
              <a:gd name="connsiteY107" fmla="*/ 1206314 h 1339999"/>
              <a:gd name="connsiteX108" fmla="*/ 1761807 w 10740954"/>
              <a:gd name="connsiteY108" fmla="*/ 550993 h 1339999"/>
              <a:gd name="connsiteX109" fmla="*/ 2004258 w 10740954"/>
              <a:gd name="connsiteY109" fmla="*/ 785336 h 1339999"/>
              <a:gd name="connsiteX110" fmla="*/ 1945168 w 10740954"/>
              <a:gd name="connsiteY110" fmla="*/ 981146 h 1339999"/>
              <a:gd name="connsiteX111" fmla="*/ 1582420 w 10740954"/>
              <a:gd name="connsiteY111" fmla="*/ 585856 h 1339999"/>
              <a:gd name="connsiteX112" fmla="*/ 1761807 w 10740954"/>
              <a:gd name="connsiteY112" fmla="*/ 550993 h 1339999"/>
              <a:gd name="connsiteX113" fmla="*/ 1537905 w 10740954"/>
              <a:gd name="connsiteY113" fmla="*/ 96987 h 1339999"/>
              <a:gd name="connsiteX114" fmla="*/ 1711727 w 10740954"/>
              <a:gd name="connsiteY114" fmla="*/ 272613 h 1339999"/>
              <a:gd name="connsiteX115" fmla="*/ 1532340 w 10740954"/>
              <a:gd name="connsiteY115" fmla="*/ 532644 h 1339999"/>
              <a:gd name="connsiteX116" fmla="*/ 1452848 w 10740954"/>
              <a:gd name="connsiteY116" fmla="*/ 444831 h 1339999"/>
              <a:gd name="connsiteX117" fmla="*/ 1362227 w 10740954"/>
              <a:gd name="connsiteY117" fmla="*/ 263701 h 1339999"/>
              <a:gd name="connsiteX118" fmla="*/ 1537905 w 10740954"/>
              <a:gd name="connsiteY118" fmla="*/ 96987 h 1339999"/>
              <a:gd name="connsiteX119" fmla="*/ 2002403 w 10740954"/>
              <a:gd name="connsiteY119" fmla="*/ 1043532 h 1339999"/>
              <a:gd name="connsiteX120" fmla="*/ 2159797 w 10740954"/>
              <a:gd name="connsiteY120" fmla="*/ 686514 h 1339999"/>
              <a:gd name="connsiteX121" fmla="*/ 1917346 w 10740954"/>
              <a:gd name="connsiteY121" fmla="*/ 454006 h 1339999"/>
              <a:gd name="connsiteX122" fmla="*/ 1695299 w 10740954"/>
              <a:gd name="connsiteY122" fmla="*/ 498044 h 1339999"/>
              <a:gd name="connsiteX123" fmla="*/ 1691589 w 10740954"/>
              <a:gd name="connsiteY123" fmla="*/ 490704 h 1339999"/>
              <a:gd name="connsiteX124" fmla="*/ 1891379 w 10740954"/>
              <a:gd name="connsiteY124" fmla="*/ 249022 h 1339999"/>
              <a:gd name="connsiteX125" fmla="*/ 1543469 w 10740954"/>
              <a:gd name="connsiteY125" fmla="*/ 0 h 1339999"/>
              <a:gd name="connsiteX126" fmla="*/ 1162173 w 10740954"/>
              <a:gd name="connsiteY126" fmla="*/ 316651 h 1339999"/>
              <a:gd name="connsiteX127" fmla="*/ 1310293 w 10740954"/>
              <a:gd name="connsiteY127" fmla="*/ 622292 h 1339999"/>
              <a:gd name="connsiteX128" fmla="*/ 1312147 w 10740954"/>
              <a:gd name="connsiteY128" fmla="*/ 625962 h 1339999"/>
              <a:gd name="connsiteX129" fmla="*/ 1047439 w 10740954"/>
              <a:gd name="connsiteY129" fmla="*/ 993990 h 1339999"/>
              <a:gd name="connsiteX130" fmla="*/ 1419462 w 10740954"/>
              <a:gd name="connsiteY130" fmla="*/ 1339999 h 1339999"/>
              <a:gd name="connsiteX131" fmla="*/ 1837589 w 10740954"/>
              <a:gd name="connsiteY131" fmla="*/ 1191635 h 1339999"/>
              <a:gd name="connsiteX132" fmla="*/ 1948613 w 10740954"/>
              <a:gd name="connsiteY132" fmla="*/ 1310641 h 1339999"/>
              <a:gd name="connsiteX133" fmla="*/ 2239024 w 10740954"/>
              <a:gd name="connsiteY133" fmla="*/ 1310641 h 1339999"/>
              <a:gd name="connsiteX134" fmla="*/ 2239024 w 10740954"/>
              <a:gd name="connsiteY134" fmla="*/ 1301466 h 1339999"/>
              <a:gd name="connsiteX135" fmla="*/ 2002403 w 10740954"/>
              <a:gd name="connsiteY135" fmla="*/ 1043532 h 1339999"/>
              <a:gd name="connsiteX136" fmla="*/ 429257 w 10740954"/>
              <a:gd name="connsiteY136" fmla="*/ 1339999 h 1339999"/>
              <a:gd name="connsiteX137" fmla="*/ 858513 w 10740954"/>
              <a:gd name="connsiteY137" fmla="*/ 917186 h 1339999"/>
              <a:gd name="connsiteX138" fmla="*/ 858513 w 10740954"/>
              <a:gd name="connsiteY138" fmla="*/ 29358 h 1339999"/>
              <a:gd name="connsiteX139" fmla="*/ 629046 w 10740954"/>
              <a:gd name="connsiteY139" fmla="*/ 29358 h 1339999"/>
              <a:gd name="connsiteX140" fmla="*/ 629046 w 10740954"/>
              <a:gd name="connsiteY140" fmla="*/ 975903 h 1339999"/>
              <a:gd name="connsiteX141" fmla="*/ 429257 w 10740954"/>
              <a:gd name="connsiteY141" fmla="*/ 1221255 h 1339999"/>
              <a:gd name="connsiteX142" fmla="*/ 229467 w 10740954"/>
              <a:gd name="connsiteY142" fmla="*/ 957554 h 1339999"/>
              <a:gd name="connsiteX143" fmla="*/ 229467 w 10740954"/>
              <a:gd name="connsiteY143" fmla="*/ 781928 h 1339999"/>
              <a:gd name="connsiteX144" fmla="*/ 0 w 10740954"/>
              <a:gd name="connsiteY144" fmla="*/ 838548 h 1339999"/>
              <a:gd name="connsiteX145" fmla="*/ 0 w 10740954"/>
              <a:gd name="connsiteY145" fmla="*/ 917186 h 1339999"/>
              <a:gd name="connsiteX146" fmla="*/ 429257 w 10740954"/>
              <a:gd name="connsiteY146" fmla="*/ 1339999 h 133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0740954" h="1339999">
                <a:moveTo>
                  <a:pt x="5490245" y="754143"/>
                </a:moveTo>
                <a:cubicBezTo>
                  <a:pt x="5510648" y="592934"/>
                  <a:pt x="5593850" y="501451"/>
                  <a:pt x="5740115" y="501451"/>
                </a:cubicBezTo>
                <a:cubicBezTo>
                  <a:pt x="5878961" y="501451"/>
                  <a:pt x="5960308" y="583759"/>
                  <a:pt x="5964018" y="754143"/>
                </a:cubicBezTo>
                <a:lnTo>
                  <a:pt x="5490245" y="754143"/>
                </a:lnTo>
                <a:moveTo>
                  <a:pt x="5739850" y="377202"/>
                </a:moveTo>
                <a:cubicBezTo>
                  <a:pt x="5495545" y="377202"/>
                  <a:pt x="5325432" y="547586"/>
                  <a:pt x="5325432" y="860567"/>
                </a:cubicBezTo>
                <a:cubicBezTo>
                  <a:pt x="5325432" y="1160704"/>
                  <a:pt x="5482826" y="1329252"/>
                  <a:pt x="5739850" y="1329252"/>
                </a:cubicBezTo>
                <a:cubicBezTo>
                  <a:pt x="5950769" y="1329252"/>
                  <a:pt x="6084050" y="1210246"/>
                  <a:pt x="6117437" y="1030950"/>
                </a:cubicBezTo>
                <a:lnTo>
                  <a:pt x="5976736" y="994252"/>
                </a:lnTo>
                <a:cubicBezTo>
                  <a:pt x="5952624" y="1148121"/>
                  <a:pt x="5869422" y="1201071"/>
                  <a:pt x="5754689" y="1201071"/>
                </a:cubicBezTo>
                <a:cubicBezTo>
                  <a:pt x="5571592" y="1201071"/>
                  <a:pt x="5489981" y="1067386"/>
                  <a:pt x="5484416" y="862402"/>
                </a:cubicBezTo>
                <a:lnTo>
                  <a:pt x="6119027" y="862402"/>
                </a:lnTo>
                <a:lnTo>
                  <a:pt x="6119027" y="811025"/>
                </a:lnTo>
                <a:cubicBezTo>
                  <a:pt x="6119292" y="490704"/>
                  <a:pt x="5943615" y="377202"/>
                  <a:pt x="5739850" y="377202"/>
                </a:cubicBezTo>
                <a:moveTo>
                  <a:pt x="8274584" y="754143"/>
                </a:moveTo>
                <a:cubicBezTo>
                  <a:pt x="8294987" y="592934"/>
                  <a:pt x="8378188" y="501451"/>
                  <a:pt x="8524454" y="501451"/>
                </a:cubicBezTo>
                <a:cubicBezTo>
                  <a:pt x="8663299" y="501451"/>
                  <a:pt x="8744646" y="583759"/>
                  <a:pt x="8748356" y="754143"/>
                </a:cubicBezTo>
                <a:lnTo>
                  <a:pt x="8274584" y="754143"/>
                </a:lnTo>
                <a:moveTo>
                  <a:pt x="8524454" y="377202"/>
                </a:moveTo>
                <a:cubicBezTo>
                  <a:pt x="8280149" y="377202"/>
                  <a:pt x="8110035" y="547586"/>
                  <a:pt x="8110035" y="860567"/>
                </a:cubicBezTo>
                <a:cubicBezTo>
                  <a:pt x="8110035" y="1160704"/>
                  <a:pt x="8267430" y="1329252"/>
                  <a:pt x="8524454" y="1329252"/>
                </a:cubicBezTo>
                <a:cubicBezTo>
                  <a:pt x="8735372" y="1329252"/>
                  <a:pt x="8868654" y="1210246"/>
                  <a:pt x="8902041" y="1030950"/>
                </a:cubicBezTo>
                <a:lnTo>
                  <a:pt x="8761340" y="994252"/>
                </a:lnTo>
                <a:cubicBezTo>
                  <a:pt x="8737227" y="1148121"/>
                  <a:pt x="8654025" y="1201071"/>
                  <a:pt x="8539292" y="1201071"/>
                </a:cubicBezTo>
                <a:cubicBezTo>
                  <a:pt x="8356196" y="1201071"/>
                  <a:pt x="8274584" y="1067386"/>
                  <a:pt x="8269019" y="862402"/>
                </a:cubicBezTo>
                <a:lnTo>
                  <a:pt x="8903630" y="862402"/>
                </a:lnTo>
                <a:lnTo>
                  <a:pt x="8903630" y="811025"/>
                </a:lnTo>
                <a:cubicBezTo>
                  <a:pt x="8903895" y="490704"/>
                  <a:pt x="8727953" y="377202"/>
                  <a:pt x="8524454" y="377202"/>
                </a:cubicBezTo>
                <a:moveTo>
                  <a:pt x="9484716" y="377202"/>
                </a:moveTo>
                <a:cubicBezTo>
                  <a:pt x="9231137" y="377202"/>
                  <a:pt x="9059169" y="552828"/>
                  <a:pt x="9059169" y="862402"/>
                </a:cubicBezTo>
                <a:cubicBezTo>
                  <a:pt x="9059169" y="1166208"/>
                  <a:pt x="9227428" y="1329252"/>
                  <a:pt x="9477297" y="1329252"/>
                </a:cubicBezTo>
                <a:cubicBezTo>
                  <a:pt x="9703054" y="1329252"/>
                  <a:pt x="9830771" y="1191897"/>
                  <a:pt x="9856739" y="1003427"/>
                </a:cubicBezTo>
                <a:lnTo>
                  <a:pt x="9710473" y="968564"/>
                </a:lnTo>
                <a:cubicBezTo>
                  <a:pt x="9684506" y="1140520"/>
                  <a:pt x="9610579" y="1199236"/>
                  <a:pt x="9488426" y="1199236"/>
                </a:cubicBezTo>
                <a:cubicBezTo>
                  <a:pt x="9310894" y="1199236"/>
                  <a:pt x="9220008" y="1071056"/>
                  <a:pt x="9220008" y="851392"/>
                </a:cubicBezTo>
                <a:cubicBezTo>
                  <a:pt x="9220008" y="622554"/>
                  <a:pt x="9316193" y="507218"/>
                  <a:pt x="9481006" y="507218"/>
                </a:cubicBezTo>
                <a:cubicBezTo>
                  <a:pt x="9597595" y="507218"/>
                  <a:pt x="9682651" y="564100"/>
                  <a:pt x="9710473" y="726881"/>
                </a:cubicBezTo>
                <a:lnTo>
                  <a:pt x="9856739" y="692018"/>
                </a:lnTo>
                <a:cubicBezTo>
                  <a:pt x="9830771" y="505383"/>
                  <a:pt x="9703054" y="377202"/>
                  <a:pt x="9484716" y="377202"/>
                </a:cubicBezTo>
                <a:moveTo>
                  <a:pt x="5112923" y="29358"/>
                </a:moveTo>
                <a:lnTo>
                  <a:pt x="4868618" y="29358"/>
                </a:lnTo>
                <a:lnTo>
                  <a:pt x="4485467" y="1061881"/>
                </a:lnTo>
                <a:lnTo>
                  <a:pt x="4100726" y="29358"/>
                </a:lnTo>
                <a:lnTo>
                  <a:pt x="3845291" y="29358"/>
                </a:lnTo>
                <a:lnTo>
                  <a:pt x="3845291" y="1310641"/>
                </a:lnTo>
                <a:lnTo>
                  <a:pt x="4006130" y="1310641"/>
                </a:lnTo>
                <a:lnTo>
                  <a:pt x="4006130" y="206819"/>
                </a:lnTo>
                <a:lnTo>
                  <a:pt x="4418694" y="1310641"/>
                </a:lnTo>
                <a:lnTo>
                  <a:pt x="4542701" y="1310641"/>
                </a:lnTo>
                <a:lnTo>
                  <a:pt x="4951820" y="204984"/>
                </a:lnTo>
                <a:lnTo>
                  <a:pt x="4951820" y="1310641"/>
                </a:lnTo>
                <a:lnTo>
                  <a:pt x="5112923" y="1310641"/>
                </a:lnTo>
                <a:lnTo>
                  <a:pt x="5112923" y="29358"/>
                </a:lnTo>
                <a:moveTo>
                  <a:pt x="6688984" y="1198974"/>
                </a:moveTo>
                <a:cubicBezTo>
                  <a:pt x="6537154" y="1198974"/>
                  <a:pt x="6435405" y="1090977"/>
                  <a:pt x="6435405" y="852965"/>
                </a:cubicBezTo>
                <a:cubicBezTo>
                  <a:pt x="6435405" y="613118"/>
                  <a:pt x="6537154" y="506956"/>
                  <a:pt x="6688984" y="506956"/>
                </a:cubicBezTo>
                <a:cubicBezTo>
                  <a:pt x="6840814" y="506956"/>
                  <a:pt x="6942564" y="613118"/>
                  <a:pt x="6942564" y="852965"/>
                </a:cubicBezTo>
                <a:cubicBezTo>
                  <a:pt x="6942564" y="1090977"/>
                  <a:pt x="6840814" y="1198974"/>
                  <a:pt x="6688984" y="1198974"/>
                </a:cubicBezTo>
                <a:moveTo>
                  <a:pt x="7092538" y="29358"/>
                </a:moveTo>
                <a:lnTo>
                  <a:pt x="6938854" y="29358"/>
                </a:lnTo>
                <a:lnTo>
                  <a:pt x="6938854" y="571177"/>
                </a:lnTo>
                <a:cubicBezTo>
                  <a:pt x="6905467" y="470520"/>
                  <a:pt x="6824120" y="377202"/>
                  <a:pt x="6663017" y="377202"/>
                </a:cubicBezTo>
                <a:cubicBezTo>
                  <a:pt x="6455808" y="377202"/>
                  <a:pt x="6274301" y="538411"/>
                  <a:pt x="6274301" y="858732"/>
                </a:cubicBezTo>
                <a:cubicBezTo>
                  <a:pt x="6274301" y="1182722"/>
                  <a:pt x="6455543" y="1329252"/>
                  <a:pt x="6650033" y="1329252"/>
                </a:cubicBezTo>
                <a:cubicBezTo>
                  <a:pt x="6796299" y="1329252"/>
                  <a:pt x="6903612" y="1245109"/>
                  <a:pt x="6938854" y="1126103"/>
                </a:cubicBezTo>
                <a:lnTo>
                  <a:pt x="6938854" y="1195567"/>
                </a:lnTo>
                <a:cubicBezTo>
                  <a:pt x="6938854" y="1237769"/>
                  <a:pt x="6942564" y="1283380"/>
                  <a:pt x="6948128" y="1310903"/>
                </a:cubicBezTo>
                <a:lnTo>
                  <a:pt x="7103667" y="1310903"/>
                </a:lnTo>
                <a:cubicBezTo>
                  <a:pt x="7096248" y="1266865"/>
                  <a:pt x="7092538" y="1202906"/>
                  <a:pt x="7092538" y="1120598"/>
                </a:cubicBezTo>
                <a:lnTo>
                  <a:pt x="7092538" y="29358"/>
                </a:lnTo>
                <a:moveTo>
                  <a:pt x="8258155" y="29358"/>
                </a:moveTo>
                <a:lnTo>
                  <a:pt x="7258942" y="29358"/>
                </a:lnTo>
                <a:lnTo>
                  <a:pt x="7258942" y="163044"/>
                </a:lnTo>
                <a:lnTo>
                  <a:pt x="7678924" y="163044"/>
                </a:lnTo>
                <a:lnTo>
                  <a:pt x="7678924" y="1310903"/>
                </a:lnTo>
                <a:lnTo>
                  <a:pt x="7840028" y="1310903"/>
                </a:lnTo>
                <a:lnTo>
                  <a:pt x="7840028" y="163044"/>
                </a:lnTo>
                <a:lnTo>
                  <a:pt x="8258155" y="163044"/>
                </a:lnTo>
                <a:lnTo>
                  <a:pt x="8258155" y="29358"/>
                </a:lnTo>
                <a:moveTo>
                  <a:pt x="10185835" y="29358"/>
                </a:moveTo>
                <a:lnTo>
                  <a:pt x="10032151" y="29358"/>
                </a:lnTo>
                <a:lnTo>
                  <a:pt x="10032151" y="1310641"/>
                </a:lnTo>
                <a:lnTo>
                  <a:pt x="10185835" y="1310641"/>
                </a:lnTo>
                <a:lnTo>
                  <a:pt x="10185835" y="708532"/>
                </a:lnTo>
                <a:cubicBezTo>
                  <a:pt x="10185835" y="580352"/>
                  <a:pt x="10250489" y="494374"/>
                  <a:pt x="10387480" y="494374"/>
                </a:cubicBezTo>
                <a:cubicBezTo>
                  <a:pt x="10522617" y="494374"/>
                  <a:pt x="10587270" y="580352"/>
                  <a:pt x="10587270" y="708532"/>
                </a:cubicBezTo>
                <a:lnTo>
                  <a:pt x="10587270" y="1310903"/>
                </a:lnTo>
                <a:lnTo>
                  <a:pt x="10740955" y="1310903"/>
                </a:lnTo>
                <a:lnTo>
                  <a:pt x="10740955" y="677339"/>
                </a:lnTo>
                <a:cubicBezTo>
                  <a:pt x="10740955" y="505383"/>
                  <a:pt x="10633640" y="377202"/>
                  <a:pt x="10443125" y="377202"/>
                </a:cubicBezTo>
                <a:cubicBezTo>
                  <a:pt x="10315408" y="377202"/>
                  <a:pt x="10221077" y="434084"/>
                  <a:pt x="10185835" y="536576"/>
                </a:cubicBezTo>
                <a:lnTo>
                  <a:pt x="10185835" y="29358"/>
                </a:lnTo>
                <a:moveTo>
                  <a:pt x="2759431" y="1339999"/>
                </a:moveTo>
                <a:cubicBezTo>
                  <a:pt x="3068390" y="1339999"/>
                  <a:pt x="3188688" y="1157034"/>
                  <a:pt x="3188688" y="917186"/>
                </a:cubicBezTo>
                <a:lnTo>
                  <a:pt x="3188688" y="29358"/>
                </a:lnTo>
                <a:lnTo>
                  <a:pt x="2959221" y="29358"/>
                </a:lnTo>
                <a:lnTo>
                  <a:pt x="2959221" y="975903"/>
                </a:lnTo>
                <a:cubicBezTo>
                  <a:pt x="2959221" y="1129772"/>
                  <a:pt x="2900132" y="1221255"/>
                  <a:pt x="2759431" y="1221255"/>
                </a:cubicBezTo>
                <a:cubicBezTo>
                  <a:pt x="2620585" y="1221255"/>
                  <a:pt x="2559641" y="1124268"/>
                  <a:pt x="2559641" y="957554"/>
                </a:cubicBezTo>
                <a:lnTo>
                  <a:pt x="2559641" y="781928"/>
                </a:lnTo>
                <a:lnTo>
                  <a:pt x="2330175" y="838548"/>
                </a:lnTo>
                <a:lnTo>
                  <a:pt x="2330175" y="917186"/>
                </a:lnTo>
                <a:cubicBezTo>
                  <a:pt x="2329910" y="1157034"/>
                  <a:pt x="2450207" y="1339999"/>
                  <a:pt x="2759431" y="1339999"/>
                </a:cubicBezTo>
                <a:moveTo>
                  <a:pt x="1537905" y="1206314"/>
                </a:moveTo>
                <a:cubicBezTo>
                  <a:pt x="1360373" y="1206314"/>
                  <a:pt x="1251204" y="1063454"/>
                  <a:pt x="1251204" y="911682"/>
                </a:cubicBezTo>
                <a:cubicBezTo>
                  <a:pt x="1251204" y="816529"/>
                  <a:pt x="1293864" y="728716"/>
                  <a:pt x="1364082" y="679174"/>
                </a:cubicBezTo>
                <a:lnTo>
                  <a:pt x="1782210" y="1131345"/>
                </a:lnTo>
                <a:cubicBezTo>
                  <a:pt x="1704573" y="1176955"/>
                  <a:pt x="1617662" y="1206314"/>
                  <a:pt x="1537905" y="1206314"/>
                </a:cubicBezTo>
                <a:moveTo>
                  <a:pt x="1761807" y="550993"/>
                </a:moveTo>
                <a:cubicBezTo>
                  <a:pt x="1911782" y="550993"/>
                  <a:pt x="2004258" y="636971"/>
                  <a:pt x="2004258" y="785336"/>
                </a:cubicBezTo>
                <a:cubicBezTo>
                  <a:pt x="2004258" y="851130"/>
                  <a:pt x="1985709" y="919021"/>
                  <a:pt x="1945168" y="981146"/>
                </a:cubicBezTo>
                <a:lnTo>
                  <a:pt x="1582420" y="585856"/>
                </a:lnTo>
                <a:cubicBezTo>
                  <a:pt x="1647074" y="560168"/>
                  <a:pt x="1710137" y="550993"/>
                  <a:pt x="1761807" y="550993"/>
                </a:cubicBezTo>
                <a:moveTo>
                  <a:pt x="1537905" y="96987"/>
                </a:moveTo>
                <a:cubicBezTo>
                  <a:pt x="1647074" y="96987"/>
                  <a:pt x="1711727" y="159112"/>
                  <a:pt x="1711727" y="272613"/>
                </a:cubicBezTo>
                <a:cubicBezTo>
                  <a:pt x="1711727" y="376940"/>
                  <a:pt x="1659792" y="475763"/>
                  <a:pt x="1532340" y="532644"/>
                </a:cubicBezTo>
                <a:lnTo>
                  <a:pt x="1452848" y="444831"/>
                </a:lnTo>
                <a:cubicBezTo>
                  <a:pt x="1382630" y="368028"/>
                  <a:pt x="1362227" y="320321"/>
                  <a:pt x="1362227" y="263701"/>
                </a:cubicBezTo>
                <a:cubicBezTo>
                  <a:pt x="1362227" y="157539"/>
                  <a:pt x="1430590" y="96987"/>
                  <a:pt x="1537905" y="96987"/>
                </a:cubicBezTo>
                <a:moveTo>
                  <a:pt x="2002403" y="1043532"/>
                </a:moveTo>
                <a:cubicBezTo>
                  <a:pt x="2102298" y="926361"/>
                  <a:pt x="2159797" y="798180"/>
                  <a:pt x="2159797" y="686514"/>
                </a:cubicBezTo>
                <a:cubicBezTo>
                  <a:pt x="2159797" y="547324"/>
                  <a:pt x="2065466" y="454006"/>
                  <a:pt x="1917346" y="454006"/>
                </a:cubicBezTo>
                <a:cubicBezTo>
                  <a:pt x="1839709" y="454006"/>
                  <a:pt x="1752533" y="476025"/>
                  <a:pt x="1695299" y="498044"/>
                </a:cubicBezTo>
                <a:lnTo>
                  <a:pt x="1691589" y="490704"/>
                </a:lnTo>
                <a:cubicBezTo>
                  <a:pt x="1832290" y="415735"/>
                  <a:pt x="1891379" y="346009"/>
                  <a:pt x="1891379" y="249022"/>
                </a:cubicBezTo>
                <a:cubicBezTo>
                  <a:pt x="1891379" y="109832"/>
                  <a:pt x="1765517" y="0"/>
                  <a:pt x="1543469" y="0"/>
                </a:cubicBezTo>
                <a:cubicBezTo>
                  <a:pt x="1288035" y="0"/>
                  <a:pt x="1162173" y="141025"/>
                  <a:pt x="1162173" y="316651"/>
                </a:cubicBezTo>
                <a:cubicBezTo>
                  <a:pt x="1162173" y="411803"/>
                  <a:pt x="1202978" y="506956"/>
                  <a:pt x="1310293" y="622292"/>
                </a:cubicBezTo>
                <a:lnTo>
                  <a:pt x="1312147" y="625962"/>
                </a:lnTo>
                <a:cubicBezTo>
                  <a:pt x="1130906" y="711940"/>
                  <a:pt x="1047439" y="851130"/>
                  <a:pt x="1047439" y="993990"/>
                </a:cubicBezTo>
                <a:cubicBezTo>
                  <a:pt x="1047439" y="1182460"/>
                  <a:pt x="1193704" y="1339999"/>
                  <a:pt x="1419462" y="1339999"/>
                </a:cubicBezTo>
                <a:cubicBezTo>
                  <a:pt x="1549033" y="1339999"/>
                  <a:pt x="1700863" y="1286787"/>
                  <a:pt x="1837589" y="1191635"/>
                </a:cubicBezTo>
                <a:lnTo>
                  <a:pt x="1948613" y="1310641"/>
                </a:lnTo>
                <a:lnTo>
                  <a:pt x="2239024" y="1310641"/>
                </a:lnTo>
                <a:lnTo>
                  <a:pt x="2239024" y="1301466"/>
                </a:lnTo>
                <a:lnTo>
                  <a:pt x="2002403" y="1043532"/>
                </a:lnTo>
                <a:close/>
                <a:moveTo>
                  <a:pt x="429257" y="1339999"/>
                </a:moveTo>
                <a:cubicBezTo>
                  <a:pt x="738215" y="1339999"/>
                  <a:pt x="858513" y="1157034"/>
                  <a:pt x="858513" y="917186"/>
                </a:cubicBezTo>
                <a:lnTo>
                  <a:pt x="858513" y="29358"/>
                </a:lnTo>
                <a:lnTo>
                  <a:pt x="629046" y="29358"/>
                </a:lnTo>
                <a:lnTo>
                  <a:pt x="629046" y="975903"/>
                </a:lnTo>
                <a:cubicBezTo>
                  <a:pt x="629046" y="1129772"/>
                  <a:pt x="569957" y="1221255"/>
                  <a:pt x="429257" y="1221255"/>
                </a:cubicBezTo>
                <a:cubicBezTo>
                  <a:pt x="290411" y="1221255"/>
                  <a:pt x="229467" y="1124268"/>
                  <a:pt x="229467" y="957554"/>
                </a:cubicBezTo>
                <a:lnTo>
                  <a:pt x="229467" y="781928"/>
                </a:lnTo>
                <a:lnTo>
                  <a:pt x="0" y="838548"/>
                </a:lnTo>
                <a:lnTo>
                  <a:pt x="0" y="917186"/>
                </a:lnTo>
                <a:cubicBezTo>
                  <a:pt x="0" y="1157034"/>
                  <a:pt x="120298" y="1339999"/>
                  <a:pt x="429257" y="1339999"/>
                </a:cubicBezTo>
              </a:path>
            </a:pathLst>
          </a:custGeom>
          <a:solidFill>
            <a:schemeClr val="bg1"/>
          </a:solidFill>
          <a:ln w="26484" cap="flat">
            <a:noFill/>
            <a:prstDash val="solid"/>
            <a:miter/>
          </a:ln>
        </p:spPr>
        <p:txBody>
          <a:bodyPr rtlCol="0" anchor="ctr"/>
          <a:lstStyle/>
          <a:p>
            <a:endParaRPr lang="en-GB"/>
          </a:p>
        </p:txBody>
      </p:sp>
      <p:sp>
        <p:nvSpPr>
          <p:cNvPr id="4" name="Slide Number Placeholder 5">
            <a:extLst>
              <a:ext uri="{FF2B5EF4-FFF2-40B4-BE49-F238E27FC236}">
                <a16:creationId xmlns:a16="http://schemas.microsoft.com/office/drawing/2014/main" id="{BAA926EA-F4B5-72B5-787E-BA90000B6688}"/>
              </a:ext>
            </a:extLst>
          </p:cNvPr>
          <p:cNvSpPr>
            <a:spLocks noGrp="1"/>
          </p:cNvSpPr>
          <p:nvPr>
            <p:ph type="sldNum" sz="quarter" idx="4"/>
          </p:nvPr>
        </p:nvSpPr>
        <p:spPr>
          <a:xfrm>
            <a:off x="11355042" y="6415710"/>
            <a:ext cx="547573" cy="153463"/>
          </a:xfrm>
          <a:prstGeom prst="rect">
            <a:avLst/>
          </a:prstGeom>
        </p:spPr>
        <p:txBody>
          <a:bodyPr vert="horz" lIns="0" tIns="0" rIns="0" bIns="0" rtlCol="0" anchor="ctr"/>
          <a:lstStyle>
            <a:lvl1pPr algn="r">
              <a:lnSpc>
                <a:spcPct val="110000"/>
              </a:lnSpc>
              <a:spcBef>
                <a:spcPts val="600"/>
              </a:spcBef>
              <a:spcAft>
                <a:spcPts val="600"/>
              </a:spcAft>
              <a:defRPr sz="900" b="0" i="0">
                <a:solidFill>
                  <a:schemeClr val="bg1"/>
                </a:solidFill>
                <a:latin typeface="+mn-lt"/>
              </a:defRPr>
            </a:lvl1pPr>
          </a:lstStyle>
          <a:p>
            <a:fld id="{AEC8D767-5246-2244-A4A3-B8AFB218393C}" type="slidenum">
              <a:rPr lang="en-GB" smtClean="0"/>
              <a:pPr/>
              <a:t>‹#›</a:t>
            </a:fld>
            <a:endParaRPr lang="en-GB"/>
          </a:p>
        </p:txBody>
      </p:sp>
      <p:sp>
        <p:nvSpPr>
          <p:cNvPr id="12" name="TextBox 11">
            <a:extLst>
              <a:ext uri="{FF2B5EF4-FFF2-40B4-BE49-F238E27FC236}">
                <a16:creationId xmlns:a16="http://schemas.microsoft.com/office/drawing/2014/main" id="{39809F50-4CAD-EE82-008A-E1EC22A2D981}"/>
              </a:ext>
            </a:extLst>
          </p:cNvPr>
          <p:cNvSpPr txBox="1"/>
          <p:nvPr userDrawn="1"/>
        </p:nvSpPr>
        <p:spPr>
          <a:xfrm>
            <a:off x="10302828" y="6419850"/>
            <a:ext cx="931467" cy="138114"/>
          </a:xfrm>
          <a:prstGeom prst="rect">
            <a:avLst/>
          </a:prstGeom>
          <a:noFill/>
        </p:spPr>
        <p:txBody>
          <a:bodyPr wrap="square" lIns="0" tIns="0" rIns="0" bIns="0" rtlCol="0" anchor="ctr" anchorCtr="0">
            <a:noAutofit/>
          </a:bodyPr>
          <a:lstStyle/>
          <a:p>
            <a:pPr algn="l"/>
            <a:r>
              <a:rPr lang="en-US" sz="1100" kern="1200" noProof="1">
                <a:solidFill>
                  <a:schemeClr val="bg1"/>
                </a:solidFill>
                <a:latin typeface="+mn-lt"/>
                <a:ea typeface="+mn-ea"/>
                <a:cs typeface="+mn-cs"/>
              </a:rPr>
              <a:t>Orthopaedics</a:t>
            </a:r>
          </a:p>
        </p:txBody>
      </p:sp>
      <p:sp>
        <p:nvSpPr>
          <p:cNvPr id="13" name="Rectangle 12">
            <a:extLst>
              <a:ext uri="{FF2B5EF4-FFF2-40B4-BE49-F238E27FC236}">
                <a16:creationId xmlns:a16="http://schemas.microsoft.com/office/drawing/2014/main" id="{F050AE3C-A0D0-691A-7A25-7B36AB14A284}"/>
              </a:ext>
            </a:extLst>
          </p:cNvPr>
          <p:cNvSpPr/>
          <p:nvPr userDrawn="1"/>
        </p:nvSpPr>
        <p:spPr>
          <a:xfrm>
            <a:off x="10193101" y="6333458"/>
            <a:ext cx="18288" cy="3108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Tree>
    <p:extLst>
      <p:ext uri="{BB962C8B-B14F-4D97-AF65-F5344CB8AC3E}">
        <p14:creationId xmlns:p14="http://schemas.microsoft.com/office/powerpoint/2010/main" val="32604909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Section Header with Imag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B8AD4-5298-7DA9-DDAD-3AB53AF2F9F5}"/>
              </a:ext>
            </a:extLst>
          </p:cNvPr>
          <p:cNvSpPr>
            <a:spLocks noGrp="1"/>
          </p:cNvSpPr>
          <p:nvPr>
            <p:ph type="title"/>
          </p:nvPr>
        </p:nvSpPr>
        <p:spPr>
          <a:xfrm>
            <a:off x="289384" y="266400"/>
            <a:ext cx="5732004" cy="2770117"/>
          </a:xfrm>
        </p:spPr>
        <p:txBody>
          <a:bodyPr anchor="t"/>
          <a:lstStyle>
            <a:lvl1pPr>
              <a:lnSpc>
                <a:spcPct val="80000"/>
              </a:lnSpc>
              <a:defRPr sz="7400" spc="0" baseline="0">
                <a:solidFill>
                  <a:schemeClr val="bg1"/>
                </a:solidFill>
              </a:defRPr>
            </a:lvl1p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6F49183B-3F5F-D40F-DF08-A45F8678A099}"/>
              </a:ext>
            </a:extLst>
          </p:cNvPr>
          <p:cNvSpPr>
            <a:spLocks noGrp="1"/>
          </p:cNvSpPr>
          <p:nvPr>
            <p:ph type="sldNum" sz="quarter" idx="12"/>
          </p:nvPr>
        </p:nvSpPr>
        <p:spPr/>
        <p:txBody>
          <a:bodyPr/>
          <a:lstStyle>
            <a:lvl1pPr>
              <a:defRPr>
                <a:solidFill>
                  <a:schemeClr val="bg1"/>
                </a:solidFill>
              </a:defRPr>
            </a:lvl1pPr>
          </a:lstStyle>
          <a:p>
            <a:fld id="{AEC8D767-5246-2244-A4A3-B8AFB218393C}" type="slidenum">
              <a:rPr lang="en-GB" smtClean="0"/>
              <a:pPr/>
              <a:t>‹#›</a:t>
            </a:fld>
            <a:endParaRPr lang="en-GB"/>
          </a:p>
        </p:txBody>
      </p:sp>
      <p:sp>
        <p:nvSpPr>
          <p:cNvPr id="4" name="Picture Placeholder 3">
            <a:extLst>
              <a:ext uri="{FF2B5EF4-FFF2-40B4-BE49-F238E27FC236}">
                <a16:creationId xmlns:a16="http://schemas.microsoft.com/office/drawing/2014/main" id="{E97FF01E-CE3E-39E2-D61B-0FA837B6BDA6}"/>
              </a:ext>
            </a:extLst>
          </p:cNvPr>
          <p:cNvSpPr>
            <a:spLocks noGrp="1"/>
          </p:cNvSpPr>
          <p:nvPr>
            <p:ph type="pic" sz="quarter" idx="13" hasCustomPrompt="1"/>
          </p:nvPr>
        </p:nvSpPr>
        <p:spPr>
          <a:xfrm>
            <a:off x="6562381" y="0"/>
            <a:ext cx="5629619" cy="6858000"/>
          </a:xfrm>
          <a:solidFill>
            <a:srgbClr val="F6F3F2"/>
          </a:solidFill>
        </p:spPr>
        <p:txBody>
          <a:bodyPr/>
          <a:lstStyle>
            <a:lvl1pPr>
              <a:defRPr lang="en-US"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9" name="Graphic 8">
            <a:extLst>
              <a:ext uri="{FF2B5EF4-FFF2-40B4-BE49-F238E27FC236}">
                <a16:creationId xmlns:a16="http://schemas.microsoft.com/office/drawing/2014/main" id="{06775EA0-3E7A-C031-DEFD-48387FF499D7}"/>
              </a:ext>
            </a:extLst>
          </p:cNvPr>
          <p:cNvSpPr>
            <a:spLocks noChangeAspect="1"/>
          </p:cNvSpPr>
          <p:nvPr userDrawn="1"/>
        </p:nvSpPr>
        <p:spPr>
          <a:xfrm>
            <a:off x="288304" y="6417655"/>
            <a:ext cx="1159200" cy="144618"/>
          </a:xfrm>
          <a:custGeom>
            <a:avLst/>
            <a:gdLst>
              <a:gd name="connsiteX0" fmla="*/ 5490245 w 10740954"/>
              <a:gd name="connsiteY0" fmla="*/ 754143 h 1339999"/>
              <a:gd name="connsiteX1" fmla="*/ 5740115 w 10740954"/>
              <a:gd name="connsiteY1" fmla="*/ 501451 h 1339999"/>
              <a:gd name="connsiteX2" fmla="*/ 5964018 w 10740954"/>
              <a:gd name="connsiteY2" fmla="*/ 754143 h 1339999"/>
              <a:gd name="connsiteX3" fmla="*/ 5490245 w 10740954"/>
              <a:gd name="connsiteY3" fmla="*/ 754143 h 1339999"/>
              <a:gd name="connsiteX4" fmla="*/ 5739850 w 10740954"/>
              <a:gd name="connsiteY4" fmla="*/ 377202 h 1339999"/>
              <a:gd name="connsiteX5" fmla="*/ 5325432 w 10740954"/>
              <a:gd name="connsiteY5" fmla="*/ 860567 h 1339999"/>
              <a:gd name="connsiteX6" fmla="*/ 5739850 w 10740954"/>
              <a:gd name="connsiteY6" fmla="*/ 1329252 h 1339999"/>
              <a:gd name="connsiteX7" fmla="*/ 6117437 w 10740954"/>
              <a:gd name="connsiteY7" fmla="*/ 1030950 h 1339999"/>
              <a:gd name="connsiteX8" fmla="*/ 5976736 w 10740954"/>
              <a:gd name="connsiteY8" fmla="*/ 994252 h 1339999"/>
              <a:gd name="connsiteX9" fmla="*/ 5754689 w 10740954"/>
              <a:gd name="connsiteY9" fmla="*/ 1201071 h 1339999"/>
              <a:gd name="connsiteX10" fmla="*/ 5484416 w 10740954"/>
              <a:gd name="connsiteY10" fmla="*/ 862402 h 1339999"/>
              <a:gd name="connsiteX11" fmla="*/ 6119027 w 10740954"/>
              <a:gd name="connsiteY11" fmla="*/ 862402 h 1339999"/>
              <a:gd name="connsiteX12" fmla="*/ 6119027 w 10740954"/>
              <a:gd name="connsiteY12" fmla="*/ 811025 h 1339999"/>
              <a:gd name="connsiteX13" fmla="*/ 5739850 w 10740954"/>
              <a:gd name="connsiteY13" fmla="*/ 377202 h 1339999"/>
              <a:gd name="connsiteX14" fmla="*/ 8274584 w 10740954"/>
              <a:gd name="connsiteY14" fmla="*/ 754143 h 1339999"/>
              <a:gd name="connsiteX15" fmla="*/ 8524454 w 10740954"/>
              <a:gd name="connsiteY15" fmla="*/ 501451 h 1339999"/>
              <a:gd name="connsiteX16" fmla="*/ 8748356 w 10740954"/>
              <a:gd name="connsiteY16" fmla="*/ 754143 h 1339999"/>
              <a:gd name="connsiteX17" fmla="*/ 8274584 w 10740954"/>
              <a:gd name="connsiteY17" fmla="*/ 754143 h 1339999"/>
              <a:gd name="connsiteX18" fmla="*/ 8524454 w 10740954"/>
              <a:gd name="connsiteY18" fmla="*/ 377202 h 1339999"/>
              <a:gd name="connsiteX19" fmla="*/ 8110035 w 10740954"/>
              <a:gd name="connsiteY19" fmla="*/ 860567 h 1339999"/>
              <a:gd name="connsiteX20" fmla="*/ 8524454 w 10740954"/>
              <a:gd name="connsiteY20" fmla="*/ 1329252 h 1339999"/>
              <a:gd name="connsiteX21" fmla="*/ 8902041 w 10740954"/>
              <a:gd name="connsiteY21" fmla="*/ 1030950 h 1339999"/>
              <a:gd name="connsiteX22" fmla="*/ 8761340 w 10740954"/>
              <a:gd name="connsiteY22" fmla="*/ 994252 h 1339999"/>
              <a:gd name="connsiteX23" fmla="*/ 8539292 w 10740954"/>
              <a:gd name="connsiteY23" fmla="*/ 1201071 h 1339999"/>
              <a:gd name="connsiteX24" fmla="*/ 8269019 w 10740954"/>
              <a:gd name="connsiteY24" fmla="*/ 862402 h 1339999"/>
              <a:gd name="connsiteX25" fmla="*/ 8903630 w 10740954"/>
              <a:gd name="connsiteY25" fmla="*/ 862402 h 1339999"/>
              <a:gd name="connsiteX26" fmla="*/ 8903630 w 10740954"/>
              <a:gd name="connsiteY26" fmla="*/ 811025 h 1339999"/>
              <a:gd name="connsiteX27" fmla="*/ 8524454 w 10740954"/>
              <a:gd name="connsiteY27" fmla="*/ 377202 h 1339999"/>
              <a:gd name="connsiteX28" fmla="*/ 9484716 w 10740954"/>
              <a:gd name="connsiteY28" fmla="*/ 377202 h 1339999"/>
              <a:gd name="connsiteX29" fmla="*/ 9059169 w 10740954"/>
              <a:gd name="connsiteY29" fmla="*/ 862402 h 1339999"/>
              <a:gd name="connsiteX30" fmla="*/ 9477297 w 10740954"/>
              <a:gd name="connsiteY30" fmla="*/ 1329252 h 1339999"/>
              <a:gd name="connsiteX31" fmla="*/ 9856739 w 10740954"/>
              <a:gd name="connsiteY31" fmla="*/ 1003427 h 1339999"/>
              <a:gd name="connsiteX32" fmla="*/ 9710473 w 10740954"/>
              <a:gd name="connsiteY32" fmla="*/ 968564 h 1339999"/>
              <a:gd name="connsiteX33" fmla="*/ 9488426 w 10740954"/>
              <a:gd name="connsiteY33" fmla="*/ 1199236 h 1339999"/>
              <a:gd name="connsiteX34" fmla="*/ 9220008 w 10740954"/>
              <a:gd name="connsiteY34" fmla="*/ 851392 h 1339999"/>
              <a:gd name="connsiteX35" fmla="*/ 9481006 w 10740954"/>
              <a:gd name="connsiteY35" fmla="*/ 507218 h 1339999"/>
              <a:gd name="connsiteX36" fmla="*/ 9710473 w 10740954"/>
              <a:gd name="connsiteY36" fmla="*/ 726881 h 1339999"/>
              <a:gd name="connsiteX37" fmla="*/ 9856739 w 10740954"/>
              <a:gd name="connsiteY37" fmla="*/ 692018 h 1339999"/>
              <a:gd name="connsiteX38" fmla="*/ 9484716 w 10740954"/>
              <a:gd name="connsiteY38" fmla="*/ 377202 h 1339999"/>
              <a:gd name="connsiteX39" fmla="*/ 5112923 w 10740954"/>
              <a:gd name="connsiteY39" fmla="*/ 29358 h 1339999"/>
              <a:gd name="connsiteX40" fmla="*/ 4868618 w 10740954"/>
              <a:gd name="connsiteY40" fmla="*/ 29358 h 1339999"/>
              <a:gd name="connsiteX41" fmla="*/ 4485467 w 10740954"/>
              <a:gd name="connsiteY41" fmla="*/ 1061881 h 1339999"/>
              <a:gd name="connsiteX42" fmla="*/ 4100726 w 10740954"/>
              <a:gd name="connsiteY42" fmla="*/ 29358 h 1339999"/>
              <a:gd name="connsiteX43" fmla="*/ 3845291 w 10740954"/>
              <a:gd name="connsiteY43" fmla="*/ 29358 h 1339999"/>
              <a:gd name="connsiteX44" fmla="*/ 3845291 w 10740954"/>
              <a:gd name="connsiteY44" fmla="*/ 1310641 h 1339999"/>
              <a:gd name="connsiteX45" fmla="*/ 4006130 w 10740954"/>
              <a:gd name="connsiteY45" fmla="*/ 1310641 h 1339999"/>
              <a:gd name="connsiteX46" fmla="*/ 4006130 w 10740954"/>
              <a:gd name="connsiteY46" fmla="*/ 206819 h 1339999"/>
              <a:gd name="connsiteX47" fmla="*/ 4418694 w 10740954"/>
              <a:gd name="connsiteY47" fmla="*/ 1310641 h 1339999"/>
              <a:gd name="connsiteX48" fmla="*/ 4542701 w 10740954"/>
              <a:gd name="connsiteY48" fmla="*/ 1310641 h 1339999"/>
              <a:gd name="connsiteX49" fmla="*/ 4951820 w 10740954"/>
              <a:gd name="connsiteY49" fmla="*/ 204984 h 1339999"/>
              <a:gd name="connsiteX50" fmla="*/ 4951820 w 10740954"/>
              <a:gd name="connsiteY50" fmla="*/ 1310641 h 1339999"/>
              <a:gd name="connsiteX51" fmla="*/ 5112923 w 10740954"/>
              <a:gd name="connsiteY51" fmla="*/ 1310641 h 1339999"/>
              <a:gd name="connsiteX52" fmla="*/ 5112923 w 10740954"/>
              <a:gd name="connsiteY52" fmla="*/ 29358 h 1339999"/>
              <a:gd name="connsiteX53" fmla="*/ 6688984 w 10740954"/>
              <a:gd name="connsiteY53" fmla="*/ 1198974 h 1339999"/>
              <a:gd name="connsiteX54" fmla="*/ 6435405 w 10740954"/>
              <a:gd name="connsiteY54" fmla="*/ 852965 h 1339999"/>
              <a:gd name="connsiteX55" fmla="*/ 6688984 w 10740954"/>
              <a:gd name="connsiteY55" fmla="*/ 506956 h 1339999"/>
              <a:gd name="connsiteX56" fmla="*/ 6942564 w 10740954"/>
              <a:gd name="connsiteY56" fmla="*/ 852965 h 1339999"/>
              <a:gd name="connsiteX57" fmla="*/ 6688984 w 10740954"/>
              <a:gd name="connsiteY57" fmla="*/ 1198974 h 1339999"/>
              <a:gd name="connsiteX58" fmla="*/ 7092538 w 10740954"/>
              <a:gd name="connsiteY58" fmla="*/ 29358 h 1339999"/>
              <a:gd name="connsiteX59" fmla="*/ 6938854 w 10740954"/>
              <a:gd name="connsiteY59" fmla="*/ 29358 h 1339999"/>
              <a:gd name="connsiteX60" fmla="*/ 6938854 w 10740954"/>
              <a:gd name="connsiteY60" fmla="*/ 571177 h 1339999"/>
              <a:gd name="connsiteX61" fmla="*/ 6663017 w 10740954"/>
              <a:gd name="connsiteY61" fmla="*/ 377202 h 1339999"/>
              <a:gd name="connsiteX62" fmla="*/ 6274301 w 10740954"/>
              <a:gd name="connsiteY62" fmla="*/ 858732 h 1339999"/>
              <a:gd name="connsiteX63" fmla="*/ 6650033 w 10740954"/>
              <a:gd name="connsiteY63" fmla="*/ 1329252 h 1339999"/>
              <a:gd name="connsiteX64" fmla="*/ 6938854 w 10740954"/>
              <a:gd name="connsiteY64" fmla="*/ 1126103 h 1339999"/>
              <a:gd name="connsiteX65" fmla="*/ 6938854 w 10740954"/>
              <a:gd name="connsiteY65" fmla="*/ 1195567 h 1339999"/>
              <a:gd name="connsiteX66" fmla="*/ 6948128 w 10740954"/>
              <a:gd name="connsiteY66" fmla="*/ 1310903 h 1339999"/>
              <a:gd name="connsiteX67" fmla="*/ 7103667 w 10740954"/>
              <a:gd name="connsiteY67" fmla="*/ 1310903 h 1339999"/>
              <a:gd name="connsiteX68" fmla="*/ 7092538 w 10740954"/>
              <a:gd name="connsiteY68" fmla="*/ 1120598 h 1339999"/>
              <a:gd name="connsiteX69" fmla="*/ 7092538 w 10740954"/>
              <a:gd name="connsiteY69" fmla="*/ 29358 h 1339999"/>
              <a:gd name="connsiteX70" fmla="*/ 8258155 w 10740954"/>
              <a:gd name="connsiteY70" fmla="*/ 29358 h 1339999"/>
              <a:gd name="connsiteX71" fmla="*/ 7258942 w 10740954"/>
              <a:gd name="connsiteY71" fmla="*/ 29358 h 1339999"/>
              <a:gd name="connsiteX72" fmla="*/ 7258942 w 10740954"/>
              <a:gd name="connsiteY72" fmla="*/ 163044 h 1339999"/>
              <a:gd name="connsiteX73" fmla="*/ 7678924 w 10740954"/>
              <a:gd name="connsiteY73" fmla="*/ 163044 h 1339999"/>
              <a:gd name="connsiteX74" fmla="*/ 7678924 w 10740954"/>
              <a:gd name="connsiteY74" fmla="*/ 1310903 h 1339999"/>
              <a:gd name="connsiteX75" fmla="*/ 7840028 w 10740954"/>
              <a:gd name="connsiteY75" fmla="*/ 1310903 h 1339999"/>
              <a:gd name="connsiteX76" fmla="*/ 7840028 w 10740954"/>
              <a:gd name="connsiteY76" fmla="*/ 163044 h 1339999"/>
              <a:gd name="connsiteX77" fmla="*/ 8258155 w 10740954"/>
              <a:gd name="connsiteY77" fmla="*/ 163044 h 1339999"/>
              <a:gd name="connsiteX78" fmla="*/ 8258155 w 10740954"/>
              <a:gd name="connsiteY78" fmla="*/ 29358 h 1339999"/>
              <a:gd name="connsiteX79" fmla="*/ 10185835 w 10740954"/>
              <a:gd name="connsiteY79" fmla="*/ 29358 h 1339999"/>
              <a:gd name="connsiteX80" fmla="*/ 10032151 w 10740954"/>
              <a:gd name="connsiteY80" fmla="*/ 29358 h 1339999"/>
              <a:gd name="connsiteX81" fmla="*/ 10032151 w 10740954"/>
              <a:gd name="connsiteY81" fmla="*/ 1310641 h 1339999"/>
              <a:gd name="connsiteX82" fmla="*/ 10185835 w 10740954"/>
              <a:gd name="connsiteY82" fmla="*/ 1310641 h 1339999"/>
              <a:gd name="connsiteX83" fmla="*/ 10185835 w 10740954"/>
              <a:gd name="connsiteY83" fmla="*/ 708532 h 1339999"/>
              <a:gd name="connsiteX84" fmla="*/ 10387480 w 10740954"/>
              <a:gd name="connsiteY84" fmla="*/ 494374 h 1339999"/>
              <a:gd name="connsiteX85" fmla="*/ 10587270 w 10740954"/>
              <a:gd name="connsiteY85" fmla="*/ 708532 h 1339999"/>
              <a:gd name="connsiteX86" fmla="*/ 10587270 w 10740954"/>
              <a:gd name="connsiteY86" fmla="*/ 1310903 h 1339999"/>
              <a:gd name="connsiteX87" fmla="*/ 10740955 w 10740954"/>
              <a:gd name="connsiteY87" fmla="*/ 1310903 h 1339999"/>
              <a:gd name="connsiteX88" fmla="*/ 10740955 w 10740954"/>
              <a:gd name="connsiteY88" fmla="*/ 677339 h 1339999"/>
              <a:gd name="connsiteX89" fmla="*/ 10443125 w 10740954"/>
              <a:gd name="connsiteY89" fmla="*/ 377202 h 1339999"/>
              <a:gd name="connsiteX90" fmla="*/ 10185835 w 10740954"/>
              <a:gd name="connsiteY90" fmla="*/ 536576 h 1339999"/>
              <a:gd name="connsiteX91" fmla="*/ 10185835 w 10740954"/>
              <a:gd name="connsiteY91" fmla="*/ 29358 h 1339999"/>
              <a:gd name="connsiteX92" fmla="*/ 2759431 w 10740954"/>
              <a:gd name="connsiteY92" fmla="*/ 1339999 h 1339999"/>
              <a:gd name="connsiteX93" fmla="*/ 3188688 w 10740954"/>
              <a:gd name="connsiteY93" fmla="*/ 917186 h 1339999"/>
              <a:gd name="connsiteX94" fmla="*/ 3188688 w 10740954"/>
              <a:gd name="connsiteY94" fmla="*/ 29358 h 1339999"/>
              <a:gd name="connsiteX95" fmla="*/ 2959221 w 10740954"/>
              <a:gd name="connsiteY95" fmla="*/ 29358 h 1339999"/>
              <a:gd name="connsiteX96" fmla="*/ 2959221 w 10740954"/>
              <a:gd name="connsiteY96" fmla="*/ 975903 h 1339999"/>
              <a:gd name="connsiteX97" fmla="*/ 2759431 w 10740954"/>
              <a:gd name="connsiteY97" fmla="*/ 1221255 h 1339999"/>
              <a:gd name="connsiteX98" fmla="*/ 2559641 w 10740954"/>
              <a:gd name="connsiteY98" fmla="*/ 957554 h 1339999"/>
              <a:gd name="connsiteX99" fmla="*/ 2559641 w 10740954"/>
              <a:gd name="connsiteY99" fmla="*/ 781928 h 1339999"/>
              <a:gd name="connsiteX100" fmla="*/ 2330175 w 10740954"/>
              <a:gd name="connsiteY100" fmla="*/ 838548 h 1339999"/>
              <a:gd name="connsiteX101" fmla="*/ 2330175 w 10740954"/>
              <a:gd name="connsiteY101" fmla="*/ 917186 h 1339999"/>
              <a:gd name="connsiteX102" fmla="*/ 2759431 w 10740954"/>
              <a:gd name="connsiteY102" fmla="*/ 1339999 h 1339999"/>
              <a:gd name="connsiteX103" fmla="*/ 1537905 w 10740954"/>
              <a:gd name="connsiteY103" fmla="*/ 1206314 h 1339999"/>
              <a:gd name="connsiteX104" fmla="*/ 1251204 w 10740954"/>
              <a:gd name="connsiteY104" fmla="*/ 911682 h 1339999"/>
              <a:gd name="connsiteX105" fmla="*/ 1364082 w 10740954"/>
              <a:gd name="connsiteY105" fmla="*/ 679174 h 1339999"/>
              <a:gd name="connsiteX106" fmla="*/ 1782210 w 10740954"/>
              <a:gd name="connsiteY106" fmla="*/ 1131345 h 1339999"/>
              <a:gd name="connsiteX107" fmla="*/ 1537905 w 10740954"/>
              <a:gd name="connsiteY107" fmla="*/ 1206314 h 1339999"/>
              <a:gd name="connsiteX108" fmla="*/ 1761807 w 10740954"/>
              <a:gd name="connsiteY108" fmla="*/ 550993 h 1339999"/>
              <a:gd name="connsiteX109" fmla="*/ 2004258 w 10740954"/>
              <a:gd name="connsiteY109" fmla="*/ 785336 h 1339999"/>
              <a:gd name="connsiteX110" fmla="*/ 1945168 w 10740954"/>
              <a:gd name="connsiteY110" fmla="*/ 981146 h 1339999"/>
              <a:gd name="connsiteX111" fmla="*/ 1582420 w 10740954"/>
              <a:gd name="connsiteY111" fmla="*/ 585856 h 1339999"/>
              <a:gd name="connsiteX112" fmla="*/ 1761807 w 10740954"/>
              <a:gd name="connsiteY112" fmla="*/ 550993 h 1339999"/>
              <a:gd name="connsiteX113" fmla="*/ 1537905 w 10740954"/>
              <a:gd name="connsiteY113" fmla="*/ 96987 h 1339999"/>
              <a:gd name="connsiteX114" fmla="*/ 1711727 w 10740954"/>
              <a:gd name="connsiteY114" fmla="*/ 272613 h 1339999"/>
              <a:gd name="connsiteX115" fmla="*/ 1532340 w 10740954"/>
              <a:gd name="connsiteY115" fmla="*/ 532644 h 1339999"/>
              <a:gd name="connsiteX116" fmla="*/ 1452848 w 10740954"/>
              <a:gd name="connsiteY116" fmla="*/ 444831 h 1339999"/>
              <a:gd name="connsiteX117" fmla="*/ 1362227 w 10740954"/>
              <a:gd name="connsiteY117" fmla="*/ 263701 h 1339999"/>
              <a:gd name="connsiteX118" fmla="*/ 1537905 w 10740954"/>
              <a:gd name="connsiteY118" fmla="*/ 96987 h 1339999"/>
              <a:gd name="connsiteX119" fmla="*/ 2002403 w 10740954"/>
              <a:gd name="connsiteY119" fmla="*/ 1043532 h 1339999"/>
              <a:gd name="connsiteX120" fmla="*/ 2159797 w 10740954"/>
              <a:gd name="connsiteY120" fmla="*/ 686514 h 1339999"/>
              <a:gd name="connsiteX121" fmla="*/ 1917346 w 10740954"/>
              <a:gd name="connsiteY121" fmla="*/ 454006 h 1339999"/>
              <a:gd name="connsiteX122" fmla="*/ 1695299 w 10740954"/>
              <a:gd name="connsiteY122" fmla="*/ 498044 h 1339999"/>
              <a:gd name="connsiteX123" fmla="*/ 1691589 w 10740954"/>
              <a:gd name="connsiteY123" fmla="*/ 490704 h 1339999"/>
              <a:gd name="connsiteX124" fmla="*/ 1891379 w 10740954"/>
              <a:gd name="connsiteY124" fmla="*/ 249022 h 1339999"/>
              <a:gd name="connsiteX125" fmla="*/ 1543469 w 10740954"/>
              <a:gd name="connsiteY125" fmla="*/ 0 h 1339999"/>
              <a:gd name="connsiteX126" fmla="*/ 1162173 w 10740954"/>
              <a:gd name="connsiteY126" fmla="*/ 316651 h 1339999"/>
              <a:gd name="connsiteX127" fmla="*/ 1310293 w 10740954"/>
              <a:gd name="connsiteY127" fmla="*/ 622292 h 1339999"/>
              <a:gd name="connsiteX128" fmla="*/ 1312147 w 10740954"/>
              <a:gd name="connsiteY128" fmla="*/ 625962 h 1339999"/>
              <a:gd name="connsiteX129" fmla="*/ 1047439 w 10740954"/>
              <a:gd name="connsiteY129" fmla="*/ 993990 h 1339999"/>
              <a:gd name="connsiteX130" fmla="*/ 1419462 w 10740954"/>
              <a:gd name="connsiteY130" fmla="*/ 1339999 h 1339999"/>
              <a:gd name="connsiteX131" fmla="*/ 1837589 w 10740954"/>
              <a:gd name="connsiteY131" fmla="*/ 1191635 h 1339999"/>
              <a:gd name="connsiteX132" fmla="*/ 1948613 w 10740954"/>
              <a:gd name="connsiteY132" fmla="*/ 1310641 h 1339999"/>
              <a:gd name="connsiteX133" fmla="*/ 2239024 w 10740954"/>
              <a:gd name="connsiteY133" fmla="*/ 1310641 h 1339999"/>
              <a:gd name="connsiteX134" fmla="*/ 2239024 w 10740954"/>
              <a:gd name="connsiteY134" fmla="*/ 1301466 h 1339999"/>
              <a:gd name="connsiteX135" fmla="*/ 2002403 w 10740954"/>
              <a:gd name="connsiteY135" fmla="*/ 1043532 h 1339999"/>
              <a:gd name="connsiteX136" fmla="*/ 429257 w 10740954"/>
              <a:gd name="connsiteY136" fmla="*/ 1339999 h 1339999"/>
              <a:gd name="connsiteX137" fmla="*/ 858513 w 10740954"/>
              <a:gd name="connsiteY137" fmla="*/ 917186 h 1339999"/>
              <a:gd name="connsiteX138" fmla="*/ 858513 w 10740954"/>
              <a:gd name="connsiteY138" fmla="*/ 29358 h 1339999"/>
              <a:gd name="connsiteX139" fmla="*/ 629046 w 10740954"/>
              <a:gd name="connsiteY139" fmla="*/ 29358 h 1339999"/>
              <a:gd name="connsiteX140" fmla="*/ 629046 w 10740954"/>
              <a:gd name="connsiteY140" fmla="*/ 975903 h 1339999"/>
              <a:gd name="connsiteX141" fmla="*/ 429257 w 10740954"/>
              <a:gd name="connsiteY141" fmla="*/ 1221255 h 1339999"/>
              <a:gd name="connsiteX142" fmla="*/ 229467 w 10740954"/>
              <a:gd name="connsiteY142" fmla="*/ 957554 h 1339999"/>
              <a:gd name="connsiteX143" fmla="*/ 229467 w 10740954"/>
              <a:gd name="connsiteY143" fmla="*/ 781928 h 1339999"/>
              <a:gd name="connsiteX144" fmla="*/ 0 w 10740954"/>
              <a:gd name="connsiteY144" fmla="*/ 838548 h 1339999"/>
              <a:gd name="connsiteX145" fmla="*/ 0 w 10740954"/>
              <a:gd name="connsiteY145" fmla="*/ 917186 h 1339999"/>
              <a:gd name="connsiteX146" fmla="*/ 429257 w 10740954"/>
              <a:gd name="connsiteY146" fmla="*/ 1339999 h 133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0740954" h="1339999">
                <a:moveTo>
                  <a:pt x="5490245" y="754143"/>
                </a:moveTo>
                <a:cubicBezTo>
                  <a:pt x="5510648" y="592934"/>
                  <a:pt x="5593850" y="501451"/>
                  <a:pt x="5740115" y="501451"/>
                </a:cubicBezTo>
                <a:cubicBezTo>
                  <a:pt x="5878961" y="501451"/>
                  <a:pt x="5960308" y="583759"/>
                  <a:pt x="5964018" y="754143"/>
                </a:cubicBezTo>
                <a:lnTo>
                  <a:pt x="5490245" y="754143"/>
                </a:lnTo>
                <a:moveTo>
                  <a:pt x="5739850" y="377202"/>
                </a:moveTo>
                <a:cubicBezTo>
                  <a:pt x="5495545" y="377202"/>
                  <a:pt x="5325432" y="547586"/>
                  <a:pt x="5325432" y="860567"/>
                </a:cubicBezTo>
                <a:cubicBezTo>
                  <a:pt x="5325432" y="1160704"/>
                  <a:pt x="5482826" y="1329252"/>
                  <a:pt x="5739850" y="1329252"/>
                </a:cubicBezTo>
                <a:cubicBezTo>
                  <a:pt x="5950769" y="1329252"/>
                  <a:pt x="6084050" y="1210246"/>
                  <a:pt x="6117437" y="1030950"/>
                </a:cubicBezTo>
                <a:lnTo>
                  <a:pt x="5976736" y="994252"/>
                </a:lnTo>
                <a:cubicBezTo>
                  <a:pt x="5952624" y="1148121"/>
                  <a:pt x="5869422" y="1201071"/>
                  <a:pt x="5754689" y="1201071"/>
                </a:cubicBezTo>
                <a:cubicBezTo>
                  <a:pt x="5571592" y="1201071"/>
                  <a:pt x="5489981" y="1067386"/>
                  <a:pt x="5484416" y="862402"/>
                </a:cubicBezTo>
                <a:lnTo>
                  <a:pt x="6119027" y="862402"/>
                </a:lnTo>
                <a:lnTo>
                  <a:pt x="6119027" y="811025"/>
                </a:lnTo>
                <a:cubicBezTo>
                  <a:pt x="6119292" y="490704"/>
                  <a:pt x="5943615" y="377202"/>
                  <a:pt x="5739850" y="377202"/>
                </a:cubicBezTo>
                <a:moveTo>
                  <a:pt x="8274584" y="754143"/>
                </a:moveTo>
                <a:cubicBezTo>
                  <a:pt x="8294987" y="592934"/>
                  <a:pt x="8378188" y="501451"/>
                  <a:pt x="8524454" y="501451"/>
                </a:cubicBezTo>
                <a:cubicBezTo>
                  <a:pt x="8663299" y="501451"/>
                  <a:pt x="8744646" y="583759"/>
                  <a:pt x="8748356" y="754143"/>
                </a:cubicBezTo>
                <a:lnTo>
                  <a:pt x="8274584" y="754143"/>
                </a:lnTo>
                <a:moveTo>
                  <a:pt x="8524454" y="377202"/>
                </a:moveTo>
                <a:cubicBezTo>
                  <a:pt x="8280149" y="377202"/>
                  <a:pt x="8110035" y="547586"/>
                  <a:pt x="8110035" y="860567"/>
                </a:cubicBezTo>
                <a:cubicBezTo>
                  <a:pt x="8110035" y="1160704"/>
                  <a:pt x="8267430" y="1329252"/>
                  <a:pt x="8524454" y="1329252"/>
                </a:cubicBezTo>
                <a:cubicBezTo>
                  <a:pt x="8735372" y="1329252"/>
                  <a:pt x="8868654" y="1210246"/>
                  <a:pt x="8902041" y="1030950"/>
                </a:cubicBezTo>
                <a:lnTo>
                  <a:pt x="8761340" y="994252"/>
                </a:lnTo>
                <a:cubicBezTo>
                  <a:pt x="8737227" y="1148121"/>
                  <a:pt x="8654025" y="1201071"/>
                  <a:pt x="8539292" y="1201071"/>
                </a:cubicBezTo>
                <a:cubicBezTo>
                  <a:pt x="8356196" y="1201071"/>
                  <a:pt x="8274584" y="1067386"/>
                  <a:pt x="8269019" y="862402"/>
                </a:cubicBezTo>
                <a:lnTo>
                  <a:pt x="8903630" y="862402"/>
                </a:lnTo>
                <a:lnTo>
                  <a:pt x="8903630" y="811025"/>
                </a:lnTo>
                <a:cubicBezTo>
                  <a:pt x="8903895" y="490704"/>
                  <a:pt x="8727953" y="377202"/>
                  <a:pt x="8524454" y="377202"/>
                </a:cubicBezTo>
                <a:moveTo>
                  <a:pt x="9484716" y="377202"/>
                </a:moveTo>
                <a:cubicBezTo>
                  <a:pt x="9231137" y="377202"/>
                  <a:pt x="9059169" y="552828"/>
                  <a:pt x="9059169" y="862402"/>
                </a:cubicBezTo>
                <a:cubicBezTo>
                  <a:pt x="9059169" y="1166208"/>
                  <a:pt x="9227428" y="1329252"/>
                  <a:pt x="9477297" y="1329252"/>
                </a:cubicBezTo>
                <a:cubicBezTo>
                  <a:pt x="9703054" y="1329252"/>
                  <a:pt x="9830771" y="1191897"/>
                  <a:pt x="9856739" y="1003427"/>
                </a:cubicBezTo>
                <a:lnTo>
                  <a:pt x="9710473" y="968564"/>
                </a:lnTo>
                <a:cubicBezTo>
                  <a:pt x="9684506" y="1140520"/>
                  <a:pt x="9610579" y="1199236"/>
                  <a:pt x="9488426" y="1199236"/>
                </a:cubicBezTo>
                <a:cubicBezTo>
                  <a:pt x="9310894" y="1199236"/>
                  <a:pt x="9220008" y="1071056"/>
                  <a:pt x="9220008" y="851392"/>
                </a:cubicBezTo>
                <a:cubicBezTo>
                  <a:pt x="9220008" y="622554"/>
                  <a:pt x="9316193" y="507218"/>
                  <a:pt x="9481006" y="507218"/>
                </a:cubicBezTo>
                <a:cubicBezTo>
                  <a:pt x="9597595" y="507218"/>
                  <a:pt x="9682651" y="564100"/>
                  <a:pt x="9710473" y="726881"/>
                </a:cubicBezTo>
                <a:lnTo>
                  <a:pt x="9856739" y="692018"/>
                </a:lnTo>
                <a:cubicBezTo>
                  <a:pt x="9830771" y="505383"/>
                  <a:pt x="9703054" y="377202"/>
                  <a:pt x="9484716" y="377202"/>
                </a:cubicBezTo>
                <a:moveTo>
                  <a:pt x="5112923" y="29358"/>
                </a:moveTo>
                <a:lnTo>
                  <a:pt x="4868618" y="29358"/>
                </a:lnTo>
                <a:lnTo>
                  <a:pt x="4485467" y="1061881"/>
                </a:lnTo>
                <a:lnTo>
                  <a:pt x="4100726" y="29358"/>
                </a:lnTo>
                <a:lnTo>
                  <a:pt x="3845291" y="29358"/>
                </a:lnTo>
                <a:lnTo>
                  <a:pt x="3845291" y="1310641"/>
                </a:lnTo>
                <a:lnTo>
                  <a:pt x="4006130" y="1310641"/>
                </a:lnTo>
                <a:lnTo>
                  <a:pt x="4006130" y="206819"/>
                </a:lnTo>
                <a:lnTo>
                  <a:pt x="4418694" y="1310641"/>
                </a:lnTo>
                <a:lnTo>
                  <a:pt x="4542701" y="1310641"/>
                </a:lnTo>
                <a:lnTo>
                  <a:pt x="4951820" y="204984"/>
                </a:lnTo>
                <a:lnTo>
                  <a:pt x="4951820" y="1310641"/>
                </a:lnTo>
                <a:lnTo>
                  <a:pt x="5112923" y="1310641"/>
                </a:lnTo>
                <a:lnTo>
                  <a:pt x="5112923" y="29358"/>
                </a:lnTo>
                <a:moveTo>
                  <a:pt x="6688984" y="1198974"/>
                </a:moveTo>
                <a:cubicBezTo>
                  <a:pt x="6537154" y="1198974"/>
                  <a:pt x="6435405" y="1090977"/>
                  <a:pt x="6435405" y="852965"/>
                </a:cubicBezTo>
                <a:cubicBezTo>
                  <a:pt x="6435405" y="613118"/>
                  <a:pt x="6537154" y="506956"/>
                  <a:pt x="6688984" y="506956"/>
                </a:cubicBezTo>
                <a:cubicBezTo>
                  <a:pt x="6840814" y="506956"/>
                  <a:pt x="6942564" y="613118"/>
                  <a:pt x="6942564" y="852965"/>
                </a:cubicBezTo>
                <a:cubicBezTo>
                  <a:pt x="6942564" y="1090977"/>
                  <a:pt x="6840814" y="1198974"/>
                  <a:pt x="6688984" y="1198974"/>
                </a:cubicBezTo>
                <a:moveTo>
                  <a:pt x="7092538" y="29358"/>
                </a:moveTo>
                <a:lnTo>
                  <a:pt x="6938854" y="29358"/>
                </a:lnTo>
                <a:lnTo>
                  <a:pt x="6938854" y="571177"/>
                </a:lnTo>
                <a:cubicBezTo>
                  <a:pt x="6905467" y="470520"/>
                  <a:pt x="6824120" y="377202"/>
                  <a:pt x="6663017" y="377202"/>
                </a:cubicBezTo>
                <a:cubicBezTo>
                  <a:pt x="6455808" y="377202"/>
                  <a:pt x="6274301" y="538411"/>
                  <a:pt x="6274301" y="858732"/>
                </a:cubicBezTo>
                <a:cubicBezTo>
                  <a:pt x="6274301" y="1182722"/>
                  <a:pt x="6455543" y="1329252"/>
                  <a:pt x="6650033" y="1329252"/>
                </a:cubicBezTo>
                <a:cubicBezTo>
                  <a:pt x="6796299" y="1329252"/>
                  <a:pt x="6903612" y="1245109"/>
                  <a:pt x="6938854" y="1126103"/>
                </a:cubicBezTo>
                <a:lnTo>
                  <a:pt x="6938854" y="1195567"/>
                </a:lnTo>
                <a:cubicBezTo>
                  <a:pt x="6938854" y="1237769"/>
                  <a:pt x="6942564" y="1283380"/>
                  <a:pt x="6948128" y="1310903"/>
                </a:cubicBezTo>
                <a:lnTo>
                  <a:pt x="7103667" y="1310903"/>
                </a:lnTo>
                <a:cubicBezTo>
                  <a:pt x="7096248" y="1266865"/>
                  <a:pt x="7092538" y="1202906"/>
                  <a:pt x="7092538" y="1120598"/>
                </a:cubicBezTo>
                <a:lnTo>
                  <a:pt x="7092538" y="29358"/>
                </a:lnTo>
                <a:moveTo>
                  <a:pt x="8258155" y="29358"/>
                </a:moveTo>
                <a:lnTo>
                  <a:pt x="7258942" y="29358"/>
                </a:lnTo>
                <a:lnTo>
                  <a:pt x="7258942" y="163044"/>
                </a:lnTo>
                <a:lnTo>
                  <a:pt x="7678924" y="163044"/>
                </a:lnTo>
                <a:lnTo>
                  <a:pt x="7678924" y="1310903"/>
                </a:lnTo>
                <a:lnTo>
                  <a:pt x="7840028" y="1310903"/>
                </a:lnTo>
                <a:lnTo>
                  <a:pt x="7840028" y="163044"/>
                </a:lnTo>
                <a:lnTo>
                  <a:pt x="8258155" y="163044"/>
                </a:lnTo>
                <a:lnTo>
                  <a:pt x="8258155" y="29358"/>
                </a:lnTo>
                <a:moveTo>
                  <a:pt x="10185835" y="29358"/>
                </a:moveTo>
                <a:lnTo>
                  <a:pt x="10032151" y="29358"/>
                </a:lnTo>
                <a:lnTo>
                  <a:pt x="10032151" y="1310641"/>
                </a:lnTo>
                <a:lnTo>
                  <a:pt x="10185835" y="1310641"/>
                </a:lnTo>
                <a:lnTo>
                  <a:pt x="10185835" y="708532"/>
                </a:lnTo>
                <a:cubicBezTo>
                  <a:pt x="10185835" y="580352"/>
                  <a:pt x="10250489" y="494374"/>
                  <a:pt x="10387480" y="494374"/>
                </a:cubicBezTo>
                <a:cubicBezTo>
                  <a:pt x="10522617" y="494374"/>
                  <a:pt x="10587270" y="580352"/>
                  <a:pt x="10587270" y="708532"/>
                </a:cubicBezTo>
                <a:lnTo>
                  <a:pt x="10587270" y="1310903"/>
                </a:lnTo>
                <a:lnTo>
                  <a:pt x="10740955" y="1310903"/>
                </a:lnTo>
                <a:lnTo>
                  <a:pt x="10740955" y="677339"/>
                </a:lnTo>
                <a:cubicBezTo>
                  <a:pt x="10740955" y="505383"/>
                  <a:pt x="10633640" y="377202"/>
                  <a:pt x="10443125" y="377202"/>
                </a:cubicBezTo>
                <a:cubicBezTo>
                  <a:pt x="10315408" y="377202"/>
                  <a:pt x="10221077" y="434084"/>
                  <a:pt x="10185835" y="536576"/>
                </a:cubicBezTo>
                <a:lnTo>
                  <a:pt x="10185835" y="29358"/>
                </a:lnTo>
                <a:moveTo>
                  <a:pt x="2759431" y="1339999"/>
                </a:moveTo>
                <a:cubicBezTo>
                  <a:pt x="3068390" y="1339999"/>
                  <a:pt x="3188688" y="1157034"/>
                  <a:pt x="3188688" y="917186"/>
                </a:cubicBezTo>
                <a:lnTo>
                  <a:pt x="3188688" y="29358"/>
                </a:lnTo>
                <a:lnTo>
                  <a:pt x="2959221" y="29358"/>
                </a:lnTo>
                <a:lnTo>
                  <a:pt x="2959221" y="975903"/>
                </a:lnTo>
                <a:cubicBezTo>
                  <a:pt x="2959221" y="1129772"/>
                  <a:pt x="2900132" y="1221255"/>
                  <a:pt x="2759431" y="1221255"/>
                </a:cubicBezTo>
                <a:cubicBezTo>
                  <a:pt x="2620585" y="1221255"/>
                  <a:pt x="2559641" y="1124268"/>
                  <a:pt x="2559641" y="957554"/>
                </a:cubicBezTo>
                <a:lnTo>
                  <a:pt x="2559641" y="781928"/>
                </a:lnTo>
                <a:lnTo>
                  <a:pt x="2330175" y="838548"/>
                </a:lnTo>
                <a:lnTo>
                  <a:pt x="2330175" y="917186"/>
                </a:lnTo>
                <a:cubicBezTo>
                  <a:pt x="2329910" y="1157034"/>
                  <a:pt x="2450207" y="1339999"/>
                  <a:pt x="2759431" y="1339999"/>
                </a:cubicBezTo>
                <a:moveTo>
                  <a:pt x="1537905" y="1206314"/>
                </a:moveTo>
                <a:cubicBezTo>
                  <a:pt x="1360373" y="1206314"/>
                  <a:pt x="1251204" y="1063454"/>
                  <a:pt x="1251204" y="911682"/>
                </a:cubicBezTo>
                <a:cubicBezTo>
                  <a:pt x="1251204" y="816529"/>
                  <a:pt x="1293864" y="728716"/>
                  <a:pt x="1364082" y="679174"/>
                </a:cubicBezTo>
                <a:lnTo>
                  <a:pt x="1782210" y="1131345"/>
                </a:lnTo>
                <a:cubicBezTo>
                  <a:pt x="1704573" y="1176955"/>
                  <a:pt x="1617662" y="1206314"/>
                  <a:pt x="1537905" y="1206314"/>
                </a:cubicBezTo>
                <a:moveTo>
                  <a:pt x="1761807" y="550993"/>
                </a:moveTo>
                <a:cubicBezTo>
                  <a:pt x="1911782" y="550993"/>
                  <a:pt x="2004258" y="636971"/>
                  <a:pt x="2004258" y="785336"/>
                </a:cubicBezTo>
                <a:cubicBezTo>
                  <a:pt x="2004258" y="851130"/>
                  <a:pt x="1985709" y="919021"/>
                  <a:pt x="1945168" y="981146"/>
                </a:cubicBezTo>
                <a:lnTo>
                  <a:pt x="1582420" y="585856"/>
                </a:lnTo>
                <a:cubicBezTo>
                  <a:pt x="1647074" y="560168"/>
                  <a:pt x="1710137" y="550993"/>
                  <a:pt x="1761807" y="550993"/>
                </a:cubicBezTo>
                <a:moveTo>
                  <a:pt x="1537905" y="96987"/>
                </a:moveTo>
                <a:cubicBezTo>
                  <a:pt x="1647074" y="96987"/>
                  <a:pt x="1711727" y="159112"/>
                  <a:pt x="1711727" y="272613"/>
                </a:cubicBezTo>
                <a:cubicBezTo>
                  <a:pt x="1711727" y="376940"/>
                  <a:pt x="1659792" y="475763"/>
                  <a:pt x="1532340" y="532644"/>
                </a:cubicBezTo>
                <a:lnTo>
                  <a:pt x="1452848" y="444831"/>
                </a:lnTo>
                <a:cubicBezTo>
                  <a:pt x="1382630" y="368028"/>
                  <a:pt x="1362227" y="320321"/>
                  <a:pt x="1362227" y="263701"/>
                </a:cubicBezTo>
                <a:cubicBezTo>
                  <a:pt x="1362227" y="157539"/>
                  <a:pt x="1430590" y="96987"/>
                  <a:pt x="1537905" y="96987"/>
                </a:cubicBezTo>
                <a:moveTo>
                  <a:pt x="2002403" y="1043532"/>
                </a:moveTo>
                <a:cubicBezTo>
                  <a:pt x="2102298" y="926361"/>
                  <a:pt x="2159797" y="798180"/>
                  <a:pt x="2159797" y="686514"/>
                </a:cubicBezTo>
                <a:cubicBezTo>
                  <a:pt x="2159797" y="547324"/>
                  <a:pt x="2065466" y="454006"/>
                  <a:pt x="1917346" y="454006"/>
                </a:cubicBezTo>
                <a:cubicBezTo>
                  <a:pt x="1839709" y="454006"/>
                  <a:pt x="1752533" y="476025"/>
                  <a:pt x="1695299" y="498044"/>
                </a:cubicBezTo>
                <a:lnTo>
                  <a:pt x="1691589" y="490704"/>
                </a:lnTo>
                <a:cubicBezTo>
                  <a:pt x="1832290" y="415735"/>
                  <a:pt x="1891379" y="346009"/>
                  <a:pt x="1891379" y="249022"/>
                </a:cubicBezTo>
                <a:cubicBezTo>
                  <a:pt x="1891379" y="109832"/>
                  <a:pt x="1765517" y="0"/>
                  <a:pt x="1543469" y="0"/>
                </a:cubicBezTo>
                <a:cubicBezTo>
                  <a:pt x="1288035" y="0"/>
                  <a:pt x="1162173" y="141025"/>
                  <a:pt x="1162173" y="316651"/>
                </a:cubicBezTo>
                <a:cubicBezTo>
                  <a:pt x="1162173" y="411803"/>
                  <a:pt x="1202978" y="506956"/>
                  <a:pt x="1310293" y="622292"/>
                </a:cubicBezTo>
                <a:lnTo>
                  <a:pt x="1312147" y="625962"/>
                </a:lnTo>
                <a:cubicBezTo>
                  <a:pt x="1130906" y="711940"/>
                  <a:pt x="1047439" y="851130"/>
                  <a:pt x="1047439" y="993990"/>
                </a:cubicBezTo>
                <a:cubicBezTo>
                  <a:pt x="1047439" y="1182460"/>
                  <a:pt x="1193704" y="1339999"/>
                  <a:pt x="1419462" y="1339999"/>
                </a:cubicBezTo>
                <a:cubicBezTo>
                  <a:pt x="1549033" y="1339999"/>
                  <a:pt x="1700863" y="1286787"/>
                  <a:pt x="1837589" y="1191635"/>
                </a:cubicBezTo>
                <a:lnTo>
                  <a:pt x="1948613" y="1310641"/>
                </a:lnTo>
                <a:lnTo>
                  <a:pt x="2239024" y="1310641"/>
                </a:lnTo>
                <a:lnTo>
                  <a:pt x="2239024" y="1301466"/>
                </a:lnTo>
                <a:lnTo>
                  <a:pt x="2002403" y="1043532"/>
                </a:lnTo>
                <a:close/>
                <a:moveTo>
                  <a:pt x="429257" y="1339999"/>
                </a:moveTo>
                <a:cubicBezTo>
                  <a:pt x="738215" y="1339999"/>
                  <a:pt x="858513" y="1157034"/>
                  <a:pt x="858513" y="917186"/>
                </a:cubicBezTo>
                <a:lnTo>
                  <a:pt x="858513" y="29358"/>
                </a:lnTo>
                <a:lnTo>
                  <a:pt x="629046" y="29358"/>
                </a:lnTo>
                <a:lnTo>
                  <a:pt x="629046" y="975903"/>
                </a:lnTo>
                <a:cubicBezTo>
                  <a:pt x="629046" y="1129772"/>
                  <a:pt x="569957" y="1221255"/>
                  <a:pt x="429257" y="1221255"/>
                </a:cubicBezTo>
                <a:cubicBezTo>
                  <a:pt x="290411" y="1221255"/>
                  <a:pt x="229467" y="1124268"/>
                  <a:pt x="229467" y="957554"/>
                </a:cubicBezTo>
                <a:lnTo>
                  <a:pt x="229467" y="781928"/>
                </a:lnTo>
                <a:lnTo>
                  <a:pt x="0" y="838548"/>
                </a:lnTo>
                <a:lnTo>
                  <a:pt x="0" y="917186"/>
                </a:lnTo>
                <a:cubicBezTo>
                  <a:pt x="0" y="1157034"/>
                  <a:pt x="120298" y="1339999"/>
                  <a:pt x="429257" y="1339999"/>
                </a:cubicBezTo>
              </a:path>
            </a:pathLst>
          </a:custGeom>
          <a:solidFill>
            <a:schemeClr val="bg1"/>
          </a:solidFill>
          <a:ln w="26484" cap="flat">
            <a:noFill/>
            <a:prstDash val="solid"/>
            <a:miter/>
          </a:ln>
        </p:spPr>
        <p:txBody>
          <a:bodyPr rtlCol="0" anchor="ctr"/>
          <a:lstStyle/>
          <a:p>
            <a:endParaRPr lang="en-GB"/>
          </a:p>
        </p:txBody>
      </p:sp>
      <p:sp>
        <p:nvSpPr>
          <p:cNvPr id="3" name="TextBox 2">
            <a:extLst>
              <a:ext uri="{FF2B5EF4-FFF2-40B4-BE49-F238E27FC236}">
                <a16:creationId xmlns:a16="http://schemas.microsoft.com/office/drawing/2014/main" id="{8B657BBB-7167-3733-4C0B-78A36B4FDB5E}"/>
              </a:ext>
            </a:extLst>
          </p:cNvPr>
          <p:cNvSpPr txBox="1"/>
          <p:nvPr userDrawn="1"/>
        </p:nvSpPr>
        <p:spPr>
          <a:xfrm>
            <a:off x="3338703" y="6419850"/>
            <a:ext cx="931467" cy="138114"/>
          </a:xfrm>
          <a:prstGeom prst="rect">
            <a:avLst/>
          </a:prstGeom>
          <a:noFill/>
        </p:spPr>
        <p:txBody>
          <a:bodyPr wrap="square" lIns="0" tIns="0" rIns="0" bIns="0" rtlCol="0" anchor="ctr" anchorCtr="0">
            <a:noAutofit/>
          </a:bodyPr>
          <a:lstStyle/>
          <a:p>
            <a:pPr algn="l"/>
            <a:r>
              <a:rPr lang="en-US" sz="1100" kern="1200" noProof="1">
                <a:solidFill>
                  <a:schemeClr val="bg1"/>
                </a:solidFill>
                <a:latin typeface="+mn-lt"/>
                <a:ea typeface="+mn-ea"/>
                <a:cs typeface="+mn-cs"/>
              </a:rPr>
              <a:t>Orthopaedics</a:t>
            </a:r>
          </a:p>
        </p:txBody>
      </p:sp>
      <p:sp>
        <p:nvSpPr>
          <p:cNvPr id="5" name="Rectangle 4">
            <a:extLst>
              <a:ext uri="{FF2B5EF4-FFF2-40B4-BE49-F238E27FC236}">
                <a16:creationId xmlns:a16="http://schemas.microsoft.com/office/drawing/2014/main" id="{6394D131-A7B4-5E9C-54AE-93112EE3DC41}"/>
              </a:ext>
            </a:extLst>
          </p:cNvPr>
          <p:cNvSpPr/>
          <p:nvPr userDrawn="1"/>
        </p:nvSpPr>
        <p:spPr>
          <a:xfrm>
            <a:off x="3228976" y="6335072"/>
            <a:ext cx="18288" cy="3108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Tree>
    <p:extLst>
      <p:ext uri="{BB962C8B-B14F-4D97-AF65-F5344CB8AC3E}">
        <p14:creationId xmlns:p14="http://schemas.microsoft.com/office/powerpoint/2010/main" val="90137528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Section Header with Image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B8AD4-5298-7DA9-DDAD-3AB53AF2F9F5}"/>
              </a:ext>
            </a:extLst>
          </p:cNvPr>
          <p:cNvSpPr>
            <a:spLocks noGrp="1"/>
          </p:cNvSpPr>
          <p:nvPr>
            <p:ph type="title"/>
          </p:nvPr>
        </p:nvSpPr>
        <p:spPr>
          <a:xfrm>
            <a:off x="289384" y="270000"/>
            <a:ext cx="5732004" cy="2770117"/>
          </a:xfrm>
        </p:spPr>
        <p:txBody>
          <a:bodyPr anchor="t"/>
          <a:lstStyle>
            <a:lvl1pPr>
              <a:lnSpc>
                <a:spcPct val="80000"/>
              </a:lnSpc>
              <a:defRPr sz="7400" spc="0" baseline="0">
                <a:solidFill>
                  <a:schemeClr val="tx2"/>
                </a:solidFill>
              </a:defRPr>
            </a:lvl1pPr>
          </a:lstStyle>
          <a:p>
            <a:r>
              <a:rPr lang="en-US"/>
              <a:t>Click to edit Master title style</a:t>
            </a:r>
            <a:endParaRPr lang="en-GB"/>
          </a:p>
        </p:txBody>
      </p:sp>
      <p:sp>
        <p:nvSpPr>
          <p:cNvPr id="11" name="Picture Placeholder 10">
            <a:extLst>
              <a:ext uri="{FF2B5EF4-FFF2-40B4-BE49-F238E27FC236}">
                <a16:creationId xmlns:a16="http://schemas.microsoft.com/office/drawing/2014/main" id="{A6BED0E8-5F3C-7ED5-6D85-7ADCF623965A}"/>
              </a:ext>
            </a:extLst>
          </p:cNvPr>
          <p:cNvSpPr>
            <a:spLocks noGrp="1"/>
          </p:cNvSpPr>
          <p:nvPr>
            <p:ph type="pic" sz="quarter" idx="13" hasCustomPrompt="1"/>
          </p:nvPr>
        </p:nvSpPr>
        <p:spPr>
          <a:xfrm>
            <a:off x="6165850" y="0"/>
            <a:ext cx="6026150" cy="6858000"/>
          </a:xfrm>
          <a:solidFill>
            <a:srgbClr val="F6F3F2"/>
          </a:solidFill>
        </p:spPr>
        <p:txBody>
          <a:bodyPr/>
          <a:lstStyle>
            <a:lvl1pPr>
              <a:defRPr b="0" i="0">
                <a:latin typeface="+mn-lt"/>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6" name="Slide Number Placeholder 5">
            <a:extLst>
              <a:ext uri="{FF2B5EF4-FFF2-40B4-BE49-F238E27FC236}">
                <a16:creationId xmlns:a16="http://schemas.microsoft.com/office/drawing/2014/main" id="{6F49183B-3F5F-D40F-DF08-A45F8678A099}"/>
              </a:ext>
            </a:extLst>
          </p:cNvPr>
          <p:cNvSpPr>
            <a:spLocks noGrp="1"/>
          </p:cNvSpPr>
          <p:nvPr>
            <p:ph type="sldNum" sz="quarter" idx="12"/>
          </p:nvPr>
        </p:nvSpPr>
        <p:spPr/>
        <p:txBody>
          <a:bodyPr/>
          <a:lstStyle>
            <a:lvl1pPr>
              <a:defRPr>
                <a:solidFill>
                  <a:schemeClr val="bg1"/>
                </a:solidFill>
              </a:defRPr>
            </a:lvl1pPr>
          </a:lstStyle>
          <a:p>
            <a:fld id="{AEC8D767-5246-2244-A4A3-B8AFB218393C}" type="slidenum">
              <a:rPr lang="en-GB" smtClean="0"/>
              <a:pPr/>
              <a:t>‹#›</a:t>
            </a:fld>
            <a:endParaRPr lang="en-GB"/>
          </a:p>
        </p:txBody>
      </p:sp>
      <p:sp>
        <p:nvSpPr>
          <p:cNvPr id="5" name="TextBox 4">
            <a:extLst>
              <a:ext uri="{FF2B5EF4-FFF2-40B4-BE49-F238E27FC236}">
                <a16:creationId xmlns:a16="http://schemas.microsoft.com/office/drawing/2014/main" id="{CF154D7B-CAEC-2DCF-DB65-21012B3D7D9A}"/>
              </a:ext>
            </a:extLst>
          </p:cNvPr>
          <p:cNvSpPr txBox="1"/>
          <p:nvPr userDrawn="1"/>
        </p:nvSpPr>
        <p:spPr>
          <a:xfrm>
            <a:off x="3338703" y="6419850"/>
            <a:ext cx="931467" cy="138114"/>
          </a:xfrm>
          <a:prstGeom prst="rect">
            <a:avLst/>
          </a:prstGeom>
          <a:noFill/>
        </p:spPr>
        <p:txBody>
          <a:bodyPr wrap="square" lIns="0" tIns="0" rIns="0" bIns="0" rtlCol="0" anchor="ctr" anchorCtr="0">
            <a:noAutofit/>
          </a:bodyPr>
          <a:lstStyle/>
          <a:p>
            <a:pPr algn="l"/>
            <a:r>
              <a:rPr lang="en-US" sz="1100" kern="1200" noProof="1">
                <a:solidFill>
                  <a:schemeClr val="tx2"/>
                </a:solidFill>
                <a:latin typeface="+mn-lt"/>
                <a:ea typeface="+mn-ea"/>
                <a:cs typeface="+mn-cs"/>
              </a:rPr>
              <a:t>Orthopaedics</a:t>
            </a:r>
          </a:p>
        </p:txBody>
      </p:sp>
      <p:sp>
        <p:nvSpPr>
          <p:cNvPr id="7" name="Rectangle 6">
            <a:extLst>
              <a:ext uri="{FF2B5EF4-FFF2-40B4-BE49-F238E27FC236}">
                <a16:creationId xmlns:a16="http://schemas.microsoft.com/office/drawing/2014/main" id="{96762FBA-276A-2D31-1EB5-2DF49B7AE12C}"/>
              </a:ext>
            </a:extLst>
          </p:cNvPr>
          <p:cNvSpPr/>
          <p:nvPr userDrawn="1"/>
        </p:nvSpPr>
        <p:spPr>
          <a:xfrm>
            <a:off x="3228976" y="6335072"/>
            <a:ext cx="18288" cy="31089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8" name="Graphic 8">
            <a:extLst>
              <a:ext uri="{FF2B5EF4-FFF2-40B4-BE49-F238E27FC236}">
                <a16:creationId xmlns:a16="http://schemas.microsoft.com/office/drawing/2014/main" id="{6C7A2567-97BB-C0A1-44BF-4C3B6D78AF2C}"/>
              </a:ext>
            </a:extLst>
          </p:cNvPr>
          <p:cNvSpPr>
            <a:spLocks noChangeAspect="1"/>
          </p:cNvSpPr>
          <p:nvPr userDrawn="1"/>
        </p:nvSpPr>
        <p:spPr>
          <a:xfrm>
            <a:off x="288304" y="6417655"/>
            <a:ext cx="1159200" cy="144618"/>
          </a:xfrm>
          <a:custGeom>
            <a:avLst/>
            <a:gdLst>
              <a:gd name="connsiteX0" fmla="*/ 5490245 w 10740954"/>
              <a:gd name="connsiteY0" fmla="*/ 754143 h 1339999"/>
              <a:gd name="connsiteX1" fmla="*/ 5740115 w 10740954"/>
              <a:gd name="connsiteY1" fmla="*/ 501451 h 1339999"/>
              <a:gd name="connsiteX2" fmla="*/ 5964018 w 10740954"/>
              <a:gd name="connsiteY2" fmla="*/ 754143 h 1339999"/>
              <a:gd name="connsiteX3" fmla="*/ 5490245 w 10740954"/>
              <a:gd name="connsiteY3" fmla="*/ 754143 h 1339999"/>
              <a:gd name="connsiteX4" fmla="*/ 5739850 w 10740954"/>
              <a:gd name="connsiteY4" fmla="*/ 377202 h 1339999"/>
              <a:gd name="connsiteX5" fmla="*/ 5325432 w 10740954"/>
              <a:gd name="connsiteY5" fmla="*/ 860567 h 1339999"/>
              <a:gd name="connsiteX6" fmla="*/ 5739850 w 10740954"/>
              <a:gd name="connsiteY6" fmla="*/ 1329252 h 1339999"/>
              <a:gd name="connsiteX7" fmla="*/ 6117437 w 10740954"/>
              <a:gd name="connsiteY7" fmla="*/ 1030950 h 1339999"/>
              <a:gd name="connsiteX8" fmla="*/ 5976736 w 10740954"/>
              <a:gd name="connsiteY8" fmla="*/ 994252 h 1339999"/>
              <a:gd name="connsiteX9" fmla="*/ 5754689 w 10740954"/>
              <a:gd name="connsiteY9" fmla="*/ 1201071 h 1339999"/>
              <a:gd name="connsiteX10" fmla="*/ 5484416 w 10740954"/>
              <a:gd name="connsiteY10" fmla="*/ 862402 h 1339999"/>
              <a:gd name="connsiteX11" fmla="*/ 6119027 w 10740954"/>
              <a:gd name="connsiteY11" fmla="*/ 862402 h 1339999"/>
              <a:gd name="connsiteX12" fmla="*/ 6119027 w 10740954"/>
              <a:gd name="connsiteY12" fmla="*/ 811025 h 1339999"/>
              <a:gd name="connsiteX13" fmla="*/ 5739850 w 10740954"/>
              <a:gd name="connsiteY13" fmla="*/ 377202 h 1339999"/>
              <a:gd name="connsiteX14" fmla="*/ 8274584 w 10740954"/>
              <a:gd name="connsiteY14" fmla="*/ 754143 h 1339999"/>
              <a:gd name="connsiteX15" fmla="*/ 8524454 w 10740954"/>
              <a:gd name="connsiteY15" fmla="*/ 501451 h 1339999"/>
              <a:gd name="connsiteX16" fmla="*/ 8748356 w 10740954"/>
              <a:gd name="connsiteY16" fmla="*/ 754143 h 1339999"/>
              <a:gd name="connsiteX17" fmla="*/ 8274584 w 10740954"/>
              <a:gd name="connsiteY17" fmla="*/ 754143 h 1339999"/>
              <a:gd name="connsiteX18" fmla="*/ 8524454 w 10740954"/>
              <a:gd name="connsiteY18" fmla="*/ 377202 h 1339999"/>
              <a:gd name="connsiteX19" fmla="*/ 8110035 w 10740954"/>
              <a:gd name="connsiteY19" fmla="*/ 860567 h 1339999"/>
              <a:gd name="connsiteX20" fmla="*/ 8524454 w 10740954"/>
              <a:gd name="connsiteY20" fmla="*/ 1329252 h 1339999"/>
              <a:gd name="connsiteX21" fmla="*/ 8902041 w 10740954"/>
              <a:gd name="connsiteY21" fmla="*/ 1030950 h 1339999"/>
              <a:gd name="connsiteX22" fmla="*/ 8761340 w 10740954"/>
              <a:gd name="connsiteY22" fmla="*/ 994252 h 1339999"/>
              <a:gd name="connsiteX23" fmla="*/ 8539292 w 10740954"/>
              <a:gd name="connsiteY23" fmla="*/ 1201071 h 1339999"/>
              <a:gd name="connsiteX24" fmla="*/ 8269019 w 10740954"/>
              <a:gd name="connsiteY24" fmla="*/ 862402 h 1339999"/>
              <a:gd name="connsiteX25" fmla="*/ 8903630 w 10740954"/>
              <a:gd name="connsiteY25" fmla="*/ 862402 h 1339999"/>
              <a:gd name="connsiteX26" fmla="*/ 8903630 w 10740954"/>
              <a:gd name="connsiteY26" fmla="*/ 811025 h 1339999"/>
              <a:gd name="connsiteX27" fmla="*/ 8524454 w 10740954"/>
              <a:gd name="connsiteY27" fmla="*/ 377202 h 1339999"/>
              <a:gd name="connsiteX28" fmla="*/ 9484716 w 10740954"/>
              <a:gd name="connsiteY28" fmla="*/ 377202 h 1339999"/>
              <a:gd name="connsiteX29" fmla="*/ 9059169 w 10740954"/>
              <a:gd name="connsiteY29" fmla="*/ 862402 h 1339999"/>
              <a:gd name="connsiteX30" fmla="*/ 9477297 w 10740954"/>
              <a:gd name="connsiteY30" fmla="*/ 1329252 h 1339999"/>
              <a:gd name="connsiteX31" fmla="*/ 9856739 w 10740954"/>
              <a:gd name="connsiteY31" fmla="*/ 1003427 h 1339999"/>
              <a:gd name="connsiteX32" fmla="*/ 9710473 w 10740954"/>
              <a:gd name="connsiteY32" fmla="*/ 968564 h 1339999"/>
              <a:gd name="connsiteX33" fmla="*/ 9488426 w 10740954"/>
              <a:gd name="connsiteY33" fmla="*/ 1199236 h 1339999"/>
              <a:gd name="connsiteX34" fmla="*/ 9220008 w 10740954"/>
              <a:gd name="connsiteY34" fmla="*/ 851392 h 1339999"/>
              <a:gd name="connsiteX35" fmla="*/ 9481006 w 10740954"/>
              <a:gd name="connsiteY35" fmla="*/ 507218 h 1339999"/>
              <a:gd name="connsiteX36" fmla="*/ 9710473 w 10740954"/>
              <a:gd name="connsiteY36" fmla="*/ 726881 h 1339999"/>
              <a:gd name="connsiteX37" fmla="*/ 9856739 w 10740954"/>
              <a:gd name="connsiteY37" fmla="*/ 692018 h 1339999"/>
              <a:gd name="connsiteX38" fmla="*/ 9484716 w 10740954"/>
              <a:gd name="connsiteY38" fmla="*/ 377202 h 1339999"/>
              <a:gd name="connsiteX39" fmla="*/ 5112923 w 10740954"/>
              <a:gd name="connsiteY39" fmla="*/ 29358 h 1339999"/>
              <a:gd name="connsiteX40" fmla="*/ 4868618 w 10740954"/>
              <a:gd name="connsiteY40" fmla="*/ 29358 h 1339999"/>
              <a:gd name="connsiteX41" fmla="*/ 4485467 w 10740954"/>
              <a:gd name="connsiteY41" fmla="*/ 1061881 h 1339999"/>
              <a:gd name="connsiteX42" fmla="*/ 4100726 w 10740954"/>
              <a:gd name="connsiteY42" fmla="*/ 29358 h 1339999"/>
              <a:gd name="connsiteX43" fmla="*/ 3845291 w 10740954"/>
              <a:gd name="connsiteY43" fmla="*/ 29358 h 1339999"/>
              <a:gd name="connsiteX44" fmla="*/ 3845291 w 10740954"/>
              <a:gd name="connsiteY44" fmla="*/ 1310641 h 1339999"/>
              <a:gd name="connsiteX45" fmla="*/ 4006130 w 10740954"/>
              <a:gd name="connsiteY45" fmla="*/ 1310641 h 1339999"/>
              <a:gd name="connsiteX46" fmla="*/ 4006130 w 10740954"/>
              <a:gd name="connsiteY46" fmla="*/ 206819 h 1339999"/>
              <a:gd name="connsiteX47" fmla="*/ 4418694 w 10740954"/>
              <a:gd name="connsiteY47" fmla="*/ 1310641 h 1339999"/>
              <a:gd name="connsiteX48" fmla="*/ 4542701 w 10740954"/>
              <a:gd name="connsiteY48" fmla="*/ 1310641 h 1339999"/>
              <a:gd name="connsiteX49" fmla="*/ 4951820 w 10740954"/>
              <a:gd name="connsiteY49" fmla="*/ 204984 h 1339999"/>
              <a:gd name="connsiteX50" fmla="*/ 4951820 w 10740954"/>
              <a:gd name="connsiteY50" fmla="*/ 1310641 h 1339999"/>
              <a:gd name="connsiteX51" fmla="*/ 5112923 w 10740954"/>
              <a:gd name="connsiteY51" fmla="*/ 1310641 h 1339999"/>
              <a:gd name="connsiteX52" fmla="*/ 5112923 w 10740954"/>
              <a:gd name="connsiteY52" fmla="*/ 29358 h 1339999"/>
              <a:gd name="connsiteX53" fmla="*/ 6688984 w 10740954"/>
              <a:gd name="connsiteY53" fmla="*/ 1198974 h 1339999"/>
              <a:gd name="connsiteX54" fmla="*/ 6435405 w 10740954"/>
              <a:gd name="connsiteY54" fmla="*/ 852965 h 1339999"/>
              <a:gd name="connsiteX55" fmla="*/ 6688984 w 10740954"/>
              <a:gd name="connsiteY55" fmla="*/ 506956 h 1339999"/>
              <a:gd name="connsiteX56" fmla="*/ 6942564 w 10740954"/>
              <a:gd name="connsiteY56" fmla="*/ 852965 h 1339999"/>
              <a:gd name="connsiteX57" fmla="*/ 6688984 w 10740954"/>
              <a:gd name="connsiteY57" fmla="*/ 1198974 h 1339999"/>
              <a:gd name="connsiteX58" fmla="*/ 7092538 w 10740954"/>
              <a:gd name="connsiteY58" fmla="*/ 29358 h 1339999"/>
              <a:gd name="connsiteX59" fmla="*/ 6938854 w 10740954"/>
              <a:gd name="connsiteY59" fmla="*/ 29358 h 1339999"/>
              <a:gd name="connsiteX60" fmla="*/ 6938854 w 10740954"/>
              <a:gd name="connsiteY60" fmla="*/ 571177 h 1339999"/>
              <a:gd name="connsiteX61" fmla="*/ 6663017 w 10740954"/>
              <a:gd name="connsiteY61" fmla="*/ 377202 h 1339999"/>
              <a:gd name="connsiteX62" fmla="*/ 6274301 w 10740954"/>
              <a:gd name="connsiteY62" fmla="*/ 858732 h 1339999"/>
              <a:gd name="connsiteX63" fmla="*/ 6650033 w 10740954"/>
              <a:gd name="connsiteY63" fmla="*/ 1329252 h 1339999"/>
              <a:gd name="connsiteX64" fmla="*/ 6938854 w 10740954"/>
              <a:gd name="connsiteY64" fmla="*/ 1126103 h 1339999"/>
              <a:gd name="connsiteX65" fmla="*/ 6938854 w 10740954"/>
              <a:gd name="connsiteY65" fmla="*/ 1195567 h 1339999"/>
              <a:gd name="connsiteX66" fmla="*/ 6948128 w 10740954"/>
              <a:gd name="connsiteY66" fmla="*/ 1310903 h 1339999"/>
              <a:gd name="connsiteX67" fmla="*/ 7103667 w 10740954"/>
              <a:gd name="connsiteY67" fmla="*/ 1310903 h 1339999"/>
              <a:gd name="connsiteX68" fmla="*/ 7092538 w 10740954"/>
              <a:gd name="connsiteY68" fmla="*/ 1120598 h 1339999"/>
              <a:gd name="connsiteX69" fmla="*/ 7092538 w 10740954"/>
              <a:gd name="connsiteY69" fmla="*/ 29358 h 1339999"/>
              <a:gd name="connsiteX70" fmla="*/ 8258155 w 10740954"/>
              <a:gd name="connsiteY70" fmla="*/ 29358 h 1339999"/>
              <a:gd name="connsiteX71" fmla="*/ 7258942 w 10740954"/>
              <a:gd name="connsiteY71" fmla="*/ 29358 h 1339999"/>
              <a:gd name="connsiteX72" fmla="*/ 7258942 w 10740954"/>
              <a:gd name="connsiteY72" fmla="*/ 163044 h 1339999"/>
              <a:gd name="connsiteX73" fmla="*/ 7678924 w 10740954"/>
              <a:gd name="connsiteY73" fmla="*/ 163044 h 1339999"/>
              <a:gd name="connsiteX74" fmla="*/ 7678924 w 10740954"/>
              <a:gd name="connsiteY74" fmla="*/ 1310903 h 1339999"/>
              <a:gd name="connsiteX75" fmla="*/ 7840028 w 10740954"/>
              <a:gd name="connsiteY75" fmla="*/ 1310903 h 1339999"/>
              <a:gd name="connsiteX76" fmla="*/ 7840028 w 10740954"/>
              <a:gd name="connsiteY76" fmla="*/ 163044 h 1339999"/>
              <a:gd name="connsiteX77" fmla="*/ 8258155 w 10740954"/>
              <a:gd name="connsiteY77" fmla="*/ 163044 h 1339999"/>
              <a:gd name="connsiteX78" fmla="*/ 8258155 w 10740954"/>
              <a:gd name="connsiteY78" fmla="*/ 29358 h 1339999"/>
              <a:gd name="connsiteX79" fmla="*/ 10185835 w 10740954"/>
              <a:gd name="connsiteY79" fmla="*/ 29358 h 1339999"/>
              <a:gd name="connsiteX80" fmla="*/ 10032151 w 10740954"/>
              <a:gd name="connsiteY80" fmla="*/ 29358 h 1339999"/>
              <a:gd name="connsiteX81" fmla="*/ 10032151 w 10740954"/>
              <a:gd name="connsiteY81" fmla="*/ 1310641 h 1339999"/>
              <a:gd name="connsiteX82" fmla="*/ 10185835 w 10740954"/>
              <a:gd name="connsiteY82" fmla="*/ 1310641 h 1339999"/>
              <a:gd name="connsiteX83" fmla="*/ 10185835 w 10740954"/>
              <a:gd name="connsiteY83" fmla="*/ 708532 h 1339999"/>
              <a:gd name="connsiteX84" fmla="*/ 10387480 w 10740954"/>
              <a:gd name="connsiteY84" fmla="*/ 494374 h 1339999"/>
              <a:gd name="connsiteX85" fmla="*/ 10587270 w 10740954"/>
              <a:gd name="connsiteY85" fmla="*/ 708532 h 1339999"/>
              <a:gd name="connsiteX86" fmla="*/ 10587270 w 10740954"/>
              <a:gd name="connsiteY86" fmla="*/ 1310903 h 1339999"/>
              <a:gd name="connsiteX87" fmla="*/ 10740955 w 10740954"/>
              <a:gd name="connsiteY87" fmla="*/ 1310903 h 1339999"/>
              <a:gd name="connsiteX88" fmla="*/ 10740955 w 10740954"/>
              <a:gd name="connsiteY88" fmla="*/ 677339 h 1339999"/>
              <a:gd name="connsiteX89" fmla="*/ 10443125 w 10740954"/>
              <a:gd name="connsiteY89" fmla="*/ 377202 h 1339999"/>
              <a:gd name="connsiteX90" fmla="*/ 10185835 w 10740954"/>
              <a:gd name="connsiteY90" fmla="*/ 536576 h 1339999"/>
              <a:gd name="connsiteX91" fmla="*/ 10185835 w 10740954"/>
              <a:gd name="connsiteY91" fmla="*/ 29358 h 1339999"/>
              <a:gd name="connsiteX92" fmla="*/ 2759431 w 10740954"/>
              <a:gd name="connsiteY92" fmla="*/ 1339999 h 1339999"/>
              <a:gd name="connsiteX93" fmla="*/ 3188688 w 10740954"/>
              <a:gd name="connsiteY93" fmla="*/ 917186 h 1339999"/>
              <a:gd name="connsiteX94" fmla="*/ 3188688 w 10740954"/>
              <a:gd name="connsiteY94" fmla="*/ 29358 h 1339999"/>
              <a:gd name="connsiteX95" fmla="*/ 2959221 w 10740954"/>
              <a:gd name="connsiteY95" fmla="*/ 29358 h 1339999"/>
              <a:gd name="connsiteX96" fmla="*/ 2959221 w 10740954"/>
              <a:gd name="connsiteY96" fmla="*/ 975903 h 1339999"/>
              <a:gd name="connsiteX97" fmla="*/ 2759431 w 10740954"/>
              <a:gd name="connsiteY97" fmla="*/ 1221255 h 1339999"/>
              <a:gd name="connsiteX98" fmla="*/ 2559641 w 10740954"/>
              <a:gd name="connsiteY98" fmla="*/ 957554 h 1339999"/>
              <a:gd name="connsiteX99" fmla="*/ 2559641 w 10740954"/>
              <a:gd name="connsiteY99" fmla="*/ 781928 h 1339999"/>
              <a:gd name="connsiteX100" fmla="*/ 2330175 w 10740954"/>
              <a:gd name="connsiteY100" fmla="*/ 838548 h 1339999"/>
              <a:gd name="connsiteX101" fmla="*/ 2330175 w 10740954"/>
              <a:gd name="connsiteY101" fmla="*/ 917186 h 1339999"/>
              <a:gd name="connsiteX102" fmla="*/ 2759431 w 10740954"/>
              <a:gd name="connsiteY102" fmla="*/ 1339999 h 1339999"/>
              <a:gd name="connsiteX103" fmla="*/ 1537905 w 10740954"/>
              <a:gd name="connsiteY103" fmla="*/ 1206314 h 1339999"/>
              <a:gd name="connsiteX104" fmla="*/ 1251204 w 10740954"/>
              <a:gd name="connsiteY104" fmla="*/ 911682 h 1339999"/>
              <a:gd name="connsiteX105" fmla="*/ 1364082 w 10740954"/>
              <a:gd name="connsiteY105" fmla="*/ 679174 h 1339999"/>
              <a:gd name="connsiteX106" fmla="*/ 1782210 w 10740954"/>
              <a:gd name="connsiteY106" fmla="*/ 1131345 h 1339999"/>
              <a:gd name="connsiteX107" fmla="*/ 1537905 w 10740954"/>
              <a:gd name="connsiteY107" fmla="*/ 1206314 h 1339999"/>
              <a:gd name="connsiteX108" fmla="*/ 1761807 w 10740954"/>
              <a:gd name="connsiteY108" fmla="*/ 550993 h 1339999"/>
              <a:gd name="connsiteX109" fmla="*/ 2004258 w 10740954"/>
              <a:gd name="connsiteY109" fmla="*/ 785336 h 1339999"/>
              <a:gd name="connsiteX110" fmla="*/ 1945168 w 10740954"/>
              <a:gd name="connsiteY110" fmla="*/ 981146 h 1339999"/>
              <a:gd name="connsiteX111" fmla="*/ 1582420 w 10740954"/>
              <a:gd name="connsiteY111" fmla="*/ 585856 h 1339999"/>
              <a:gd name="connsiteX112" fmla="*/ 1761807 w 10740954"/>
              <a:gd name="connsiteY112" fmla="*/ 550993 h 1339999"/>
              <a:gd name="connsiteX113" fmla="*/ 1537905 w 10740954"/>
              <a:gd name="connsiteY113" fmla="*/ 96987 h 1339999"/>
              <a:gd name="connsiteX114" fmla="*/ 1711727 w 10740954"/>
              <a:gd name="connsiteY114" fmla="*/ 272613 h 1339999"/>
              <a:gd name="connsiteX115" fmla="*/ 1532340 w 10740954"/>
              <a:gd name="connsiteY115" fmla="*/ 532644 h 1339999"/>
              <a:gd name="connsiteX116" fmla="*/ 1452848 w 10740954"/>
              <a:gd name="connsiteY116" fmla="*/ 444831 h 1339999"/>
              <a:gd name="connsiteX117" fmla="*/ 1362227 w 10740954"/>
              <a:gd name="connsiteY117" fmla="*/ 263701 h 1339999"/>
              <a:gd name="connsiteX118" fmla="*/ 1537905 w 10740954"/>
              <a:gd name="connsiteY118" fmla="*/ 96987 h 1339999"/>
              <a:gd name="connsiteX119" fmla="*/ 2002403 w 10740954"/>
              <a:gd name="connsiteY119" fmla="*/ 1043532 h 1339999"/>
              <a:gd name="connsiteX120" fmla="*/ 2159797 w 10740954"/>
              <a:gd name="connsiteY120" fmla="*/ 686514 h 1339999"/>
              <a:gd name="connsiteX121" fmla="*/ 1917346 w 10740954"/>
              <a:gd name="connsiteY121" fmla="*/ 454006 h 1339999"/>
              <a:gd name="connsiteX122" fmla="*/ 1695299 w 10740954"/>
              <a:gd name="connsiteY122" fmla="*/ 498044 h 1339999"/>
              <a:gd name="connsiteX123" fmla="*/ 1691589 w 10740954"/>
              <a:gd name="connsiteY123" fmla="*/ 490704 h 1339999"/>
              <a:gd name="connsiteX124" fmla="*/ 1891379 w 10740954"/>
              <a:gd name="connsiteY124" fmla="*/ 249022 h 1339999"/>
              <a:gd name="connsiteX125" fmla="*/ 1543469 w 10740954"/>
              <a:gd name="connsiteY125" fmla="*/ 0 h 1339999"/>
              <a:gd name="connsiteX126" fmla="*/ 1162173 w 10740954"/>
              <a:gd name="connsiteY126" fmla="*/ 316651 h 1339999"/>
              <a:gd name="connsiteX127" fmla="*/ 1310293 w 10740954"/>
              <a:gd name="connsiteY127" fmla="*/ 622292 h 1339999"/>
              <a:gd name="connsiteX128" fmla="*/ 1312147 w 10740954"/>
              <a:gd name="connsiteY128" fmla="*/ 625962 h 1339999"/>
              <a:gd name="connsiteX129" fmla="*/ 1047439 w 10740954"/>
              <a:gd name="connsiteY129" fmla="*/ 993990 h 1339999"/>
              <a:gd name="connsiteX130" fmla="*/ 1419462 w 10740954"/>
              <a:gd name="connsiteY130" fmla="*/ 1339999 h 1339999"/>
              <a:gd name="connsiteX131" fmla="*/ 1837589 w 10740954"/>
              <a:gd name="connsiteY131" fmla="*/ 1191635 h 1339999"/>
              <a:gd name="connsiteX132" fmla="*/ 1948613 w 10740954"/>
              <a:gd name="connsiteY132" fmla="*/ 1310641 h 1339999"/>
              <a:gd name="connsiteX133" fmla="*/ 2239024 w 10740954"/>
              <a:gd name="connsiteY133" fmla="*/ 1310641 h 1339999"/>
              <a:gd name="connsiteX134" fmla="*/ 2239024 w 10740954"/>
              <a:gd name="connsiteY134" fmla="*/ 1301466 h 1339999"/>
              <a:gd name="connsiteX135" fmla="*/ 2002403 w 10740954"/>
              <a:gd name="connsiteY135" fmla="*/ 1043532 h 1339999"/>
              <a:gd name="connsiteX136" fmla="*/ 429257 w 10740954"/>
              <a:gd name="connsiteY136" fmla="*/ 1339999 h 1339999"/>
              <a:gd name="connsiteX137" fmla="*/ 858513 w 10740954"/>
              <a:gd name="connsiteY137" fmla="*/ 917186 h 1339999"/>
              <a:gd name="connsiteX138" fmla="*/ 858513 w 10740954"/>
              <a:gd name="connsiteY138" fmla="*/ 29358 h 1339999"/>
              <a:gd name="connsiteX139" fmla="*/ 629046 w 10740954"/>
              <a:gd name="connsiteY139" fmla="*/ 29358 h 1339999"/>
              <a:gd name="connsiteX140" fmla="*/ 629046 w 10740954"/>
              <a:gd name="connsiteY140" fmla="*/ 975903 h 1339999"/>
              <a:gd name="connsiteX141" fmla="*/ 429257 w 10740954"/>
              <a:gd name="connsiteY141" fmla="*/ 1221255 h 1339999"/>
              <a:gd name="connsiteX142" fmla="*/ 229467 w 10740954"/>
              <a:gd name="connsiteY142" fmla="*/ 957554 h 1339999"/>
              <a:gd name="connsiteX143" fmla="*/ 229467 w 10740954"/>
              <a:gd name="connsiteY143" fmla="*/ 781928 h 1339999"/>
              <a:gd name="connsiteX144" fmla="*/ 0 w 10740954"/>
              <a:gd name="connsiteY144" fmla="*/ 838548 h 1339999"/>
              <a:gd name="connsiteX145" fmla="*/ 0 w 10740954"/>
              <a:gd name="connsiteY145" fmla="*/ 917186 h 1339999"/>
              <a:gd name="connsiteX146" fmla="*/ 429257 w 10740954"/>
              <a:gd name="connsiteY146" fmla="*/ 1339999 h 133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0740954" h="1339999">
                <a:moveTo>
                  <a:pt x="5490245" y="754143"/>
                </a:moveTo>
                <a:cubicBezTo>
                  <a:pt x="5510648" y="592934"/>
                  <a:pt x="5593850" y="501451"/>
                  <a:pt x="5740115" y="501451"/>
                </a:cubicBezTo>
                <a:cubicBezTo>
                  <a:pt x="5878961" y="501451"/>
                  <a:pt x="5960308" y="583759"/>
                  <a:pt x="5964018" y="754143"/>
                </a:cubicBezTo>
                <a:lnTo>
                  <a:pt x="5490245" y="754143"/>
                </a:lnTo>
                <a:moveTo>
                  <a:pt x="5739850" y="377202"/>
                </a:moveTo>
                <a:cubicBezTo>
                  <a:pt x="5495545" y="377202"/>
                  <a:pt x="5325432" y="547586"/>
                  <a:pt x="5325432" y="860567"/>
                </a:cubicBezTo>
                <a:cubicBezTo>
                  <a:pt x="5325432" y="1160704"/>
                  <a:pt x="5482826" y="1329252"/>
                  <a:pt x="5739850" y="1329252"/>
                </a:cubicBezTo>
                <a:cubicBezTo>
                  <a:pt x="5950769" y="1329252"/>
                  <a:pt x="6084050" y="1210246"/>
                  <a:pt x="6117437" y="1030950"/>
                </a:cubicBezTo>
                <a:lnTo>
                  <a:pt x="5976736" y="994252"/>
                </a:lnTo>
                <a:cubicBezTo>
                  <a:pt x="5952624" y="1148121"/>
                  <a:pt x="5869422" y="1201071"/>
                  <a:pt x="5754689" y="1201071"/>
                </a:cubicBezTo>
                <a:cubicBezTo>
                  <a:pt x="5571592" y="1201071"/>
                  <a:pt x="5489981" y="1067386"/>
                  <a:pt x="5484416" y="862402"/>
                </a:cubicBezTo>
                <a:lnTo>
                  <a:pt x="6119027" y="862402"/>
                </a:lnTo>
                <a:lnTo>
                  <a:pt x="6119027" y="811025"/>
                </a:lnTo>
                <a:cubicBezTo>
                  <a:pt x="6119292" y="490704"/>
                  <a:pt x="5943615" y="377202"/>
                  <a:pt x="5739850" y="377202"/>
                </a:cubicBezTo>
                <a:moveTo>
                  <a:pt x="8274584" y="754143"/>
                </a:moveTo>
                <a:cubicBezTo>
                  <a:pt x="8294987" y="592934"/>
                  <a:pt x="8378188" y="501451"/>
                  <a:pt x="8524454" y="501451"/>
                </a:cubicBezTo>
                <a:cubicBezTo>
                  <a:pt x="8663299" y="501451"/>
                  <a:pt x="8744646" y="583759"/>
                  <a:pt x="8748356" y="754143"/>
                </a:cubicBezTo>
                <a:lnTo>
                  <a:pt x="8274584" y="754143"/>
                </a:lnTo>
                <a:moveTo>
                  <a:pt x="8524454" y="377202"/>
                </a:moveTo>
                <a:cubicBezTo>
                  <a:pt x="8280149" y="377202"/>
                  <a:pt x="8110035" y="547586"/>
                  <a:pt x="8110035" y="860567"/>
                </a:cubicBezTo>
                <a:cubicBezTo>
                  <a:pt x="8110035" y="1160704"/>
                  <a:pt x="8267430" y="1329252"/>
                  <a:pt x="8524454" y="1329252"/>
                </a:cubicBezTo>
                <a:cubicBezTo>
                  <a:pt x="8735372" y="1329252"/>
                  <a:pt x="8868654" y="1210246"/>
                  <a:pt x="8902041" y="1030950"/>
                </a:cubicBezTo>
                <a:lnTo>
                  <a:pt x="8761340" y="994252"/>
                </a:lnTo>
                <a:cubicBezTo>
                  <a:pt x="8737227" y="1148121"/>
                  <a:pt x="8654025" y="1201071"/>
                  <a:pt x="8539292" y="1201071"/>
                </a:cubicBezTo>
                <a:cubicBezTo>
                  <a:pt x="8356196" y="1201071"/>
                  <a:pt x="8274584" y="1067386"/>
                  <a:pt x="8269019" y="862402"/>
                </a:cubicBezTo>
                <a:lnTo>
                  <a:pt x="8903630" y="862402"/>
                </a:lnTo>
                <a:lnTo>
                  <a:pt x="8903630" y="811025"/>
                </a:lnTo>
                <a:cubicBezTo>
                  <a:pt x="8903895" y="490704"/>
                  <a:pt x="8727953" y="377202"/>
                  <a:pt x="8524454" y="377202"/>
                </a:cubicBezTo>
                <a:moveTo>
                  <a:pt x="9484716" y="377202"/>
                </a:moveTo>
                <a:cubicBezTo>
                  <a:pt x="9231137" y="377202"/>
                  <a:pt x="9059169" y="552828"/>
                  <a:pt x="9059169" y="862402"/>
                </a:cubicBezTo>
                <a:cubicBezTo>
                  <a:pt x="9059169" y="1166208"/>
                  <a:pt x="9227428" y="1329252"/>
                  <a:pt x="9477297" y="1329252"/>
                </a:cubicBezTo>
                <a:cubicBezTo>
                  <a:pt x="9703054" y="1329252"/>
                  <a:pt x="9830771" y="1191897"/>
                  <a:pt x="9856739" y="1003427"/>
                </a:cubicBezTo>
                <a:lnTo>
                  <a:pt x="9710473" y="968564"/>
                </a:lnTo>
                <a:cubicBezTo>
                  <a:pt x="9684506" y="1140520"/>
                  <a:pt x="9610579" y="1199236"/>
                  <a:pt x="9488426" y="1199236"/>
                </a:cubicBezTo>
                <a:cubicBezTo>
                  <a:pt x="9310894" y="1199236"/>
                  <a:pt x="9220008" y="1071056"/>
                  <a:pt x="9220008" y="851392"/>
                </a:cubicBezTo>
                <a:cubicBezTo>
                  <a:pt x="9220008" y="622554"/>
                  <a:pt x="9316193" y="507218"/>
                  <a:pt x="9481006" y="507218"/>
                </a:cubicBezTo>
                <a:cubicBezTo>
                  <a:pt x="9597595" y="507218"/>
                  <a:pt x="9682651" y="564100"/>
                  <a:pt x="9710473" y="726881"/>
                </a:cubicBezTo>
                <a:lnTo>
                  <a:pt x="9856739" y="692018"/>
                </a:lnTo>
                <a:cubicBezTo>
                  <a:pt x="9830771" y="505383"/>
                  <a:pt x="9703054" y="377202"/>
                  <a:pt x="9484716" y="377202"/>
                </a:cubicBezTo>
                <a:moveTo>
                  <a:pt x="5112923" y="29358"/>
                </a:moveTo>
                <a:lnTo>
                  <a:pt x="4868618" y="29358"/>
                </a:lnTo>
                <a:lnTo>
                  <a:pt x="4485467" y="1061881"/>
                </a:lnTo>
                <a:lnTo>
                  <a:pt x="4100726" y="29358"/>
                </a:lnTo>
                <a:lnTo>
                  <a:pt x="3845291" y="29358"/>
                </a:lnTo>
                <a:lnTo>
                  <a:pt x="3845291" y="1310641"/>
                </a:lnTo>
                <a:lnTo>
                  <a:pt x="4006130" y="1310641"/>
                </a:lnTo>
                <a:lnTo>
                  <a:pt x="4006130" y="206819"/>
                </a:lnTo>
                <a:lnTo>
                  <a:pt x="4418694" y="1310641"/>
                </a:lnTo>
                <a:lnTo>
                  <a:pt x="4542701" y="1310641"/>
                </a:lnTo>
                <a:lnTo>
                  <a:pt x="4951820" y="204984"/>
                </a:lnTo>
                <a:lnTo>
                  <a:pt x="4951820" y="1310641"/>
                </a:lnTo>
                <a:lnTo>
                  <a:pt x="5112923" y="1310641"/>
                </a:lnTo>
                <a:lnTo>
                  <a:pt x="5112923" y="29358"/>
                </a:lnTo>
                <a:moveTo>
                  <a:pt x="6688984" y="1198974"/>
                </a:moveTo>
                <a:cubicBezTo>
                  <a:pt x="6537154" y="1198974"/>
                  <a:pt x="6435405" y="1090977"/>
                  <a:pt x="6435405" y="852965"/>
                </a:cubicBezTo>
                <a:cubicBezTo>
                  <a:pt x="6435405" y="613118"/>
                  <a:pt x="6537154" y="506956"/>
                  <a:pt x="6688984" y="506956"/>
                </a:cubicBezTo>
                <a:cubicBezTo>
                  <a:pt x="6840814" y="506956"/>
                  <a:pt x="6942564" y="613118"/>
                  <a:pt x="6942564" y="852965"/>
                </a:cubicBezTo>
                <a:cubicBezTo>
                  <a:pt x="6942564" y="1090977"/>
                  <a:pt x="6840814" y="1198974"/>
                  <a:pt x="6688984" y="1198974"/>
                </a:cubicBezTo>
                <a:moveTo>
                  <a:pt x="7092538" y="29358"/>
                </a:moveTo>
                <a:lnTo>
                  <a:pt x="6938854" y="29358"/>
                </a:lnTo>
                <a:lnTo>
                  <a:pt x="6938854" y="571177"/>
                </a:lnTo>
                <a:cubicBezTo>
                  <a:pt x="6905467" y="470520"/>
                  <a:pt x="6824120" y="377202"/>
                  <a:pt x="6663017" y="377202"/>
                </a:cubicBezTo>
                <a:cubicBezTo>
                  <a:pt x="6455808" y="377202"/>
                  <a:pt x="6274301" y="538411"/>
                  <a:pt x="6274301" y="858732"/>
                </a:cubicBezTo>
                <a:cubicBezTo>
                  <a:pt x="6274301" y="1182722"/>
                  <a:pt x="6455543" y="1329252"/>
                  <a:pt x="6650033" y="1329252"/>
                </a:cubicBezTo>
                <a:cubicBezTo>
                  <a:pt x="6796299" y="1329252"/>
                  <a:pt x="6903612" y="1245109"/>
                  <a:pt x="6938854" y="1126103"/>
                </a:cubicBezTo>
                <a:lnTo>
                  <a:pt x="6938854" y="1195567"/>
                </a:lnTo>
                <a:cubicBezTo>
                  <a:pt x="6938854" y="1237769"/>
                  <a:pt x="6942564" y="1283380"/>
                  <a:pt x="6948128" y="1310903"/>
                </a:cubicBezTo>
                <a:lnTo>
                  <a:pt x="7103667" y="1310903"/>
                </a:lnTo>
                <a:cubicBezTo>
                  <a:pt x="7096248" y="1266865"/>
                  <a:pt x="7092538" y="1202906"/>
                  <a:pt x="7092538" y="1120598"/>
                </a:cubicBezTo>
                <a:lnTo>
                  <a:pt x="7092538" y="29358"/>
                </a:lnTo>
                <a:moveTo>
                  <a:pt x="8258155" y="29358"/>
                </a:moveTo>
                <a:lnTo>
                  <a:pt x="7258942" y="29358"/>
                </a:lnTo>
                <a:lnTo>
                  <a:pt x="7258942" y="163044"/>
                </a:lnTo>
                <a:lnTo>
                  <a:pt x="7678924" y="163044"/>
                </a:lnTo>
                <a:lnTo>
                  <a:pt x="7678924" y="1310903"/>
                </a:lnTo>
                <a:lnTo>
                  <a:pt x="7840028" y="1310903"/>
                </a:lnTo>
                <a:lnTo>
                  <a:pt x="7840028" y="163044"/>
                </a:lnTo>
                <a:lnTo>
                  <a:pt x="8258155" y="163044"/>
                </a:lnTo>
                <a:lnTo>
                  <a:pt x="8258155" y="29358"/>
                </a:lnTo>
                <a:moveTo>
                  <a:pt x="10185835" y="29358"/>
                </a:moveTo>
                <a:lnTo>
                  <a:pt x="10032151" y="29358"/>
                </a:lnTo>
                <a:lnTo>
                  <a:pt x="10032151" y="1310641"/>
                </a:lnTo>
                <a:lnTo>
                  <a:pt x="10185835" y="1310641"/>
                </a:lnTo>
                <a:lnTo>
                  <a:pt x="10185835" y="708532"/>
                </a:lnTo>
                <a:cubicBezTo>
                  <a:pt x="10185835" y="580352"/>
                  <a:pt x="10250489" y="494374"/>
                  <a:pt x="10387480" y="494374"/>
                </a:cubicBezTo>
                <a:cubicBezTo>
                  <a:pt x="10522617" y="494374"/>
                  <a:pt x="10587270" y="580352"/>
                  <a:pt x="10587270" y="708532"/>
                </a:cubicBezTo>
                <a:lnTo>
                  <a:pt x="10587270" y="1310903"/>
                </a:lnTo>
                <a:lnTo>
                  <a:pt x="10740955" y="1310903"/>
                </a:lnTo>
                <a:lnTo>
                  <a:pt x="10740955" y="677339"/>
                </a:lnTo>
                <a:cubicBezTo>
                  <a:pt x="10740955" y="505383"/>
                  <a:pt x="10633640" y="377202"/>
                  <a:pt x="10443125" y="377202"/>
                </a:cubicBezTo>
                <a:cubicBezTo>
                  <a:pt x="10315408" y="377202"/>
                  <a:pt x="10221077" y="434084"/>
                  <a:pt x="10185835" y="536576"/>
                </a:cubicBezTo>
                <a:lnTo>
                  <a:pt x="10185835" y="29358"/>
                </a:lnTo>
                <a:moveTo>
                  <a:pt x="2759431" y="1339999"/>
                </a:moveTo>
                <a:cubicBezTo>
                  <a:pt x="3068390" y="1339999"/>
                  <a:pt x="3188688" y="1157034"/>
                  <a:pt x="3188688" y="917186"/>
                </a:cubicBezTo>
                <a:lnTo>
                  <a:pt x="3188688" y="29358"/>
                </a:lnTo>
                <a:lnTo>
                  <a:pt x="2959221" y="29358"/>
                </a:lnTo>
                <a:lnTo>
                  <a:pt x="2959221" y="975903"/>
                </a:lnTo>
                <a:cubicBezTo>
                  <a:pt x="2959221" y="1129772"/>
                  <a:pt x="2900132" y="1221255"/>
                  <a:pt x="2759431" y="1221255"/>
                </a:cubicBezTo>
                <a:cubicBezTo>
                  <a:pt x="2620585" y="1221255"/>
                  <a:pt x="2559641" y="1124268"/>
                  <a:pt x="2559641" y="957554"/>
                </a:cubicBezTo>
                <a:lnTo>
                  <a:pt x="2559641" y="781928"/>
                </a:lnTo>
                <a:lnTo>
                  <a:pt x="2330175" y="838548"/>
                </a:lnTo>
                <a:lnTo>
                  <a:pt x="2330175" y="917186"/>
                </a:lnTo>
                <a:cubicBezTo>
                  <a:pt x="2329910" y="1157034"/>
                  <a:pt x="2450207" y="1339999"/>
                  <a:pt x="2759431" y="1339999"/>
                </a:cubicBezTo>
                <a:moveTo>
                  <a:pt x="1537905" y="1206314"/>
                </a:moveTo>
                <a:cubicBezTo>
                  <a:pt x="1360373" y="1206314"/>
                  <a:pt x="1251204" y="1063454"/>
                  <a:pt x="1251204" y="911682"/>
                </a:cubicBezTo>
                <a:cubicBezTo>
                  <a:pt x="1251204" y="816529"/>
                  <a:pt x="1293864" y="728716"/>
                  <a:pt x="1364082" y="679174"/>
                </a:cubicBezTo>
                <a:lnTo>
                  <a:pt x="1782210" y="1131345"/>
                </a:lnTo>
                <a:cubicBezTo>
                  <a:pt x="1704573" y="1176955"/>
                  <a:pt x="1617662" y="1206314"/>
                  <a:pt x="1537905" y="1206314"/>
                </a:cubicBezTo>
                <a:moveTo>
                  <a:pt x="1761807" y="550993"/>
                </a:moveTo>
                <a:cubicBezTo>
                  <a:pt x="1911782" y="550993"/>
                  <a:pt x="2004258" y="636971"/>
                  <a:pt x="2004258" y="785336"/>
                </a:cubicBezTo>
                <a:cubicBezTo>
                  <a:pt x="2004258" y="851130"/>
                  <a:pt x="1985709" y="919021"/>
                  <a:pt x="1945168" y="981146"/>
                </a:cubicBezTo>
                <a:lnTo>
                  <a:pt x="1582420" y="585856"/>
                </a:lnTo>
                <a:cubicBezTo>
                  <a:pt x="1647074" y="560168"/>
                  <a:pt x="1710137" y="550993"/>
                  <a:pt x="1761807" y="550993"/>
                </a:cubicBezTo>
                <a:moveTo>
                  <a:pt x="1537905" y="96987"/>
                </a:moveTo>
                <a:cubicBezTo>
                  <a:pt x="1647074" y="96987"/>
                  <a:pt x="1711727" y="159112"/>
                  <a:pt x="1711727" y="272613"/>
                </a:cubicBezTo>
                <a:cubicBezTo>
                  <a:pt x="1711727" y="376940"/>
                  <a:pt x="1659792" y="475763"/>
                  <a:pt x="1532340" y="532644"/>
                </a:cubicBezTo>
                <a:lnTo>
                  <a:pt x="1452848" y="444831"/>
                </a:lnTo>
                <a:cubicBezTo>
                  <a:pt x="1382630" y="368028"/>
                  <a:pt x="1362227" y="320321"/>
                  <a:pt x="1362227" y="263701"/>
                </a:cubicBezTo>
                <a:cubicBezTo>
                  <a:pt x="1362227" y="157539"/>
                  <a:pt x="1430590" y="96987"/>
                  <a:pt x="1537905" y="96987"/>
                </a:cubicBezTo>
                <a:moveTo>
                  <a:pt x="2002403" y="1043532"/>
                </a:moveTo>
                <a:cubicBezTo>
                  <a:pt x="2102298" y="926361"/>
                  <a:pt x="2159797" y="798180"/>
                  <a:pt x="2159797" y="686514"/>
                </a:cubicBezTo>
                <a:cubicBezTo>
                  <a:pt x="2159797" y="547324"/>
                  <a:pt x="2065466" y="454006"/>
                  <a:pt x="1917346" y="454006"/>
                </a:cubicBezTo>
                <a:cubicBezTo>
                  <a:pt x="1839709" y="454006"/>
                  <a:pt x="1752533" y="476025"/>
                  <a:pt x="1695299" y="498044"/>
                </a:cubicBezTo>
                <a:lnTo>
                  <a:pt x="1691589" y="490704"/>
                </a:lnTo>
                <a:cubicBezTo>
                  <a:pt x="1832290" y="415735"/>
                  <a:pt x="1891379" y="346009"/>
                  <a:pt x="1891379" y="249022"/>
                </a:cubicBezTo>
                <a:cubicBezTo>
                  <a:pt x="1891379" y="109832"/>
                  <a:pt x="1765517" y="0"/>
                  <a:pt x="1543469" y="0"/>
                </a:cubicBezTo>
                <a:cubicBezTo>
                  <a:pt x="1288035" y="0"/>
                  <a:pt x="1162173" y="141025"/>
                  <a:pt x="1162173" y="316651"/>
                </a:cubicBezTo>
                <a:cubicBezTo>
                  <a:pt x="1162173" y="411803"/>
                  <a:pt x="1202978" y="506956"/>
                  <a:pt x="1310293" y="622292"/>
                </a:cubicBezTo>
                <a:lnTo>
                  <a:pt x="1312147" y="625962"/>
                </a:lnTo>
                <a:cubicBezTo>
                  <a:pt x="1130906" y="711940"/>
                  <a:pt x="1047439" y="851130"/>
                  <a:pt x="1047439" y="993990"/>
                </a:cubicBezTo>
                <a:cubicBezTo>
                  <a:pt x="1047439" y="1182460"/>
                  <a:pt x="1193704" y="1339999"/>
                  <a:pt x="1419462" y="1339999"/>
                </a:cubicBezTo>
                <a:cubicBezTo>
                  <a:pt x="1549033" y="1339999"/>
                  <a:pt x="1700863" y="1286787"/>
                  <a:pt x="1837589" y="1191635"/>
                </a:cubicBezTo>
                <a:lnTo>
                  <a:pt x="1948613" y="1310641"/>
                </a:lnTo>
                <a:lnTo>
                  <a:pt x="2239024" y="1310641"/>
                </a:lnTo>
                <a:lnTo>
                  <a:pt x="2239024" y="1301466"/>
                </a:lnTo>
                <a:lnTo>
                  <a:pt x="2002403" y="1043532"/>
                </a:lnTo>
                <a:close/>
                <a:moveTo>
                  <a:pt x="429257" y="1339999"/>
                </a:moveTo>
                <a:cubicBezTo>
                  <a:pt x="738215" y="1339999"/>
                  <a:pt x="858513" y="1157034"/>
                  <a:pt x="858513" y="917186"/>
                </a:cubicBezTo>
                <a:lnTo>
                  <a:pt x="858513" y="29358"/>
                </a:lnTo>
                <a:lnTo>
                  <a:pt x="629046" y="29358"/>
                </a:lnTo>
                <a:lnTo>
                  <a:pt x="629046" y="975903"/>
                </a:lnTo>
                <a:cubicBezTo>
                  <a:pt x="629046" y="1129772"/>
                  <a:pt x="569957" y="1221255"/>
                  <a:pt x="429257" y="1221255"/>
                </a:cubicBezTo>
                <a:cubicBezTo>
                  <a:pt x="290411" y="1221255"/>
                  <a:pt x="229467" y="1124268"/>
                  <a:pt x="229467" y="957554"/>
                </a:cubicBezTo>
                <a:lnTo>
                  <a:pt x="229467" y="781928"/>
                </a:lnTo>
                <a:lnTo>
                  <a:pt x="0" y="838548"/>
                </a:lnTo>
                <a:lnTo>
                  <a:pt x="0" y="917186"/>
                </a:lnTo>
                <a:cubicBezTo>
                  <a:pt x="0" y="1157034"/>
                  <a:pt x="120298" y="1339999"/>
                  <a:pt x="429257" y="1339999"/>
                </a:cubicBezTo>
              </a:path>
            </a:pathLst>
          </a:custGeom>
          <a:solidFill>
            <a:schemeClr val="tx2"/>
          </a:solidFill>
          <a:ln w="26484" cap="flat">
            <a:noFill/>
            <a:prstDash val="solid"/>
            <a:miter/>
          </a:ln>
        </p:spPr>
        <p:txBody>
          <a:bodyPr rtlCol="0" anchor="ctr"/>
          <a:lstStyle/>
          <a:p>
            <a:endParaRPr lang="en-GB"/>
          </a:p>
        </p:txBody>
      </p:sp>
    </p:spTree>
    <p:extLst>
      <p:ext uri="{BB962C8B-B14F-4D97-AF65-F5344CB8AC3E}">
        <p14:creationId xmlns:p14="http://schemas.microsoft.com/office/powerpoint/2010/main" val="337249953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C22AC-FEA7-AD51-FB22-01EC3D276410}"/>
              </a:ext>
            </a:extLst>
          </p:cNvPr>
          <p:cNvSpPr>
            <a:spLocks noGrp="1"/>
          </p:cNvSpPr>
          <p:nvPr>
            <p:ph type="title"/>
          </p:nvPr>
        </p:nvSpPr>
        <p:spPr>
          <a:xfrm>
            <a:off x="286715" y="273600"/>
            <a:ext cx="1811959" cy="392415"/>
          </a:xfrm>
        </p:spPr>
        <p:txBody>
          <a:bodyPr/>
          <a:lstStyle>
            <a:lvl1pPr>
              <a:lnSpc>
                <a:spcPct val="85000"/>
              </a:lnSpc>
              <a:defRPr sz="1500" b="1" i="0">
                <a:solidFill>
                  <a:schemeClr val="tx1"/>
                </a:solidFill>
                <a:latin typeface="+mn-lt"/>
              </a:defRPr>
            </a:lvl1pPr>
          </a:lstStyle>
          <a:p>
            <a:r>
              <a:rPr lang="en-US"/>
              <a:t>Click to edit Master title style</a:t>
            </a:r>
            <a:endParaRPr lang="en-GB"/>
          </a:p>
        </p:txBody>
      </p:sp>
      <p:sp>
        <p:nvSpPr>
          <p:cNvPr id="6" name="Text Placeholder 5">
            <a:extLst>
              <a:ext uri="{FF2B5EF4-FFF2-40B4-BE49-F238E27FC236}">
                <a16:creationId xmlns:a16="http://schemas.microsoft.com/office/drawing/2014/main" id="{D07DAC6C-95A8-D53D-7D6B-43128BEEF186}"/>
              </a:ext>
            </a:extLst>
          </p:cNvPr>
          <p:cNvSpPr>
            <a:spLocks noGrp="1"/>
          </p:cNvSpPr>
          <p:nvPr>
            <p:ph type="body" sz="quarter" idx="13"/>
          </p:nvPr>
        </p:nvSpPr>
        <p:spPr>
          <a:xfrm>
            <a:off x="3225801" y="277200"/>
            <a:ext cx="8679484" cy="5602044"/>
          </a:xfrm>
        </p:spPr>
        <p:txBody>
          <a:bodyPr/>
          <a:lstStyle>
            <a:lvl1pPr marL="981075" indent="-981075">
              <a:lnSpc>
                <a:spcPct val="80000"/>
              </a:lnSpc>
              <a:spcBef>
                <a:spcPts val="600"/>
              </a:spcBef>
              <a:spcAft>
                <a:spcPts val="600"/>
              </a:spcAft>
              <a:buFont typeface="+mj-lt"/>
              <a:buAutoNum type="arabicPeriod"/>
              <a:tabLst/>
              <a:defRPr sz="3000" b="0" i="0">
                <a:latin typeface="+mj-lt"/>
              </a:defRPr>
            </a:lvl1pPr>
            <a:lvl2pPr marL="1201738" indent="-220663">
              <a:tabLst/>
              <a:defRPr/>
            </a:lvl2pPr>
            <a:lvl3pPr marL="1201738" indent="-220663">
              <a:tabLst/>
              <a:defRPr/>
            </a:lvl3pPr>
            <a:lvl4pPr marL="1201738" indent="-220663">
              <a:tabLst/>
              <a:defRPr/>
            </a:lvl4pPr>
            <a:lvl5pPr marL="1201738" indent="-220663">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8" name="Footer Placeholder 7">
            <a:extLst>
              <a:ext uri="{FF2B5EF4-FFF2-40B4-BE49-F238E27FC236}">
                <a16:creationId xmlns:a16="http://schemas.microsoft.com/office/drawing/2014/main" id="{6D893273-0078-B014-CBD0-D11675AEC6C0}"/>
              </a:ext>
            </a:extLst>
          </p:cNvPr>
          <p:cNvSpPr>
            <a:spLocks noGrp="1"/>
          </p:cNvSpPr>
          <p:nvPr>
            <p:ph type="ftr" sz="quarter" idx="17"/>
          </p:nvPr>
        </p:nvSpPr>
        <p:spPr/>
        <p:txBody>
          <a:bodyPr/>
          <a:lstStyle/>
          <a:p>
            <a:r>
              <a:rPr lang="en-GB"/>
              <a:t>Slide footer goes here if required</a:t>
            </a:r>
          </a:p>
        </p:txBody>
      </p:sp>
    </p:spTree>
    <p:extLst>
      <p:ext uri="{BB962C8B-B14F-4D97-AF65-F5344CB8AC3E}">
        <p14:creationId xmlns:p14="http://schemas.microsoft.com/office/powerpoint/2010/main" val="103386490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F4DE542-4D98-B05D-597C-9623E7D2E7C2}"/>
              </a:ext>
            </a:extLst>
          </p:cNvPr>
          <p:cNvSpPr>
            <a:spLocks noGrp="1"/>
          </p:cNvSpPr>
          <p:nvPr>
            <p:ph type="title"/>
          </p:nvPr>
        </p:nvSpPr>
        <p:spPr>
          <a:xfrm>
            <a:off x="286715" y="273600"/>
            <a:ext cx="1811959" cy="392415"/>
          </a:xfrm>
        </p:spPr>
        <p:txBody>
          <a:bodyPr/>
          <a:lstStyle>
            <a:lvl1pPr>
              <a:lnSpc>
                <a:spcPct val="85000"/>
              </a:lnSpc>
              <a:defRPr sz="1500" b="1" i="0">
                <a:solidFill>
                  <a:schemeClr val="tx1"/>
                </a:solidFill>
                <a:latin typeface="+mn-lt"/>
              </a:defRPr>
            </a:lvl1pPr>
          </a:lstStyle>
          <a:p>
            <a:r>
              <a:rPr lang="en-US"/>
              <a:t>Click to edit Master title style</a:t>
            </a:r>
            <a:endParaRPr lang="en-GB"/>
          </a:p>
        </p:txBody>
      </p:sp>
      <p:sp>
        <p:nvSpPr>
          <p:cNvPr id="151" name="Picture Placeholder 92">
            <a:extLst>
              <a:ext uri="{FF2B5EF4-FFF2-40B4-BE49-F238E27FC236}">
                <a16:creationId xmlns:a16="http://schemas.microsoft.com/office/drawing/2014/main" id="{414C0709-0B1A-11C5-45EE-CC44E7A13411}"/>
              </a:ext>
            </a:extLst>
          </p:cNvPr>
          <p:cNvSpPr>
            <a:spLocks noGrp="1"/>
          </p:cNvSpPr>
          <p:nvPr>
            <p:ph type="pic" sz="quarter" idx="56" hasCustomPrompt="1"/>
          </p:nvPr>
        </p:nvSpPr>
        <p:spPr>
          <a:xfrm>
            <a:off x="3225799" y="933132"/>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b="0" i="0">
                <a:latin typeface="+mn-lt"/>
              </a:defRPr>
            </a:lvl1pPr>
          </a:lstStyle>
          <a:p>
            <a:r>
              <a:rPr lang="en-GB"/>
              <a:t> </a:t>
            </a:r>
          </a:p>
        </p:txBody>
      </p:sp>
      <p:sp>
        <p:nvSpPr>
          <p:cNvPr id="163" name="Text Placeholder 5">
            <a:extLst>
              <a:ext uri="{FF2B5EF4-FFF2-40B4-BE49-F238E27FC236}">
                <a16:creationId xmlns:a16="http://schemas.microsoft.com/office/drawing/2014/main" id="{12B824E8-EE25-7DB2-F96D-DEA8631E51FB}"/>
              </a:ext>
            </a:extLst>
          </p:cNvPr>
          <p:cNvSpPr>
            <a:spLocks noGrp="1"/>
          </p:cNvSpPr>
          <p:nvPr>
            <p:ph type="body" sz="quarter" idx="13" hasCustomPrompt="1"/>
          </p:nvPr>
        </p:nvSpPr>
        <p:spPr>
          <a:xfrm>
            <a:off x="3225800" y="231771"/>
            <a:ext cx="836613" cy="228909"/>
          </a:xfrm>
        </p:spPr>
        <p:txBody>
          <a:bodyPr wrap="square">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64" name="Text Placeholder 5">
            <a:extLst>
              <a:ext uri="{FF2B5EF4-FFF2-40B4-BE49-F238E27FC236}">
                <a16:creationId xmlns:a16="http://schemas.microsoft.com/office/drawing/2014/main" id="{A4F70AC5-374E-DFC2-2B29-2318F0BB51E4}"/>
              </a:ext>
            </a:extLst>
          </p:cNvPr>
          <p:cNvSpPr>
            <a:spLocks noGrp="1"/>
          </p:cNvSpPr>
          <p:nvPr>
            <p:ph type="body" sz="quarter" idx="14"/>
          </p:nvPr>
        </p:nvSpPr>
        <p:spPr>
          <a:xfrm>
            <a:off x="4206875" y="231771"/>
            <a:ext cx="4754563"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65" name="Text Placeholder 5">
            <a:extLst>
              <a:ext uri="{FF2B5EF4-FFF2-40B4-BE49-F238E27FC236}">
                <a16:creationId xmlns:a16="http://schemas.microsoft.com/office/drawing/2014/main" id="{EB857D0D-CD76-A612-A712-E14D8C7049C6}"/>
              </a:ext>
            </a:extLst>
          </p:cNvPr>
          <p:cNvSpPr>
            <a:spLocks noGrp="1"/>
          </p:cNvSpPr>
          <p:nvPr>
            <p:ph type="body" sz="quarter" idx="15" hasCustomPrompt="1"/>
          </p:nvPr>
        </p:nvSpPr>
        <p:spPr>
          <a:xfrm>
            <a:off x="9106462" y="231771"/>
            <a:ext cx="2794059"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66" name="Picture Placeholder 91">
            <a:extLst>
              <a:ext uri="{FF2B5EF4-FFF2-40B4-BE49-F238E27FC236}">
                <a16:creationId xmlns:a16="http://schemas.microsoft.com/office/drawing/2014/main" id="{23E05799-FE6A-9155-DA4E-C09C4B03CA27}"/>
              </a:ext>
            </a:extLst>
          </p:cNvPr>
          <p:cNvSpPr>
            <a:spLocks noGrp="1"/>
          </p:cNvSpPr>
          <p:nvPr>
            <p:ph type="pic" sz="quarter" idx="55" hasCustomPrompt="1"/>
          </p:nvPr>
        </p:nvSpPr>
        <p:spPr>
          <a:xfrm>
            <a:off x="3225799" y="538994"/>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b="0" i="0">
                <a:latin typeface="+mn-lt"/>
              </a:defRPr>
            </a:lvl1pPr>
          </a:lstStyle>
          <a:p>
            <a:r>
              <a:rPr lang="en-GB"/>
              <a:t>  </a:t>
            </a:r>
          </a:p>
        </p:txBody>
      </p:sp>
      <p:sp>
        <p:nvSpPr>
          <p:cNvPr id="167" name="Text Placeholder 5">
            <a:extLst>
              <a:ext uri="{FF2B5EF4-FFF2-40B4-BE49-F238E27FC236}">
                <a16:creationId xmlns:a16="http://schemas.microsoft.com/office/drawing/2014/main" id="{24089EB1-E806-6913-C5B8-A4C01D0814E6}"/>
              </a:ext>
            </a:extLst>
          </p:cNvPr>
          <p:cNvSpPr>
            <a:spLocks noGrp="1"/>
          </p:cNvSpPr>
          <p:nvPr>
            <p:ph type="body" sz="quarter" idx="16" hasCustomPrompt="1"/>
          </p:nvPr>
        </p:nvSpPr>
        <p:spPr>
          <a:xfrm>
            <a:off x="3225800" y="625471"/>
            <a:ext cx="836613" cy="228909"/>
          </a:xfrm>
        </p:spPr>
        <p:txBody>
          <a:bodyPr wrap="square">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68" name="Text Placeholder 5">
            <a:extLst>
              <a:ext uri="{FF2B5EF4-FFF2-40B4-BE49-F238E27FC236}">
                <a16:creationId xmlns:a16="http://schemas.microsoft.com/office/drawing/2014/main" id="{10C7981E-34E4-22AC-19D7-855BF963AC6A}"/>
              </a:ext>
            </a:extLst>
          </p:cNvPr>
          <p:cNvSpPr>
            <a:spLocks noGrp="1"/>
          </p:cNvSpPr>
          <p:nvPr>
            <p:ph type="body" sz="quarter" idx="17"/>
          </p:nvPr>
        </p:nvSpPr>
        <p:spPr>
          <a:xfrm>
            <a:off x="4206875" y="625471"/>
            <a:ext cx="4754563"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69" name="Text Placeholder 5">
            <a:extLst>
              <a:ext uri="{FF2B5EF4-FFF2-40B4-BE49-F238E27FC236}">
                <a16:creationId xmlns:a16="http://schemas.microsoft.com/office/drawing/2014/main" id="{127EEF89-640D-17FA-3E79-57DA3786E32A}"/>
              </a:ext>
            </a:extLst>
          </p:cNvPr>
          <p:cNvSpPr>
            <a:spLocks noGrp="1"/>
          </p:cNvSpPr>
          <p:nvPr>
            <p:ph type="body" sz="quarter" idx="18" hasCustomPrompt="1"/>
          </p:nvPr>
        </p:nvSpPr>
        <p:spPr>
          <a:xfrm>
            <a:off x="9106462" y="625471"/>
            <a:ext cx="2794059"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70" name="Text Placeholder 5">
            <a:extLst>
              <a:ext uri="{FF2B5EF4-FFF2-40B4-BE49-F238E27FC236}">
                <a16:creationId xmlns:a16="http://schemas.microsoft.com/office/drawing/2014/main" id="{C3E76B7F-03AC-D5BD-BECC-8B0881567D59}"/>
              </a:ext>
            </a:extLst>
          </p:cNvPr>
          <p:cNvSpPr>
            <a:spLocks noGrp="1"/>
          </p:cNvSpPr>
          <p:nvPr>
            <p:ph type="body" sz="quarter" idx="19" hasCustomPrompt="1"/>
          </p:nvPr>
        </p:nvSpPr>
        <p:spPr>
          <a:xfrm>
            <a:off x="3225800" y="1022195"/>
            <a:ext cx="836613" cy="228909"/>
          </a:xfrm>
        </p:spPr>
        <p:txBody>
          <a:bodyPr wrap="square">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71" name="Text Placeholder 5">
            <a:extLst>
              <a:ext uri="{FF2B5EF4-FFF2-40B4-BE49-F238E27FC236}">
                <a16:creationId xmlns:a16="http://schemas.microsoft.com/office/drawing/2014/main" id="{8344A73D-BCE2-9041-0430-DCA16AE2194A}"/>
              </a:ext>
            </a:extLst>
          </p:cNvPr>
          <p:cNvSpPr>
            <a:spLocks noGrp="1"/>
          </p:cNvSpPr>
          <p:nvPr>
            <p:ph type="body" sz="quarter" idx="20"/>
          </p:nvPr>
        </p:nvSpPr>
        <p:spPr>
          <a:xfrm>
            <a:off x="4206875" y="1022195"/>
            <a:ext cx="4754563"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72" name="Text Placeholder 5">
            <a:extLst>
              <a:ext uri="{FF2B5EF4-FFF2-40B4-BE49-F238E27FC236}">
                <a16:creationId xmlns:a16="http://schemas.microsoft.com/office/drawing/2014/main" id="{BA7AD8A2-995B-0025-7B23-12D44BEB24F7}"/>
              </a:ext>
            </a:extLst>
          </p:cNvPr>
          <p:cNvSpPr>
            <a:spLocks noGrp="1"/>
          </p:cNvSpPr>
          <p:nvPr>
            <p:ph type="body" sz="quarter" idx="21" hasCustomPrompt="1"/>
          </p:nvPr>
        </p:nvSpPr>
        <p:spPr>
          <a:xfrm>
            <a:off x="9106462" y="1022195"/>
            <a:ext cx="2794059"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73" name="Picture Placeholder 93">
            <a:extLst>
              <a:ext uri="{FF2B5EF4-FFF2-40B4-BE49-F238E27FC236}">
                <a16:creationId xmlns:a16="http://schemas.microsoft.com/office/drawing/2014/main" id="{C7221CC4-5A16-F8BC-F970-B26EBD5A8BA8}"/>
              </a:ext>
            </a:extLst>
          </p:cNvPr>
          <p:cNvSpPr>
            <a:spLocks noGrp="1"/>
          </p:cNvSpPr>
          <p:nvPr>
            <p:ph type="pic" sz="quarter" idx="57" hasCustomPrompt="1"/>
          </p:nvPr>
        </p:nvSpPr>
        <p:spPr>
          <a:xfrm>
            <a:off x="3225799" y="1335152"/>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b="0" i="0">
                <a:latin typeface="+mn-lt"/>
              </a:defRPr>
            </a:lvl1pPr>
          </a:lstStyle>
          <a:p>
            <a:r>
              <a:rPr lang="en-GB"/>
              <a:t> </a:t>
            </a:r>
          </a:p>
        </p:txBody>
      </p:sp>
      <p:sp>
        <p:nvSpPr>
          <p:cNvPr id="174" name="Text Placeholder 5">
            <a:extLst>
              <a:ext uri="{FF2B5EF4-FFF2-40B4-BE49-F238E27FC236}">
                <a16:creationId xmlns:a16="http://schemas.microsoft.com/office/drawing/2014/main" id="{B4AD80BA-61F2-11A3-5213-31194E78CF82}"/>
              </a:ext>
            </a:extLst>
          </p:cNvPr>
          <p:cNvSpPr>
            <a:spLocks noGrp="1"/>
          </p:cNvSpPr>
          <p:nvPr>
            <p:ph type="body" sz="quarter" idx="22" hasCustomPrompt="1"/>
          </p:nvPr>
        </p:nvSpPr>
        <p:spPr>
          <a:xfrm>
            <a:off x="3225800" y="1418919"/>
            <a:ext cx="836613" cy="228909"/>
          </a:xfrm>
        </p:spPr>
        <p:txBody>
          <a:bodyPr wrap="square">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75" name="Text Placeholder 5">
            <a:extLst>
              <a:ext uri="{FF2B5EF4-FFF2-40B4-BE49-F238E27FC236}">
                <a16:creationId xmlns:a16="http://schemas.microsoft.com/office/drawing/2014/main" id="{27C0D85E-74CB-0D5E-89E5-5D22045B8749}"/>
              </a:ext>
            </a:extLst>
          </p:cNvPr>
          <p:cNvSpPr>
            <a:spLocks noGrp="1"/>
          </p:cNvSpPr>
          <p:nvPr>
            <p:ph type="body" sz="quarter" idx="23"/>
          </p:nvPr>
        </p:nvSpPr>
        <p:spPr>
          <a:xfrm>
            <a:off x="4206875" y="1418919"/>
            <a:ext cx="4754563"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76" name="Text Placeholder 5">
            <a:extLst>
              <a:ext uri="{FF2B5EF4-FFF2-40B4-BE49-F238E27FC236}">
                <a16:creationId xmlns:a16="http://schemas.microsoft.com/office/drawing/2014/main" id="{D3602011-9A32-BE74-D43E-233E4FC27356}"/>
              </a:ext>
            </a:extLst>
          </p:cNvPr>
          <p:cNvSpPr>
            <a:spLocks noGrp="1"/>
          </p:cNvSpPr>
          <p:nvPr>
            <p:ph type="body" sz="quarter" idx="24" hasCustomPrompt="1"/>
          </p:nvPr>
        </p:nvSpPr>
        <p:spPr>
          <a:xfrm>
            <a:off x="9106462" y="1418919"/>
            <a:ext cx="2794059"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77" name="Picture Placeholder 94">
            <a:extLst>
              <a:ext uri="{FF2B5EF4-FFF2-40B4-BE49-F238E27FC236}">
                <a16:creationId xmlns:a16="http://schemas.microsoft.com/office/drawing/2014/main" id="{269B4BB8-2420-C116-E384-4500FB15D7E4}"/>
              </a:ext>
            </a:extLst>
          </p:cNvPr>
          <p:cNvSpPr>
            <a:spLocks noGrp="1"/>
          </p:cNvSpPr>
          <p:nvPr>
            <p:ph type="pic" sz="quarter" idx="58" hasCustomPrompt="1"/>
          </p:nvPr>
        </p:nvSpPr>
        <p:spPr>
          <a:xfrm>
            <a:off x="3225799" y="1737173"/>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b="0" i="0">
                <a:latin typeface="+mn-lt"/>
              </a:defRPr>
            </a:lvl1pPr>
          </a:lstStyle>
          <a:p>
            <a:r>
              <a:rPr lang="en-GB"/>
              <a:t> </a:t>
            </a:r>
          </a:p>
        </p:txBody>
      </p:sp>
      <p:sp>
        <p:nvSpPr>
          <p:cNvPr id="178" name="Text Placeholder 5">
            <a:extLst>
              <a:ext uri="{FF2B5EF4-FFF2-40B4-BE49-F238E27FC236}">
                <a16:creationId xmlns:a16="http://schemas.microsoft.com/office/drawing/2014/main" id="{A65D6C32-597E-A87D-B6BE-91881E645FE5}"/>
              </a:ext>
            </a:extLst>
          </p:cNvPr>
          <p:cNvSpPr>
            <a:spLocks noGrp="1"/>
          </p:cNvSpPr>
          <p:nvPr>
            <p:ph type="body" sz="quarter" idx="25" hasCustomPrompt="1"/>
          </p:nvPr>
        </p:nvSpPr>
        <p:spPr>
          <a:xfrm>
            <a:off x="3225800" y="1815643"/>
            <a:ext cx="836613" cy="228909"/>
          </a:xfrm>
        </p:spPr>
        <p:txBody>
          <a:bodyPr wrap="square">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79" name="Text Placeholder 5">
            <a:extLst>
              <a:ext uri="{FF2B5EF4-FFF2-40B4-BE49-F238E27FC236}">
                <a16:creationId xmlns:a16="http://schemas.microsoft.com/office/drawing/2014/main" id="{4B1DF343-DFC7-F81B-915B-96E9335A5E49}"/>
              </a:ext>
            </a:extLst>
          </p:cNvPr>
          <p:cNvSpPr>
            <a:spLocks noGrp="1"/>
          </p:cNvSpPr>
          <p:nvPr>
            <p:ph type="body" sz="quarter" idx="26"/>
          </p:nvPr>
        </p:nvSpPr>
        <p:spPr>
          <a:xfrm>
            <a:off x="4206875" y="1815643"/>
            <a:ext cx="4754563"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80" name="Text Placeholder 5">
            <a:extLst>
              <a:ext uri="{FF2B5EF4-FFF2-40B4-BE49-F238E27FC236}">
                <a16:creationId xmlns:a16="http://schemas.microsoft.com/office/drawing/2014/main" id="{B101370D-BD23-0E59-00B2-1DF4D768EBDF}"/>
              </a:ext>
            </a:extLst>
          </p:cNvPr>
          <p:cNvSpPr>
            <a:spLocks noGrp="1"/>
          </p:cNvSpPr>
          <p:nvPr>
            <p:ph type="body" sz="quarter" idx="27" hasCustomPrompt="1"/>
          </p:nvPr>
        </p:nvSpPr>
        <p:spPr>
          <a:xfrm>
            <a:off x="9106462" y="1815643"/>
            <a:ext cx="2794059"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81" name="Picture Placeholder 95">
            <a:extLst>
              <a:ext uri="{FF2B5EF4-FFF2-40B4-BE49-F238E27FC236}">
                <a16:creationId xmlns:a16="http://schemas.microsoft.com/office/drawing/2014/main" id="{F4B3C050-4D54-40AC-903F-F698E83D054E}"/>
              </a:ext>
            </a:extLst>
          </p:cNvPr>
          <p:cNvSpPr>
            <a:spLocks noGrp="1"/>
          </p:cNvSpPr>
          <p:nvPr>
            <p:ph type="pic" sz="quarter" idx="59" hasCustomPrompt="1"/>
          </p:nvPr>
        </p:nvSpPr>
        <p:spPr>
          <a:xfrm>
            <a:off x="3225799" y="2123428"/>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b="0" i="0">
                <a:latin typeface="+mn-lt"/>
              </a:defRPr>
            </a:lvl1pPr>
          </a:lstStyle>
          <a:p>
            <a:r>
              <a:rPr lang="en-GB"/>
              <a:t> </a:t>
            </a:r>
          </a:p>
        </p:txBody>
      </p:sp>
      <p:sp>
        <p:nvSpPr>
          <p:cNvPr id="182" name="Text Placeholder 5">
            <a:extLst>
              <a:ext uri="{FF2B5EF4-FFF2-40B4-BE49-F238E27FC236}">
                <a16:creationId xmlns:a16="http://schemas.microsoft.com/office/drawing/2014/main" id="{155ABD36-F107-FAC7-D94F-C71129D99E04}"/>
              </a:ext>
            </a:extLst>
          </p:cNvPr>
          <p:cNvSpPr>
            <a:spLocks noGrp="1"/>
          </p:cNvSpPr>
          <p:nvPr>
            <p:ph type="body" sz="quarter" idx="28" hasCustomPrompt="1"/>
          </p:nvPr>
        </p:nvSpPr>
        <p:spPr>
          <a:xfrm>
            <a:off x="3225800" y="2212367"/>
            <a:ext cx="836613" cy="228909"/>
          </a:xfrm>
        </p:spPr>
        <p:txBody>
          <a:bodyPr wrap="square">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83" name="Text Placeholder 5">
            <a:extLst>
              <a:ext uri="{FF2B5EF4-FFF2-40B4-BE49-F238E27FC236}">
                <a16:creationId xmlns:a16="http://schemas.microsoft.com/office/drawing/2014/main" id="{0A1512C3-4983-E876-9159-16E3626DF5B5}"/>
              </a:ext>
            </a:extLst>
          </p:cNvPr>
          <p:cNvSpPr>
            <a:spLocks noGrp="1"/>
          </p:cNvSpPr>
          <p:nvPr>
            <p:ph type="body" sz="quarter" idx="29"/>
          </p:nvPr>
        </p:nvSpPr>
        <p:spPr>
          <a:xfrm>
            <a:off x="4206875" y="2212367"/>
            <a:ext cx="4754563"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84" name="Text Placeholder 5">
            <a:extLst>
              <a:ext uri="{FF2B5EF4-FFF2-40B4-BE49-F238E27FC236}">
                <a16:creationId xmlns:a16="http://schemas.microsoft.com/office/drawing/2014/main" id="{F7879AFD-9EB9-2FB8-189D-455DEDB6131F}"/>
              </a:ext>
            </a:extLst>
          </p:cNvPr>
          <p:cNvSpPr>
            <a:spLocks noGrp="1"/>
          </p:cNvSpPr>
          <p:nvPr>
            <p:ph type="body" sz="quarter" idx="30" hasCustomPrompt="1"/>
          </p:nvPr>
        </p:nvSpPr>
        <p:spPr>
          <a:xfrm>
            <a:off x="9106462" y="2212367"/>
            <a:ext cx="2794059"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85" name="Picture Placeholder 96">
            <a:extLst>
              <a:ext uri="{FF2B5EF4-FFF2-40B4-BE49-F238E27FC236}">
                <a16:creationId xmlns:a16="http://schemas.microsoft.com/office/drawing/2014/main" id="{35FA00DC-0DE0-96B1-C7B7-F45DB8335CDB}"/>
              </a:ext>
            </a:extLst>
          </p:cNvPr>
          <p:cNvSpPr>
            <a:spLocks noGrp="1"/>
          </p:cNvSpPr>
          <p:nvPr>
            <p:ph type="pic" sz="quarter" idx="60" hasCustomPrompt="1"/>
          </p:nvPr>
        </p:nvSpPr>
        <p:spPr>
          <a:xfrm>
            <a:off x="3225799" y="2525448"/>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b="0" i="0">
                <a:latin typeface="+mn-lt"/>
              </a:defRPr>
            </a:lvl1pPr>
          </a:lstStyle>
          <a:p>
            <a:r>
              <a:rPr lang="en-GB"/>
              <a:t> </a:t>
            </a:r>
          </a:p>
        </p:txBody>
      </p:sp>
      <p:sp>
        <p:nvSpPr>
          <p:cNvPr id="186" name="Text Placeholder 5">
            <a:extLst>
              <a:ext uri="{FF2B5EF4-FFF2-40B4-BE49-F238E27FC236}">
                <a16:creationId xmlns:a16="http://schemas.microsoft.com/office/drawing/2014/main" id="{BE4AFC06-39CD-C8B1-3AE0-5EC6BA91A93A}"/>
              </a:ext>
            </a:extLst>
          </p:cNvPr>
          <p:cNvSpPr>
            <a:spLocks noGrp="1"/>
          </p:cNvSpPr>
          <p:nvPr>
            <p:ph type="body" sz="quarter" idx="31" hasCustomPrompt="1"/>
          </p:nvPr>
        </p:nvSpPr>
        <p:spPr>
          <a:xfrm>
            <a:off x="3225800" y="2607652"/>
            <a:ext cx="836613" cy="228909"/>
          </a:xfrm>
        </p:spPr>
        <p:txBody>
          <a:bodyPr wrap="square">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87" name="Text Placeholder 5">
            <a:extLst>
              <a:ext uri="{FF2B5EF4-FFF2-40B4-BE49-F238E27FC236}">
                <a16:creationId xmlns:a16="http://schemas.microsoft.com/office/drawing/2014/main" id="{626B338C-7172-C0D7-9039-86A9DE0F1FA0}"/>
              </a:ext>
            </a:extLst>
          </p:cNvPr>
          <p:cNvSpPr>
            <a:spLocks noGrp="1"/>
          </p:cNvSpPr>
          <p:nvPr>
            <p:ph type="body" sz="quarter" idx="32"/>
          </p:nvPr>
        </p:nvSpPr>
        <p:spPr>
          <a:xfrm>
            <a:off x="4206875" y="2607652"/>
            <a:ext cx="4754563"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88" name="Text Placeholder 5">
            <a:extLst>
              <a:ext uri="{FF2B5EF4-FFF2-40B4-BE49-F238E27FC236}">
                <a16:creationId xmlns:a16="http://schemas.microsoft.com/office/drawing/2014/main" id="{F53E4D8E-1408-3646-C31B-01AB5D69F9EE}"/>
              </a:ext>
            </a:extLst>
          </p:cNvPr>
          <p:cNvSpPr>
            <a:spLocks noGrp="1"/>
          </p:cNvSpPr>
          <p:nvPr>
            <p:ph type="body" sz="quarter" idx="33" hasCustomPrompt="1"/>
          </p:nvPr>
        </p:nvSpPr>
        <p:spPr>
          <a:xfrm>
            <a:off x="9106462" y="2607652"/>
            <a:ext cx="2794059"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89" name="Picture Placeholder 97">
            <a:extLst>
              <a:ext uri="{FF2B5EF4-FFF2-40B4-BE49-F238E27FC236}">
                <a16:creationId xmlns:a16="http://schemas.microsoft.com/office/drawing/2014/main" id="{E48216AF-0F70-8F6D-3261-AB2C4BA6E6DD}"/>
              </a:ext>
            </a:extLst>
          </p:cNvPr>
          <p:cNvSpPr>
            <a:spLocks noGrp="1"/>
          </p:cNvSpPr>
          <p:nvPr>
            <p:ph type="pic" sz="quarter" idx="61" hasCustomPrompt="1"/>
          </p:nvPr>
        </p:nvSpPr>
        <p:spPr>
          <a:xfrm>
            <a:off x="3225799" y="2919586"/>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b="0" i="0">
                <a:latin typeface="+mn-lt"/>
              </a:defRPr>
            </a:lvl1pPr>
          </a:lstStyle>
          <a:p>
            <a:r>
              <a:rPr lang="en-GB"/>
              <a:t> </a:t>
            </a:r>
          </a:p>
        </p:txBody>
      </p:sp>
      <p:sp>
        <p:nvSpPr>
          <p:cNvPr id="190" name="Text Placeholder 5">
            <a:extLst>
              <a:ext uri="{FF2B5EF4-FFF2-40B4-BE49-F238E27FC236}">
                <a16:creationId xmlns:a16="http://schemas.microsoft.com/office/drawing/2014/main" id="{ACC59BB8-BBFA-7099-D2F9-58BFCAF10734}"/>
              </a:ext>
            </a:extLst>
          </p:cNvPr>
          <p:cNvSpPr>
            <a:spLocks noGrp="1"/>
          </p:cNvSpPr>
          <p:nvPr>
            <p:ph type="body" sz="quarter" idx="34" hasCustomPrompt="1"/>
          </p:nvPr>
        </p:nvSpPr>
        <p:spPr>
          <a:xfrm>
            <a:off x="3225800" y="3002937"/>
            <a:ext cx="836613" cy="228909"/>
          </a:xfrm>
        </p:spPr>
        <p:txBody>
          <a:bodyPr wrap="square">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91" name="Text Placeholder 5">
            <a:extLst>
              <a:ext uri="{FF2B5EF4-FFF2-40B4-BE49-F238E27FC236}">
                <a16:creationId xmlns:a16="http://schemas.microsoft.com/office/drawing/2014/main" id="{CACBCBB1-0D34-45F6-E211-B0C865D3FF9F}"/>
              </a:ext>
            </a:extLst>
          </p:cNvPr>
          <p:cNvSpPr>
            <a:spLocks noGrp="1"/>
          </p:cNvSpPr>
          <p:nvPr>
            <p:ph type="body" sz="quarter" idx="35"/>
          </p:nvPr>
        </p:nvSpPr>
        <p:spPr>
          <a:xfrm>
            <a:off x="4206875" y="3002937"/>
            <a:ext cx="4754563"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92" name="Text Placeholder 5">
            <a:extLst>
              <a:ext uri="{FF2B5EF4-FFF2-40B4-BE49-F238E27FC236}">
                <a16:creationId xmlns:a16="http://schemas.microsoft.com/office/drawing/2014/main" id="{AA85DA3F-ECA7-C004-3370-0301B640466D}"/>
              </a:ext>
            </a:extLst>
          </p:cNvPr>
          <p:cNvSpPr>
            <a:spLocks noGrp="1"/>
          </p:cNvSpPr>
          <p:nvPr>
            <p:ph type="body" sz="quarter" idx="36" hasCustomPrompt="1"/>
          </p:nvPr>
        </p:nvSpPr>
        <p:spPr>
          <a:xfrm>
            <a:off x="9106462" y="3002937"/>
            <a:ext cx="2794059"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93" name="Picture Placeholder 98">
            <a:extLst>
              <a:ext uri="{FF2B5EF4-FFF2-40B4-BE49-F238E27FC236}">
                <a16:creationId xmlns:a16="http://schemas.microsoft.com/office/drawing/2014/main" id="{6E85E349-99D2-61C9-CD7D-58A15220FF0A}"/>
              </a:ext>
            </a:extLst>
          </p:cNvPr>
          <p:cNvSpPr>
            <a:spLocks noGrp="1"/>
          </p:cNvSpPr>
          <p:nvPr>
            <p:ph type="pic" sz="quarter" idx="62" hasCustomPrompt="1"/>
          </p:nvPr>
        </p:nvSpPr>
        <p:spPr>
          <a:xfrm>
            <a:off x="3225799" y="3313724"/>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b="0" i="0">
                <a:latin typeface="+mn-lt"/>
              </a:defRPr>
            </a:lvl1pPr>
          </a:lstStyle>
          <a:p>
            <a:r>
              <a:rPr lang="en-GB"/>
              <a:t> </a:t>
            </a:r>
          </a:p>
        </p:txBody>
      </p:sp>
      <p:sp>
        <p:nvSpPr>
          <p:cNvPr id="194" name="Text Placeholder 5">
            <a:extLst>
              <a:ext uri="{FF2B5EF4-FFF2-40B4-BE49-F238E27FC236}">
                <a16:creationId xmlns:a16="http://schemas.microsoft.com/office/drawing/2014/main" id="{D00E7ED3-4AED-567D-4156-2F6D199ADA79}"/>
              </a:ext>
            </a:extLst>
          </p:cNvPr>
          <p:cNvSpPr>
            <a:spLocks noGrp="1"/>
          </p:cNvSpPr>
          <p:nvPr>
            <p:ph type="body" sz="quarter" idx="37" hasCustomPrompt="1"/>
          </p:nvPr>
        </p:nvSpPr>
        <p:spPr>
          <a:xfrm>
            <a:off x="3225800" y="3398222"/>
            <a:ext cx="836613" cy="228909"/>
          </a:xfrm>
        </p:spPr>
        <p:txBody>
          <a:bodyPr wrap="square">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95" name="Text Placeholder 5">
            <a:extLst>
              <a:ext uri="{FF2B5EF4-FFF2-40B4-BE49-F238E27FC236}">
                <a16:creationId xmlns:a16="http://schemas.microsoft.com/office/drawing/2014/main" id="{C8FC743C-8275-AD1C-7797-8C970CCC8D44}"/>
              </a:ext>
            </a:extLst>
          </p:cNvPr>
          <p:cNvSpPr>
            <a:spLocks noGrp="1"/>
          </p:cNvSpPr>
          <p:nvPr>
            <p:ph type="body" sz="quarter" idx="38"/>
          </p:nvPr>
        </p:nvSpPr>
        <p:spPr>
          <a:xfrm>
            <a:off x="4206875" y="3398222"/>
            <a:ext cx="4754563"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96" name="Text Placeholder 5">
            <a:extLst>
              <a:ext uri="{FF2B5EF4-FFF2-40B4-BE49-F238E27FC236}">
                <a16:creationId xmlns:a16="http://schemas.microsoft.com/office/drawing/2014/main" id="{AF7A0554-FA98-7604-80E6-32CB2E2929A8}"/>
              </a:ext>
            </a:extLst>
          </p:cNvPr>
          <p:cNvSpPr>
            <a:spLocks noGrp="1"/>
          </p:cNvSpPr>
          <p:nvPr>
            <p:ph type="body" sz="quarter" idx="39" hasCustomPrompt="1"/>
          </p:nvPr>
        </p:nvSpPr>
        <p:spPr>
          <a:xfrm>
            <a:off x="9106462" y="3398222"/>
            <a:ext cx="2794059"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97" name="Picture Placeholder 99">
            <a:extLst>
              <a:ext uri="{FF2B5EF4-FFF2-40B4-BE49-F238E27FC236}">
                <a16:creationId xmlns:a16="http://schemas.microsoft.com/office/drawing/2014/main" id="{F876AA1D-D562-3A3B-A233-9C23797C9A2F}"/>
              </a:ext>
            </a:extLst>
          </p:cNvPr>
          <p:cNvSpPr>
            <a:spLocks noGrp="1"/>
          </p:cNvSpPr>
          <p:nvPr>
            <p:ph type="pic" sz="quarter" idx="63" hasCustomPrompt="1"/>
          </p:nvPr>
        </p:nvSpPr>
        <p:spPr>
          <a:xfrm>
            <a:off x="3225799" y="3715744"/>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b="0" i="0">
                <a:latin typeface="+mn-lt"/>
              </a:defRPr>
            </a:lvl1pPr>
          </a:lstStyle>
          <a:p>
            <a:r>
              <a:rPr lang="en-GB"/>
              <a:t> </a:t>
            </a:r>
          </a:p>
        </p:txBody>
      </p:sp>
      <p:sp>
        <p:nvSpPr>
          <p:cNvPr id="198" name="Text Placeholder 5">
            <a:extLst>
              <a:ext uri="{FF2B5EF4-FFF2-40B4-BE49-F238E27FC236}">
                <a16:creationId xmlns:a16="http://schemas.microsoft.com/office/drawing/2014/main" id="{4AAF2467-86C6-2863-72E4-0D257BDEFEC8}"/>
              </a:ext>
            </a:extLst>
          </p:cNvPr>
          <p:cNvSpPr>
            <a:spLocks noGrp="1"/>
          </p:cNvSpPr>
          <p:nvPr>
            <p:ph type="body" sz="quarter" idx="40" hasCustomPrompt="1"/>
          </p:nvPr>
        </p:nvSpPr>
        <p:spPr>
          <a:xfrm>
            <a:off x="3225800" y="3793507"/>
            <a:ext cx="836613" cy="228909"/>
          </a:xfrm>
        </p:spPr>
        <p:txBody>
          <a:bodyPr wrap="square">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99" name="Text Placeholder 5">
            <a:extLst>
              <a:ext uri="{FF2B5EF4-FFF2-40B4-BE49-F238E27FC236}">
                <a16:creationId xmlns:a16="http://schemas.microsoft.com/office/drawing/2014/main" id="{D10BCF98-803A-D107-CF63-05EE97CCF877}"/>
              </a:ext>
            </a:extLst>
          </p:cNvPr>
          <p:cNvSpPr>
            <a:spLocks noGrp="1"/>
          </p:cNvSpPr>
          <p:nvPr>
            <p:ph type="body" sz="quarter" idx="41"/>
          </p:nvPr>
        </p:nvSpPr>
        <p:spPr>
          <a:xfrm>
            <a:off x="4206875" y="3793507"/>
            <a:ext cx="4754563"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200" name="Text Placeholder 5">
            <a:extLst>
              <a:ext uri="{FF2B5EF4-FFF2-40B4-BE49-F238E27FC236}">
                <a16:creationId xmlns:a16="http://schemas.microsoft.com/office/drawing/2014/main" id="{66FCBF15-2260-D8AF-4A2A-454AC1F084CE}"/>
              </a:ext>
            </a:extLst>
          </p:cNvPr>
          <p:cNvSpPr>
            <a:spLocks noGrp="1"/>
          </p:cNvSpPr>
          <p:nvPr>
            <p:ph type="body" sz="quarter" idx="42" hasCustomPrompt="1"/>
          </p:nvPr>
        </p:nvSpPr>
        <p:spPr>
          <a:xfrm>
            <a:off x="9106462" y="3793507"/>
            <a:ext cx="2794059"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201" name="Picture Placeholder 100">
            <a:extLst>
              <a:ext uri="{FF2B5EF4-FFF2-40B4-BE49-F238E27FC236}">
                <a16:creationId xmlns:a16="http://schemas.microsoft.com/office/drawing/2014/main" id="{9AA08646-E580-C6E2-B08A-A52294AA1302}"/>
              </a:ext>
            </a:extLst>
          </p:cNvPr>
          <p:cNvSpPr>
            <a:spLocks noGrp="1"/>
          </p:cNvSpPr>
          <p:nvPr>
            <p:ph type="pic" sz="quarter" idx="64" hasCustomPrompt="1"/>
          </p:nvPr>
        </p:nvSpPr>
        <p:spPr>
          <a:xfrm>
            <a:off x="3225799" y="4101999"/>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b="0" i="0">
                <a:latin typeface="+mn-lt"/>
              </a:defRPr>
            </a:lvl1pPr>
          </a:lstStyle>
          <a:p>
            <a:r>
              <a:rPr lang="en-GB"/>
              <a:t> </a:t>
            </a:r>
          </a:p>
        </p:txBody>
      </p:sp>
      <p:sp>
        <p:nvSpPr>
          <p:cNvPr id="202" name="Text Placeholder 5">
            <a:extLst>
              <a:ext uri="{FF2B5EF4-FFF2-40B4-BE49-F238E27FC236}">
                <a16:creationId xmlns:a16="http://schemas.microsoft.com/office/drawing/2014/main" id="{F1F57BF8-4802-2C8C-0E82-371529BD021B}"/>
              </a:ext>
            </a:extLst>
          </p:cNvPr>
          <p:cNvSpPr>
            <a:spLocks noGrp="1"/>
          </p:cNvSpPr>
          <p:nvPr>
            <p:ph type="body" sz="quarter" idx="43" hasCustomPrompt="1"/>
          </p:nvPr>
        </p:nvSpPr>
        <p:spPr>
          <a:xfrm>
            <a:off x="3225800" y="4185778"/>
            <a:ext cx="836613" cy="228909"/>
          </a:xfrm>
        </p:spPr>
        <p:txBody>
          <a:bodyPr wrap="square">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203" name="Text Placeholder 5">
            <a:extLst>
              <a:ext uri="{FF2B5EF4-FFF2-40B4-BE49-F238E27FC236}">
                <a16:creationId xmlns:a16="http://schemas.microsoft.com/office/drawing/2014/main" id="{04A64809-4725-EAB5-6238-C72786840E58}"/>
              </a:ext>
            </a:extLst>
          </p:cNvPr>
          <p:cNvSpPr>
            <a:spLocks noGrp="1"/>
          </p:cNvSpPr>
          <p:nvPr>
            <p:ph type="body" sz="quarter" idx="44"/>
          </p:nvPr>
        </p:nvSpPr>
        <p:spPr>
          <a:xfrm>
            <a:off x="4206875" y="4185778"/>
            <a:ext cx="4754563"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204" name="Text Placeholder 5">
            <a:extLst>
              <a:ext uri="{FF2B5EF4-FFF2-40B4-BE49-F238E27FC236}">
                <a16:creationId xmlns:a16="http://schemas.microsoft.com/office/drawing/2014/main" id="{4CB9BFE3-9BB1-5FD8-09B8-E24BA20F557E}"/>
              </a:ext>
            </a:extLst>
          </p:cNvPr>
          <p:cNvSpPr>
            <a:spLocks noGrp="1"/>
          </p:cNvSpPr>
          <p:nvPr>
            <p:ph type="body" sz="quarter" idx="45" hasCustomPrompt="1"/>
          </p:nvPr>
        </p:nvSpPr>
        <p:spPr>
          <a:xfrm>
            <a:off x="9106462" y="4185778"/>
            <a:ext cx="2794059"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205" name="Picture Placeholder 101">
            <a:extLst>
              <a:ext uri="{FF2B5EF4-FFF2-40B4-BE49-F238E27FC236}">
                <a16:creationId xmlns:a16="http://schemas.microsoft.com/office/drawing/2014/main" id="{44DB8248-2938-15C7-274A-CA5D91633846}"/>
              </a:ext>
            </a:extLst>
          </p:cNvPr>
          <p:cNvSpPr>
            <a:spLocks noGrp="1"/>
          </p:cNvSpPr>
          <p:nvPr>
            <p:ph type="pic" sz="quarter" idx="65" hasCustomPrompt="1"/>
          </p:nvPr>
        </p:nvSpPr>
        <p:spPr>
          <a:xfrm>
            <a:off x="3225799" y="4496137"/>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b="0" i="0">
                <a:latin typeface="+mn-lt"/>
              </a:defRPr>
            </a:lvl1pPr>
          </a:lstStyle>
          <a:p>
            <a:r>
              <a:rPr lang="en-GB"/>
              <a:t> </a:t>
            </a:r>
          </a:p>
        </p:txBody>
      </p:sp>
      <p:sp>
        <p:nvSpPr>
          <p:cNvPr id="206" name="Text Placeholder 5">
            <a:extLst>
              <a:ext uri="{FF2B5EF4-FFF2-40B4-BE49-F238E27FC236}">
                <a16:creationId xmlns:a16="http://schemas.microsoft.com/office/drawing/2014/main" id="{611AE180-E3A1-4890-5ADE-0648958344D8}"/>
              </a:ext>
            </a:extLst>
          </p:cNvPr>
          <p:cNvSpPr>
            <a:spLocks noGrp="1"/>
          </p:cNvSpPr>
          <p:nvPr>
            <p:ph type="body" sz="quarter" idx="46" hasCustomPrompt="1"/>
          </p:nvPr>
        </p:nvSpPr>
        <p:spPr>
          <a:xfrm>
            <a:off x="3225800" y="4578049"/>
            <a:ext cx="836613" cy="228909"/>
          </a:xfrm>
        </p:spPr>
        <p:txBody>
          <a:bodyPr wrap="square">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207" name="Text Placeholder 5">
            <a:extLst>
              <a:ext uri="{FF2B5EF4-FFF2-40B4-BE49-F238E27FC236}">
                <a16:creationId xmlns:a16="http://schemas.microsoft.com/office/drawing/2014/main" id="{E90EADE4-597A-8C59-D59C-21DE4011EC86}"/>
              </a:ext>
            </a:extLst>
          </p:cNvPr>
          <p:cNvSpPr>
            <a:spLocks noGrp="1"/>
          </p:cNvSpPr>
          <p:nvPr>
            <p:ph type="body" sz="quarter" idx="47"/>
          </p:nvPr>
        </p:nvSpPr>
        <p:spPr>
          <a:xfrm>
            <a:off x="4206875" y="4578049"/>
            <a:ext cx="4754563"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208" name="Text Placeholder 5">
            <a:extLst>
              <a:ext uri="{FF2B5EF4-FFF2-40B4-BE49-F238E27FC236}">
                <a16:creationId xmlns:a16="http://schemas.microsoft.com/office/drawing/2014/main" id="{8988DD51-F3BF-BE97-FF13-DAAFB4A50B04}"/>
              </a:ext>
            </a:extLst>
          </p:cNvPr>
          <p:cNvSpPr>
            <a:spLocks noGrp="1"/>
          </p:cNvSpPr>
          <p:nvPr>
            <p:ph type="body" sz="quarter" idx="48" hasCustomPrompt="1"/>
          </p:nvPr>
        </p:nvSpPr>
        <p:spPr>
          <a:xfrm>
            <a:off x="9106462" y="4578049"/>
            <a:ext cx="2794059"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209" name="Picture Placeholder 102">
            <a:extLst>
              <a:ext uri="{FF2B5EF4-FFF2-40B4-BE49-F238E27FC236}">
                <a16:creationId xmlns:a16="http://schemas.microsoft.com/office/drawing/2014/main" id="{5DAB147A-0351-E869-E2C9-849967B3E0CC}"/>
              </a:ext>
            </a:extLst>
          </p:cNvPr>
          <p:cNvSpPr>
            <a:spLocks noGrp="1"/>
          </p:cNvSpPr>
          <p:nvPr>
            <p:ph type="pic" sz="quarter" idx="66" hasCustomPrompt="1"/>
          </p:nvPr>
        </p:nvSpPr>
        <p:spPr>
          <a:xfrm>
            <a:off x="3225799" y="4890274"/>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b="0" i="0">
                <a:latin typeface="+mn-lt"/>
              </a:defRPr>
            </a:lvl1pPr>
          </a:lstStyle>
          <a:p>
            <a:r>
              <a:rPr lang="en-GB"/>
              <a:t> </a:t>
            </a:r>
          </a:p>
        </p:txBody>
      </p:sp>
      <p:sp>
        <p:nvSpPr>
          <p:cNvPr id="210" name="Text Placeholder 5">
            <a:extLst>
              <a:ext uri="{FF2B5EF4-FFF2-40B4-BE49-F238E27FC236}">
                <a16:creationId xmlns:a16="http://schemas.microsoft.com/office/drawing/2014/main" id="{3A1DC516-9D33-7E76-1881-D60014DC876A}"/>
              </a:ext>
            </a:extLst>
          </p:cNvPr>
          <p:cNvSpPr>
            <a:spLocks noGrp="1"/>
          </p:cNvSpPr>
          <p:nvPr>
            <p:ph type="body" sz="quarter" idx="49" hasCustomPrompt="1"/>
          </p:nvPr>
        </p:nvSpPr>
        <p:spPr>
          <a:xfrm>
            <a:off x="3225800" y="4969019"/>
            <a:ext cx="836613" cy="228909"/>
          </a:xfrm>
        </p:spPr>
        <p:txBody>
          <a:bodyPr wrap="square">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211" name="Text Placeholder 5">
            <a:extLst>
              <a:ext uri="{FF2B5EF4-FFF2-40B4-BE49-F238E27FC236}">
                <a16:creationId xmlns:a16="http://schemas.microsoft.com/office/drawing/2014/main" id="{50E9B1C4-B2F3-4C78-8518-39911DF5B99E}"/>
              </a:ext>
            </a:extLst>
          </p:cNvPr>
          <p:cNvSpPr>
            <a:spLocks noGrp="1"/>
          </p:cNvSpPr>
          <p:nvPr>
            <p:ph type="body" sz="quarter" idx="50"/>
          </p:nvPr>
        </p:nvSpPr>
        <p:spPr>
          <a:xfrm>
            <a:off x="4206875" y="4969019"/>
            <a:ext cx="4754563"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212" name="Text Placeholder 5">
            <a:extLst>
              <a:ext uri="{FF2B5EF4-FFF2-40B4-BE49-F238E27FC236}">
                <a16:creationId xmlns:a16="http://schemas.microsoft.com/office/drawing/2014/main" id="{BE4B6B57-1237-7AB3-7574-6A37E89A9F5C}"/>
              </a:ext>
            </a:extLst>
          </p:cNvPr>
          <p:cNvSpPr>
            <a:spLocks noGrp="1"/>
          </p:cNvSpPr>
          <p:nvPr>
            <p:ph type="body" sz="quarter" idx="51" hasCustomPrompt="1"/>
          </p:nvPr>
        </p:nvSpPr>
        <p:spPr>
          <a:xfrm>
            <a:off x="9106462" y="4969019"/>
            <a:ext cx="2794059"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213" name="Picture Placeholder 103">
            <a:extLst>
              <a:ext uri="{FF2B5EF4-FFF2-40B4-BE49-F238E27FC236}">
                <a16:creationId xmlns:a16="http://schemas.microsoft.com/office/drawing/2014/main" id="{469187E8-1DE2-B301-6DE0-4B9CEA368C43}"/>
              </a:ext>
            </a:extLst>
          </p:cNvPr>
          <p:cNvSpPr>
            <a:spLocks noGrp="1"/>
          </p:cNvSpPr>
          <p:nvPr>
            <p:ph type="pic" sz="quarter" idx="67" hasCustomPrompt="1"/>
          </p:nvPr>
        </p:nvSpPr>
        <p:spPr>
          <a:xfrm>
            <a:off x="3225799" y="5276529"/>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b="0" i="0">
                <a:latin typeface="+mn-lt"/>
              </a:defRPr>
            </a:lvl1pPr>
          </a:lstStyle>
          <a:p>
            <a:r>
              <a:rPr lang="en-GB"/>
              <a:t> </a:t>
            </a:r>
          </a:p>
        </p:txBody>
      </p:sp>
      <p:sp>
        <p:nvSpPr>
          <p:cNvPr id="214" name="Text Placeholder 5">
            <a:extLst>
              <a:ext uri="{FF2B5EF4-FFF2-40B4-BE49-F238E27FC236}">
                <a16:creationId xmlns:a16="http://schemas.microsoft.com/office/drawing/2014/main" id="{C07B97CB-6CF8-744C-72E9-403869FF62FA}"/>
              </a:ext>
            </a:extLst>
          </p:cNvPr>
          <p:cNvSpPr>
            <a:spLocks noGrp="1"/>
          </p:cNvSpPr>
          <p:nvPr>
            <p:ph type="body" sz="quarter" idx="52" hasCustomPrompt="1"/>
          </p:nvPr>
        </p:nvSpPr>
        <p:spPr>
          <a:xfrm>
            <a:off x="3225800" y="5359989"/>
            <a:ext cx="836613" cy="228909"/>
          </a:xfrm>
        </p:spPr>
        <p:txBody>
          <a:bodyPr wrap="square">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215" name="Text Placeholder 5">
            <a:extLst>
              <a:ext uri="{FF2B5EF4-FFF2-40B4-BE49-F238E27FC236}">
                <a16:creationId xmlns:a16="http://schemas.microsoft.com/office/drawing/2014/main" id="{D7694E3D-9EAE-7860-514C-D3E6A6066D79}"/>
              </a:ext>
            </a:extLst>
          </p:cNvPr>
          <p:cNvSpPr>
            <a:spLocks noGrp="1"/>
          </p:cNvSpPr>
          <p:nvPr>
            <p:ph type="body" sz="quarter" idx="53"/>
          </p:nvPr>
        </p:nvSpPr>
        <p:spPr>
          <a:xfrm>
            <a:off x="4206875" y="5359989"/>
            <a:ext cx="4754563"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216" name="Text Placeholder 5">
            <a:extLst>
              <a:ext uri="{FF2B5EF4-FFF2-40B4-BE49-F238E27FC236}">
                <a16:creationId xmlns:a16="http://schemas.microsoft.com/office/drawing/2014/main" id="{673631ED-FCF1-AA91-EA4E-8BD53A7ED357}"/>
              </a:ext>
            </a:extLst>
          </p:cNvPr>
          <p:cNvSpPr>
            <a:spLocks noGrp="1"/>
          </p:cNvSpPr>
          <p:nvPr>
            <p:ph type="body" sz="quarter" idx="54" hasCustomPrompt="1"/>
          </p:nvPr>
        </p:nvSpPr>
        <p:spPr>
          <a:xfrm>
            <a:off x="9106462" y="5359989"/>
            <a:ext cx="2794059" cy="228909"/>
          </a:xfrm>
        </p:spPr>
        <p:txBody>
          <a:bodyPr wrap="square">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4" name="Footer Placeholder 3">
            <a:extLst>
              <a:ext uri="{FF2B5EF4-FFF2-40B4-BE49-F238E27FC236}">
                <a16:creationId xmlns:a16="http://schemas.microsoft.com/office/drawing/2014/main" id="{4C3DE09C-0B1B-D45B-6ABB-863B5E08717C}"/>
              </a:ext>
            </a:extLst>
          </p:cNvPr>
          <p:cNvSpPr>
            <a:spLocks noGrp="1"/>
          </p:cNvSpPr>
          <p:nvPr>
            <p:ph type="ftr" sz="quarter" idx="11"/>
          </p:nvPr>
        </p:nvSpPr>
        <p:spPr/>
        <p:txBody>
          <a:bodyPr/>
          <a:lstStyle/>
          <a:p>
            <a:r>
              <a:rPr lang="en-GB"/>
              <a:t>Slide footer goes here if required</a:t>
            </a: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Tree>
    <p:extLst>
      <p:ext uri="{BB962C8B-B14F-4D97-AF65-F5344CB8AC3E}">
        <p14:creationId xmlns:p14="http://schemas.microsoft.com/office/powerpoint/2010/main" val="101583058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C789E9C-6550-50F6-2FFD-F534146F3D6F}"/>
              </a:ext>
            </a:extLst>
          </p:cNvPr>
          <p:cNvSpPr>
            <a:spLocks noGrp="1"/>
          </p:cNvSpPr>
          <p:nvPr>
            <p:ph type="body" sz="quarter" idx="12"/>
          </p:nvPr>
        </p:nvSpPr>
        <p:spPr>
          <a:xfrm>
            <a:off x="287337" y="269882"/>
            <a:ext cx="11615278" cy="5002212"/>
          </a:xfrm>
        </p:spPr>
        <p:txBody>
          <a:bodyPr/>
          <a:lstStyle>
            <a:lvl1pPr>
              <a:lnSpc>
                <a:spcPct val="80000"/>
              </a:lnSpc>
              <a:defRPr sz="7400" b="0" i="0">
                <a:solidFill>
                  <a:schemeClr val="accent1"/>
                </a:solidFill>
                <a:latin typeface="+mj-lt"/>
              </a:defRPr>
            </a:lvl1pPr>
            <a:lvl2pPr>
              <a:lnSpc>
                <a:spcPct val="80000"/>
              </a:lnSpc>
              <a:defRPr lang="en-GB" dirty="0" smtClean="0"/>
            </a:lvl2pPr>
            <a:lvl3pPr>
              <a:lnSpc>
                <a:spcPct val="80000"/>
              </a:lnSpc>
              <a:defRPr lang="en-GB" dirty="0" smtClean="0"/>
            </a:lvl3pPr>
            <a:lvl4pPr>
              <a:lnSpc>
                <a:spcPct val="80000"/>
              </a:lnSpc>
              <a:defRPr lang="en-GB" dirty="0" smtClean="0"/>
            </a:lvl4pPr>
            <a:lvl5pPr>
              <a:lnSpc>
                <a:spcPct val="80000"/>
              </a:lnSpc>
              <a:defRPr lang="en-GB"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Footer Placeholder 2">
            <a:extLst>
              <a:ext uri="{FF2B5EF4-FFF2-40B4-BE49-F238E27FC236}">
                <a16:creationId xmlns:a16="http://schemas.microsoft.com/office/drawing/2014/main" id="{1ED9562A-759F-B207-3B94-4C0D83136FDD}"/>
              </a:ext>
            </a:extLst>
          </p:cNvPr>
          <p:cNvSpPr>
            <a:spLocks noGrp="1"/>
          </p:cNvSpPr>
          <p:nvPr>
            <p:ph type="ftr" sz="quarter" idx="10"/>
          </p:nvPr>
        </p:nvSpPr>
        <p:spPr/>
        <p:txBody>
          <a:bodyPr/>
          <a:lstStyle/>
          <a:p>
            <a:r>
              <a:rPr lang="en-GB"/>
              <a:t>Slide footer goes here if required</a:t>
            </a:r>
          </a:p>
        </p:txBody>
      </p:sp>
      <p:sp>
        <p:nvSpPr>
          <p:cNvPr id="4" name="Slide Number Placeholder 3">
            <a:extLst>
              <a:ext uri="{FF2B5EF4-FFF2-40B4-BE49-F238E27FC236}">
                <a16:creationId xmlns:a16="http://schemas.microsoft.com/office/drawing/2014/main" id="{A7336B88-A821-CF31-A937-209EE62E0A19}"/>
              </a:ext>
            </a:extLst>
          </p:cNvPr>
          <p:cNvSpPr>
            <a:spLocks noGrp="1"/>
          </p:cNvSpPr>
          <p:nvPr>
            <p:ph type="sldNum" sz="quarter" idx="11"/>
          </p:nvPr>
        </p:nvSpPr>
        <p:spPr/>
        <p:txBody>
          <a:bodyPr/>
          <a:lstStyle/>
          <a:p>
            <a:fld id="{AEC8D767-5246-2244-A4A3-B8AFB218393C}" type="slidenum">
              <a:rPr lang="en-GB" smtClean="0"/>
              <a:pPr/>
              <a:t>‹#›</a:t>
            </a:fld>
            <a:endParaRPr lang="en-GB"/>
          </a:p>
        </p:txBody>
      </p:sp>
    </p:spTree>
    <p:extLst>
      <p:ext uri="{BB962C8B-B14F-4D97-AF65-F5344CB8AC3E}">
        <p14:creationId xmlns:p14="http://schemas.microsoft.com/office/powerpoint/2010/main" val="306850087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Key Numbers">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429BCB1-0FF2-B8E0-831A-4C2A0BEF189C}"/>
              </a:ext>
            </a:extLst>
          </p:cNvPr>
          <p:cNvSpPr>
            <a:spLocks noGrp="1"/>
          </p:cNvSpPr>
          <p:nvPr>
            <p:ph type="title"/>
          </p:nvPr>
        </p:nvSpPr>
        <p:spPr>
          <a:xfrm>
            <a:off x="288303" y="273600"/>
            <a:ext cx="1811959" cy="392415"/>
          </a:xfrm>
        </p:spPr>
        <p:txBody>
          <a:bodyPr/>
          <a:lstStyle>
            <a:lvl1pPr>
              <a:lnSpc>
                <a:spcPct val="85000"/>
              </a:lnSpc>
              <a:defRPr sz="1500" b="1" i="0">
                <a:solidFill>
                  <a:schemeClr val="bg1"/>
                </a:solidFill>
                <a:latin typeface="+mn-lt"/>
              </a:defRPr>
            </a:lvl1pPr>
          </a:lstStyle>
          <a:p>
            <a:r>
              <a:rPr lang="en-US"/>
              <a:t>Click to edit Master title style</a:t>
            </a:r>
            <a:endParaRPr lang="en-GB"/>
          </a:p>
        </p:txBody>
      </p:sp>
      <p:sp>
        <p:nvSpPr>
          <p:cNvPr id="8" name="Picture Placeholder 91">
            <a:extLst>
              <a:ext uri="{FF2B5EF4-FFF2-40B4-BE49-F238E27FC236}">
                <a16:creationId xmlns:a16="http://schemas.microsoft.com/office/drawing/2014/main" id="{1B8E6F68-BB92-3741-A271-A507454209A8}"/>
              </a:ext>
            </a:extLst>
          </p:cNvPr>
          <p:cNvSpPr>
            <a:spLocks noGrp="1"/>
          </p:cNvSpPr>
          <p:nvPr>
            <p:ph type="pic" sz="quarter" idx="55" hasCustomPrompt="1"/>
          </p:nvPr>
        </p:nvSpPr>
        <p:spPr>
          <a:xfrm>
            <a:off x="3225799" y="291037"/>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bg1"/>
            </a:solidFill>
          </a:ln>
        </p:spPr>
        <p:txBody>
          <a:bodyPr wrap="square">
            <a:noAutofit/>
          </a:bodyPr>
          <a:lstStyle>
            <a:lvl1pPr>
              <a:defRPr sz="400"/>
            </a:lvl1pPr>
          </a:lstStyle>
          <a:p>
            <a:pPr lvl="8"/>
            <a:r>
              <a:rPr lang="en-GB"/>
              <a:t> </a:t>
            </a:r>
          </a:p>
        </p:txBody>
      </p:sp>
      <p:sp>
        <p:nvSpPr>
          <p:cNvPr id="15" name="Text Placeholder 14">
            <a:extLst>
              <a:ext uri="{FF2B5EF4-FFF2-40B4-BE49-F238E27FC236}">
                <a16:creationId xmlns:a16="http://schemas.microsoft.com/office/drawing/2014/main" id="{63F40DC3-5F4F-C397-5C6A-8A62BC1F78B1}"/>
              </a:ext>
            </a:extLst>
          </p:cNvPr>
          <p:cNvSpPr>
            <a:spLocks noGrp="1"/>
          </p:cNvSpPr>
          <p:nvPr>
            <p:ph type="body" sz="quarter" idx="60"/>
          </p:nvPr>
        </p:nvSpPr>
        <p:spPr>
          <a:xfrm>
            <a:off x="8124824" y="527050"/>
            <a:ext cx="3775075" cy="14986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
        <p:nvSpPr>
          <p:cNvPr id="4" name="Footer Placeholder 3">
            <a:extLst>
              <a:ext uri="{FF2B5EF4-FFF2-40B4-BE49-F238E27FC236}">
                <a16:creationId xmlns:a16="http://schemas.microsoft.com/office/drawing/2014/main" id="{4C3DE09C-0B1B-D45B-6ABB-863B5E08717C}"/>
              </a:ext>
            </a:extLst>
          </p:cNvPr>
          <p:cNvSpPr>
            <a:spLocks noGrp="1"/>
          </p:cNvSpPr>
          <p:nvPr>
            <p:ph type="ftr" sz="quarter" idx="11"/>
          </p:nvPr>
        </p:nvSpPr>
        <p:spPr/>
        <p:txBody>
          <a:bodyPr/>
          <a:lstStyle>
            <a:lvl1pPr>
              <a:defRPr>
                <a:solidFill>
                  <a:schemeClr val="bg1"/>
                </a:solidFill>
              </a:defRPr>
            </a:lvl1pPr>
          </a:lstStyle>
          <a:p>
            <a:r>
              <a:rPr lang="en-GB"/>
              <a:t>Slide footer goes here if required</a:t>
            </a: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lvl1pPr>
              <a:defRPr>
                <a:solidFill>
                  <a:schemeClr val="bg1"/>
                </a:solidFill>
              </a:defRPr>
            </a:lvl1pPr>
          </a:lstStyle>
          <a:p>
            <a:fld id="{AEC8D767-5246-2244-A4A3-B8AFB218393C}" type="slidenum">
              <a:rPr lang="en-GB" smtClean="0"/>
              <a:pPr/>
              <a:t>‹#›</a:t>
            </a:fld>
            <a:endParaRPr lang="en-GB"/>
          </a:p>
        </p:txBody>
      </p:sp>
      <p:sp>
        <p:nvSpPr>
          <p:cNvPr id="14" name="Picture Placeholder 91">
            <a:extLst>
              <a:ext uri="{FF2B5EF4-FFF2-40B4-BE49-F238E27FC236}">
                <a16:creationId xmlns:a16="http://schemas.microsoft.com/office/drawing/2014/main" id="{A11547F3-AA53-B6CF-CC36-9B7EBC562F8C}"/>
              </a:ext>
            </a:extLst>
          </p:cNvPr>
          <p:cNvSpPr>
            <a:spLocks noGrp="1"/>
          </p:cNvSpPr>
          <p:nvPr>
            <p:ph type="pic" sz="quarter" idx="67" hasCustomPrompt="1"/>
          </p:nvPr>
        </p:nvSpPr>
        <p:spPr>
          <a:xfrm>
            <a:off x="3225799" y="2282397"/>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bg1"/>
            </a:solidFill>
          </a:ln>
        </p:spPr>
        <p:txBody>
          <a:bodyPr wrap="square">
            <a:noAutofit/>
          </a:bodyPr>
          <a:lstStyle>
            <a:lvl1pPr>
              <a:defRPr sz="400"/>
            </a:lvl1pPr>
          </a:lstStyle>
          <a:p>
            <a:pPr lvl="8"/>
            <a:r>
              <a:rPr lang="en-GB"/>
              <a:t> </a:t>
            </a:r>
          </a:p>
        </p:txBody>
      </p:sp>
      <p:sp>
        <p:nvSpPr>
          <p:cNvPr id="17" name="Text Placeholder 14">
            <a:extLst>
              <a:ext uri="{FF2B5EF4-FFF2-40B4-BE49-F238E27FC236}">
                <a16:creationId xmlns:a16="http://schemas.microsoft.com/office/drawing/2014/main" id="{BBE84450-4088-E9E0-0359-34BD23A3925E}"/>
              </a:ext>
            </a:extLst>
          </p:cNvPr>
          <p:cNvSpPr>
            <a:spLocks noGrp="1"/>
          </p:cNvSpPr>
          <p:nvPr>
            <p:ph type="body" sz="quarter" idx="69"/>
          </p:nvPr>
        </p:nvSpPr>
        <p:spPr>
          <a:xfrm>
            <a:off x="8124824" y="2518410"/>
            <a:ext cx="3775075" cy="137275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
        <p:nvSpPr>
          <p:cNvPr id="18" name="Picture Placeholder 91">
            <a:extLst>
              <a:ext uri="{FF2B5EF4-FFF2-40B4-BE49-F238E27FC236}">
                <a16:creationId xmlns:a16="http://schemas.microsoft.com/office/drawing/2014/main" id="{62C4BF17-AF9C-A4E5-F1BF-718B90E42E20}"/>
              </a:ext>
            </a:extLst>
          </p:cNvPr>
          <p:cNvSpPr>
            <a:spLocks noGrp="1"/>
          </p:cNvSpPr>
          <p:nvPr>
            <p:ph type="pic" sz="quarter" idx="70" hasCustomPrompt="1"/>
          </p:nvPr>
        </p:nvSpPr>
        <p:spPr>
          <a:xfrm>
            <a:off x="3225799" y="4286469"/>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bg1"/>
            </a:solidFill>
          </a:ln>
        </p:spPr>
        <p:txBody>
          <a:bodyPr wrap="square">
            <a:noAutofit/>
          </a:bodyPr>
          <a:lstStyle>
            <a:lvl1pPr>
              <a:defRPr sz="400"/>
            </a:lvl1pPr>
          </a:lstStyle>
          <a:p>
            <a:pPr lvl="8"/>
            <a:r>
              <a:rPr lang="en-GB"/>
              <a:t> </a:t>
            </a:r>
          </a:p>
        </p:txBody>
      </p:sp>
      <p:sp>
        <p:nvSpPr>
          <p:cNvPr id="22" name="Text Placeholder 14">
            <a:extLst>
              <a:ext uri="{FF2B5EF4-FFF2-40B4-BE49-F238E27FC236}">
                <a16:creationId xmlns:a16="http://schemas.microsoft.com/office/drawing/2014/main" id="{F33A7DDF-B16D-DE86-59A6-3E4EE10AF950}"/>
              </a:ext>
            </a:extLst>
          </p:cNvPr>
          <p:cNvSpPr>
            <a:spLocks noGrp="1"/>
          </p:cNvSpPr>
          <p:nvPr>
            <p:ph type="body" sz="quarter" idx="72"/>
          </p:nvPr>
        </p:nvSpPr>
        <p:spPr>
          <a:xfrm>
            <a:off x="8124824" y="4522482"/>
            <a:ext cx="3775075" cy="137275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
        <p:nvSpPr>
          <p:cNvPr id="27" name="Text Placeholder 26">
            <a:extLst>
              <a:ext uri="{FF2B5EF4-FFF2-40B4-BE49-F238E27FC236}">
                <a16:creationId xmlns:a16="http://schemas.microsoft.com/office/drawing/2014/main" id="{8A5E5282-C048-99E1-5F1B-6B9961066184}"/>
              </a:ext>
            </a:extLst>
          </p:cNvPr>
          <p:cNvSpPr>
            <a:spLocks noGrp="1"/>
          </p:cNvSpPr>
          <p:nvPr>
            <p:ph type="body" sz="quarter" idx="74" hasCustomPrompt="1"/>
          </p:nvPr>
        </p:nvSpPr>
        <p:spPr>
          <a:xfrm>
            <a:off x="3225800" y="111125"/>
            <a:ext cx="3776663" cy="1789113"/>
          </a:xfrm>
        </p:spPr>
        <p:txBody>
          <a:bodyPr/>
          <a:lstStyle>
            <a:lvl1pPr>
              <a:defRPr sz="11000">
                <a:solidFill>
                  <a:schemeClr val="bg1"/>
                </a:solidFill>
                <a:latin typeface="+mj-lt"/>
              </a:defRPr>
            </a:lvl1pPr>
          </a:lstStyle>
          <a:p>
            <a:pPr lvl="0"/>
            <a:r>
              <a:rPr lang="en-GB"/>
              <a:t>00</a:t>
            </a:r>
          </a:p>
        </p:txBody>
      </p:sp>
      <p:sp>
        <p:nvSpPr>
          <p:cNvPr id="28" name="Text Placeholder 26">
            <a:extLst>
              <a:ext uri="{FF2B5EF4-FFF2-40B4-BE49-F238E27FC236}">
                <a16:creationId xmlns:a16="http://schemas.microsoft.com/office/drawing/2014/main" id="{CBBE869E-D65F-3F80-8F9D-6DF327B97D4B}"/>
              </a:ext>
            </a:extLst>
          </p:cNvPr>
          <p:cNvSpPr>
            <a:spLocks noGrp="1"/>
          </p:cNvSpPr>
          <p:nvPr>
            <p:ph type="body" sz="quarter" idx="75" hasCustomPrompt="1"/>
          </p:nvPr>
        </p:nvSpPr>
        <p:spPr>
          <a:xfrm>
            <a:off x="3225800" y="2102616"/>
            <a:ext cx="3776663" cy="1789113"/>
          </a:xfrm>
        </p:spPr>
        <p:txBody>
          <a:bodyPr/>
          <a:lstStyle>
            <a:lvl1pPr>
              <a:defRPr sz="11000">
                <a:solidFill>
                  <a:schemeClr val="bg1"/>
                </a:solidFill>
                <a:latin typeface="+mj-lt"/>
              </a:defRPr>
            </a:lvl1pPr>
          </a:lstStyle>
          <a:p>
            <a:pPr lvl="0"/>
            <a:r>
              <a:rPr lang="en-GB"/>
              <a:t>00</a:t>
            </a:r>
          </a:p>
        </p:txBody>
      </p:sp>
      <p:sp>
        <p:nvSpPr>
          <p:cNvPr id="29" name="Text Placeholder 26">
            <a:extLst>
              <a:ext uri="{FF2B5EF4-FFF2-40B4-BE49-F238E27FC236}">
                <a16:creationId xmlns:a16="http://schemas.microsoft.com/office/drawing/2014/main" id="{BAA28741-F83E-3E15-A9FB-99668766D898}"/>
              </a:ext>
            </a:extLst>
          </p:cNvPr>
          <p:cNvSpPr>
            <a:spLocks noGrp="1"/>
          </p:cNvSpPr>
          <p:nvPr>
            <p:ph type="body" sz="quarter" idx="76" hasCustomPrompt="1"/>
          </p:nvPr>
        </p:nvSpPr>
        <p:spPr>
          <a:xfrm>
            <a:off x="3225800" y="4106128"/>
            <a:ext cx="3776663" cy="1789113"/>
          </a:xfrm>
        </p:spPr>
        <p:txBody>
          <a:bodyPr/>
          <a:lstStyle>
            <a:lvl1pPr>
              <a:defRPr sz="11000">
                <a:solidFill>
                  <a:schemeClr val="bg1"/>
                </a:solidFill>
                <a:latin typeface="+mj-lt"/>
              </a:defRPr>
            </a:lvl1pPr>
          </a:lstStyle>
          <a:p>
            <a:pPr lvl="0"/>
            <a:r>
              <a:rPr lang="en-GB"/>
              <a:t>00</a:t>
            </a:r>
          </a:p>
        </p:txBody>
      </p:sp>
      <p:sp>
        <p:nvSpPr>
          <p:cNvPr id="9" name="Graphic 8">
            <a:extLst>
              <a:ext uri="{FF2B5EF4-FFF2-40B4-BE49-F238E27FC236}">
                <a16:creationId xmlns:a16="http://schemas.microsoft.com/office/drawing/2014/main" id="{4AABA703-78B7-67BC-F68A-6C063B216AF7}"/>
              </a:ext>
            </a:extLst>
          </p:cNvPr>
          <p:cNvSpPr>
            <a:spLocks noChangeAspect="1"/>
          </p:cNvSpPr>
          <p:nvPr userDrawn="1"/>
        </p:nvSpPr>
        <p:spPr>
          <a:xfrm>
            <a:off x="288304" y="6417655"/>
            <a:ext cx="1159200" cy="144618"/>
          </a:xfrm>
          <a:custGeom>
            <a:avLst/>
            <a:gdLst>
              <a:gd name="connsiteX0" fmla="*/ 5490245 w 10740954"/>
              <a:gd name="connsiteY0" fmla="*/ 754143 h 1339999"/>
              <a:gd name="connsiteX1" fmla="*/ 5740115 w 10740954"/>
              <a:gd name="connsiteY1" fmla="*/ 501451 h 1339999"/>
              <a:gd name="connsiteX2" fmla="*/ 5964018 w 10740954"/>
              <a:gd name="connsiteY2" fmla="*/ 754143 h 1339999"/>
              <a:gd name="connsiteX3" fmla="*/ 5490245 w 10740954"/>
              <a:gd name="connsiteY3" fmla="*/ 754143 h 1339999"/>
              <a:gd name="connsiteX4" fmla="*/ 5739850 w 10740954"/>
              <a:gd name="connsiteY4" fmla="*/ 377202 h 1339999"/>
              <a:gd name="connsiteX5" fmla="*/ 5325432 w 10740954"/>
              <a:gd name="connsiteY5" fmla="*/ 860567 h 1339999"/>
              <a:gd name="connsiteX6" fmla="*/ 5739850 w 10740954"/>
              <a:gd name="connsiteY6" fmla="*/ 1329252 h 1339999"/>
              <a:gd name="connsiteX7" fmla="*/ 6117437 w 10740954"/>
              <a:gd name="connsiteY7" fmla="*/ 1030950 h 1339999"/>
              <a:gd name="connsiteX8" fmla="*/ 5976736 w 10740954"/>
              <a:gd name="connsiteY8" fmla="*/ 994252 h 1339999"/>
              <a:gd name="connsiteX9" fmla="*/ 5754689 w 10740954"/>
              <a:gd name="connsiteY9" fmla="*/ 1201071 h 1339999"/>
              <a:gd name="connsiteX10" fmla="*/ 5484416 w 10740954"/>
              <a:gd name="connsiteY10" fmla="*/ 862402 h 1339999"/>
              <a:gd name="connsiteX11" fmla="*/ 6119027 w 10740954"/>
              <a:gd name="connsiteY11" fmla="*/ 862402 h 1339999"/>
              <a:gd name="connsiteX12" fmla="*/ 6119027 w 10740954"/>
              <a:gd name="connsiteY12" fmla="*/ 811025 h 1339999"/>
              <a:gd name="connsiteX13" fmla="*/ 5739850 w 10740954"/>
              <a:gd name="connsiteY13" fmla="*/ 377202 h 1339999"/>
              <a:gd name="connsiteX14" fmla="*/ 8274584 w 10740954"/>
              <a:gd name="connsiteY14" fmla="*/ 754143 h 1339999"/>
              <a:gd name="connsiteX15" fmla="*/ 8524454 w 10740954"/>
              <a:gd name="connsiteY15" fmla="*/ 501451 h 1339999"/>
              <a:gd name="connsiteX16" fmla="*/ 8748356 w 10740954"/>
              <a:gd name="connsiteY16" fmla="*/ 754143 h 1339999"/>
              <a:gd name="connsiteX17" fmla="*/ 8274584 w 10740954"/>
              <a:gd name="connsiteY17" fmla="*/ 754143 h 1339999"/>
              <a:gd name="connsiteX18" fmla="*/ 8524454 w 10740954"/>
              <a:gd name="connsiteY18" fmla="*/ 377202 h 1339999"/>
              <a:gd name="connsiteX19" fmla="*/ 8110035 w 10740954"/>
              <a:gd name="connsiteY19" fmla="*/ 860567 h 1339999"/>
              <a:gd name="connsiteX20" fmla="*/ 8524454 w 10740954"/>
              <a:gd name="connsiteY20" fmla="*/ 1329252 h 1339999"/>
              <a:gd name="connsiteX21" fmla="*/ 8902041 w 10740954"/>
              <a:gd name="connsiteY21" fmla="*/ 1030950 h 1339999"/>
              <a:gd name="connsiteX22" fmla="*/ 8761340 w 10740954"/>
              <a:gd name="connsiteY22" fmla="*/ 994252 h 1339999"/>
              <a:gd name="connsiteX23" fmla="*/ 8539292 w 10740954"/>
              <a:gd name="connsiteY23" fmla="*/ 1201071 h 1339999"/>
              <a:gd name="connsiteX24" fmla="*/ 8269019 w 10740954"/>
              <a:gd name="connsiteY24" fmla="*/ 862402 h 1339999"/>
              <a:gd name="connsiteX25" fmla="*/ 8903630 w 10740954"/>
              <a:gd name="connsiteY25" fmla="*/ 862402 h 1339999"/>
              <a:gd name="connsiteX26" fmla="*/ 8903630 w 10740954"/>
              <a:gd name="connsiteY26" fmla="*/ 811025 h 1339999"/>
              <a:gd name="connsiteX27" fmla="*/ 8524454 w 10740954"/>
              <a:gd name="connsiteY27" fmla="*/ 377202 h 1339999"/>
              <a:gd name="connsiteX28" fmla="*/ 9484716 w 10740954"/>
              <a:gd name="connsiteY28" fmla="*/ 377202 h 1339999"/>
              <a:gd name="connsiteX29" fmla="*/ 9059169 w 10740954"/>
              <a:gd name="connsiteY29" fmla="*/ 862402 h 1339999"/>
              <a:gd name="connsiteX30" fmla="*/ 9477297 w 10740954"/>
              <a:gd name="connsiteY30" fmla="*/ 1329252 h 1339999"/>
              <a:gd name="connsiteX31" fmla="*/ 9856739 w 10740954"/>
              <a:gd name="connsiteY31" fmla="*/ 1003427 h 1339999"/>
              <a:gd name="connsiteX32" fmla="*/ 9710473 w 10740954"/>
              <a:gd name="connsiteY32" fmla="*/ 968564 h 1339999"/>
              <a:gd name="connsiteX33" fmla="*/ 9488426 w 10740954"/>
              <a:gd name="connsiteY33" fmla="*/ 1199236 h 1339999"/>
              <a:gd name="connsiteX34" fmla="*/ 9220008 w 10740954"/>
              <a:gd name="connsiteY34" fmla="*/ 851392 h 1339999"/>
              <a:gd name="connsiteX35" fmla="*/ 9481006 w 10740954"/>
              <a:gd name="connsiteY35" fmla="*/ 507218 h 1339999"/>
              <a:gd name="connsiteX36" fmla="*/ 9710473 w 10740954"/>
              <a:gd name="connsiteY36" fmla="*/ 726881 h 1339999"/>
              <a:gd name="connsiteX37" fmla="*/ 9856739 w 10740954"/>
              <a:gd name="connsiteY37" fmla="*/ 692018 h 1339999"/>
              <a:gd name="connsiteX38" fmla="*/ 9484716 w 10740954"/>
              <a:gd name="connsiteY38" fmla="*/ 377202 h 1339999"/>
              <a:gd name="connsiteX39" fmla="*/ 5112923 w 10740954"/>
              <a:gd name="connsiteY39" fmla="*/ 29358 h 1339999"/>
              <a:gd name="connsiteX40" fmla="*/ 4868618 w 10740954"/>
              <a:gd name="connsiteY40" fmla="*/ 29358 h 1339999"/>
              <a:gd name="connsiteX41" fmla="*/ 4485467 w 10740954"/>
              <a:gd name="connsiteY41" fmla="*/ 1061881 h 1339999"/>
              <a:gd name="connsiteX42" fmla="*/ 4100726 w 10740954"/>
              <a:gd name="connsiteY42" fmla="*/ 29358 h 1339999"/>
              <a:gd name="connsiteX43" fmla="*/ 3845291 w 10740954"/>
              <a:gd name="connsiteY43" fmla="*/ 29358 h 1339999"/>
              <a:gd name="connsiteX44" fmla="*/ 3845291 w 10740954"/>
              <a:gd name="connsiteY44" fmla="*/ 1310641 h 1339999"/>
              <a:gd name="connsiteX45" fmla="*/ 4006130 w 10740954"/>
              <a:gd name="connsiteY45" fmla="*/ 1310641 h 1339999"/>
              <a:gd name="connsiteX46" fmla="*/ 4006130 w 10740954"/>
              <a:gd name="connsiteY46" fmla="*/ 206819 h 1339999"/>
              <a:gd name="connsiteX47" fmla="*/ 4418694 w 10740954"/>
              <a:gd name="connsiteY47" fmla="*/ 1310641 h 1339999"/>
              <a:gd name="connsiteX48" fmla="*/ 4542701 w 10740954"/>
              <a:gd name="connsiteY48" fmla="*/ 1310641 h 1339999"/>
              <a:gd name="connsiteX49" fmla="*/ 4951820 w 10740954"/>
              <a:gd name="connsiteY49" fmla="*/ 204984 h 1339999"/>
              <a:gd name="connsiteX50" fmla="*/ 4951820 w 10740954"/>
              <a:gd name="connsiteY50" fmla="*/ 1310641 h 1339999"/>
              <a:gd name="connsiteX51" fmla="*/ 5112923 w 10740954"/>
              <a:gd name="connsiteY51" fmla="*/ 1310641 h 1339999"/>
              <a:gd name="connsiteX52" fmla="*/ 5112923 w 10740954"/>
              <a:gd name="connsiteY52" fmla="*/ 29358 h 1339999"/>
              <a:gd name="connsiteX53" fmla="*/ 6688984 w 10740954"/>
              <a:gd name="connsiteY53" fmla="*/ 1198974 h 1339999"/>
              <a:gd name="connsiteX54" fmla="*/ 6435405 w 10740954"/>
              <a:gd name="connsiteY54" fmla="*/ 852965 h 1339999"/>
              <a:gd name="connsiteX55" fmla="*/ 6688984 w 10740954"/>
              <a:gd name="connsiteY55" fmla="*/ 506956 h 1339999"/>
              <a:gd name="connsiteX56" fmla="*/ 6942564 w 10740954"/>
              <a:gd name="connsiteY56" fmla="*/ 852965 h 1339999"/>
              <a:gd name="connsiteX57" fmla="*/ 6688984 w 10740954"/>
              <a:gd name="connsiteY57" fmla="*/ 1198974 h 1339999"/>
              <a:gd name="connsiteX58" fmla="*/ 7092538 w 10740954"/>
              <a:gd name="connsiteY58" fmla="*/ 29358 h 1339999"/>
              <a:gd name="connsiteX59" fmla="*/ 6938854 w 10740954"/>
              <a:gd name="connsiteY59" fmla="*/ 29358 h 1339999"/>
              <a:gd name="connsiteX60" fmla="*/ 6938854 w 10740954"/>
              <a:gd name="connsiteY60" fmla="*/ 571177 h 1339999"/>
              <a:gd name="connsiteX61" fmla="*/ 6663017 w 10740954"/>
              <a:gd name="connsiteY61" fmla="*/ 377202 h 1339999"/>
              <a:gd name="connsiteX62" fmla="*/ 6274301 w 10740954"/>
              <a:gd name="connsiteY62" fmla="*/ 858732 h 1339999"/>
              <a:gd name="connsiteX63" fmla="*/ 6650033 w 10740954"/>
              <a:gd name="connsiteY63" fmla="*/ 1329252 h 1339999"/>
              <a:gd name="connsiteX64" fmla="*/ 6938854 w 10740954"/>
              <a:gd name="connsiteY64" fmla="*/ 1126103 h 1339999"/>
              <a:gd name="connsiteX65" fmla="*/ 6938854 w 10740954"/>
              <a:gd name="connsiteY65" fmla="*/ 1195567 h 1339999"/>
              <a:gd name="connsiteX66" fmla="*/ 6948128 w 10740954"/>
              <a:gd name="connsiteY66" fmla="*/ 1310903 h 1339999"/>
              <a:gd name="connsiteX67" fmla="*/ 7103667 w 10740954"/>
              <a:gd name="connsiteY67" fmla="*/ 1310903 h 1339999"/>
              <a:gd name="connsiteX68" fmla="*/ 7092538 w 10740954"/>
              <a:gd name="connsiteY68" fmla="*/ 1120598 h 1339999"/>
              <a:gd name="connsiteX69" fmla="*/ 7092538 w 10740954"/>
              <a:gd name="connsiteY69" fmla="*/ 29358 h 1339999"/>
              <a:gd name="connsiteX70" fmla="*/ 8258155 w 10740954"/>
              <a:gd name="connsiteY70" fmla="*/ 29358 h 1339999"/>
              <a:gd name="connsiteX71" fmla="*/ 7258942 w 10740954"/>
              <a:gd name="connsiteY71" fmla="*/ 29358 h 1339999"/>
              <a:gd name="connsiteX72" fmla="*/ 7258942 w 10740954"/>
              <a:gd name="connsiteY72" fmla="*/ 163044 h 1339999"/>
              <a:gd name="connsiteX73" fmla="*/ 7678924 w 10740954"/>
              <a:gd name="connsiteY73" fmla="*/ 163044 h 1339999"/>
              <a:gd name="connsiteX74" fmla="*/ 7678924 w 10740954"/>
              <a:gd name="connsiteY74" fmla="*/ 1310903 h 1339999"/>
              <a:gd name="connsiteX75" fmla="*/ 7840028 w 10740954"/>
              <a:gd name="connsiteY75" fmla="*/ 1310903 h 1339999"/>
              <a:gd name="connsiteX76" fmla="*/ 7840028 w 10740954"/>
              <a:gd name="connsiteY76" fmla="*/ 163044 h 1339999"/>
              <a:gd name="connsiteX77" fmla="*/ 8258155 w 10740954"/>
              <a:gd name="connsiteY77" fmla="*/ 163044 h 1339999"/>
              <a:gd name="connsiteX78" fmla="*/ 8258155 w 10740954"/>
              <a:gd name="connsiteY78" fmla="*/ 29358 h 1339999"/>
              <a:gd name="connsiteX79" fmla="*/ 10185835 w 10740954"/>
              <a:gd name="connsiteY79" fmla="*/ 29358 h 1339999"/>
              <a:gd name="connsiteX80" fmla="*/ 10032151 w 10740954"/>
              <a:gd name="connsiteY80" fmla="*/ 29358 h 1339999"/>
              <a:gd name="connsiteX81" fmla="*/ 10032151 w 10740954"/>
              <a:gd name="connsiteY81" fmla="*/ 1310641 h 1339999"/>
              <a:gd name="connsiteX82" fmla="*/ 10185835 w 10740954"/>
              <a:gd name="connsiteY82" fmla="*/ 1310641 h 1339999"/>
              <a:gd name="connsiteX83" fmla="*/ 10185835 w 10740954"/>
              <a:gd name="connsiteY83" fmla="*/ 708532 h 1339999"/>
              <a:gd name="connsiteX84" fmla="*/ 10387480 w 10740954"/>
              <a:gd name="connsiteY84" fmla="*/ 494374 h 1339999"/>
              <a:gd name="connsiteX85" fmla="*/ 10587270 w 10740954"/>
              <a:gd name="connsiteY85" fmla="*/ 708532 h 1339999"/>
              <a:gd name="connsiteX86" fmla="*/ 10587270 w 10740954"/>
              <a:gd name="connsiteY86" fmla="*/ 1310903 h 1339999"/>
              <a:gd name="connsiteX87" fmla="*/ 10740955 w 10740954"/>
              <a:gd name="connsiteY87" fmla="*/ 1310903 h 1339999"/>
              <a:gd name="connsiteX88" fmla="*/ 10740955 w 10740954"/>
              <a:gd name="connsiteY88" fmla="*/ 677339 h 1339999"/>
              <a:gd name="connsiteX89" fmla="*/ 10443125 w 10740954"/>
              <a:gd name="connsiteY89" fmla="*/ 377202 h 1339999"/>
              <a:gd name="connsiteX90" fmla="*/ 10185835 w 10740954"/>
              <a:gd name="connsiteY90" fmla="*/ 536576 h 1339999"/>
              <a:gd name="connsiteX91" fmla="*/ 10185835 w 10740954"/>
              <a:gd name="connsiteY91" fmla="*/ 29358 h 1339999"/>
              <a:gd name="connsiteX92" fmla="*/ 2759431 w 10740954"/>
              <a:gd name="connsiteY92" fmla="*/ 1339999 h 1339999"/>
              <a:gd name="connsiteX93" fmla="*/ 3188688 w 10740954"/>
              <a:gd name="connsiteY93" fmla="*/ 917186 h 1339999"/>
              <a:gd name="connsiteX94" fmla="*/ 3188688 w 10740954"/>
              <a:gd name="connsiteY94" fmla="*/ 29358 h 1339999"/>
              <a:gd name="connsiteX95" fmla="*/ 2959221 w 10740954"/>
              <a:gd name="connsiteY95" fmla="*/ 29358 h 1339999"/>
              <a:gd name="connsiteX96" fmla="*/ 2959221 w 10740954"/>
              <a:gd name="connsiteY96" fmla="*/ 975903 h 1339999"/>
              <a:gd name="connsiteX97" fmla="*/ 2759431 w 10740954"/>
              <a:gd name="connsiteY97" fmla="*/ 1221255 h 1339999"/>
              <a:gd name="connsiteX98" fmla="*/ 2559641 w 10740954"/>
              <a:gd name="connsiteY98" fmla="*/ 957554 h 1339999"/>
              <a:gd name="connsiteX99" fmla="*/ 2559641 w 10740954"/>
              <a:gd name="connsiteY99" fmla="*/ 781928 h 1339999"/>
              <a:gd name="connsiteX100" fmla="*/ 2330175 w 10740954"/>
              <a:gd name="connsiteY100" fmla="*/ 838548 h 1339999"/>
              <a:gd name="connsiteX101" fmla="*/ 2330175 w 10740954"/>
              <a:gd name="connsiteY101" fmla="*/ 917186 h 1339999"/>
              <a:gd name="connsiteX102" fmla="*/ 2759431 w 10740954"/>
              <a:gd name="connsiteY102" fmla="*/ 1339999 h 1339999"/>
              <a:gd name="connsiteX103" fmla="*/ 1537905 w 10740954"/>
              <a:gd name="connsiteY103" fmla="*/ 1206314 h 1339999"/>
              <a:gd name="connsiteX104" fmla="*/ 1251204 w 10740954"/>
              <a:gd name="connsiteY104" fmla="*/ 911682 h 1339999"/>
              <a:gd name="connsiteX105" fmla="*/ 1364082 w 10740954"/>
              <a:gd name="connsiteY105" fmla="*/ 679174 h 1339999"/>
              <a:gd name="connsiteX106" fmla="*/ 1782210 w 10740954"/>
              <a:gd name="connsiteY106" fmla="*/ 1131345 h 1339999"/>
              <a:gd name="connsiteX107" fmla="*/ 1537905 w 10740954"/>
              <a:gd name="connsiteY107" fmla="*/ 1206314 h 1339999"/>
              <a:gd name="connsiteX108" fmla="*/ 1761807 w 10740954"/>
              <a:gd name="connsiteY108" fmla="*/ 550993 h 1339999"/>
              <a:gd name="connsiteX109" fmla="*/ 2004258 w 10740954"/>
              <a:gd name="connsiteY109" fmla="*/ 785336 h 1339999"/>
              <a:gd name="connsiteX110" fmla="*/ 1945168 w 10740954"/>
              <a:gd name="connsiteY110" fmla="*/ 981146 h 1339999"/>
              <a:gd name="connsiteX111" fmla="*/ 1582420 w 10740954"/>
              <a:gd name="connsiteY111" fmla="*/ 585856 h 1339999"/>
              <a:gd name="connsiteX112" fmla="*/ 1761807 w 10740954"/>
              <a:gd name="connsiteY112" fmla="*/ 550993 h 1339999"/>
              <a:gd name="connsiteX113" fmla="*/ 1537905 w 10740954"/>
              <a:gd name="connsiteY113" fmla="*/ 96987 h 1339999"/>
              <a:gd name="connsiteX114" fmla="*/ 1711727 w 10740954"/>
              <a:gd name="connsiteY114" fmla="*/ 272613 h 1339999"/>
              <a:gd name="connsiteX115" fmla="*/ 1532340 w 10740954"/>
              <a:gd name="connsiteY115" fmla="*/ 532644 h 1339999"/>
              <a:gd name="connsiteX116" fmla="*/ 1452848 w 10740954"/>
              <a:gd name="connsiteY116" fmla="*/ 444831 h 1339999"/>
              <a:gd name="connsiteX117" fmla="*/ 1362227 w 10740954"/>
              <a:gd name="connsiteY117" fmla="*/ 263701 h 1339999"/>
              <a:gd name="connsiteX118" fmla="*/ 1537905 w 10740954"/>
              <a:gd name="connsiteY118" fmla="*/ 96987 h 1339999"/>
              <a:gd name="connsiteX119" fmla="*/ 2002403 w 10740954"/>
              <a:gd name="connsiteY119" fmla="*/ 1043532 h 1339999"/>
              <a:gd name="connsiteX120" fmla="*/ 2159797 w 10740954"/>
              <a:gd name="connsiteY120" fmla="*/ 686514 h 1339999"/>
              <a:gd name="connsiteX121" fmla="*/ 1917346 w 10740954"/>
              <a:gd name="connsiteY121" fmla="*/ 454006 h 1339999"/>
              <a:gd name="connsiteX122" fmla="*/ 1695299 w 10740954"/>
              <a:gd name="connsiteY122" fmla="*/ 498044 h 1339999"/>
              <a:gd name="connsiteX123" fmla="*/ 1691589 w 10740954"/>
              <a:gd name="connsiteY123" fmla="*/ 490704 h 1339999"/>
              <a:gd name="connsiteX124" fmla="*/ 1891379 w 10740954"/>
              <a:gd name="connsiteY124" fmla="*/ 249022 h 1339999"/>
              <a:gd name="connsiteX125" fmla="*/ 1543469 w 10740954"/>
              <a:gd name="connsiteY125" fmla="*/ 0 h 1339999"/>
              <a:gd name="connsiteX126" fmla="*/ 1162173 w 10740954"/>
              <a:gd name="connsiteY126" fmla="*/ 316651 h 1339999"/>
              <a:gd name="connsiteX127" fmla="*/ 1310293 w 10740954"/>
              <a:gd name="connsiteY127" fmla="*/ 622292 h 1339999"/>
              <a:gd name="connsiteX128" fmla="*/ 1312147 w 10740954"/>
              <a:gd name="connsiteY128" fmla="*/ 625962 h 1339999"/>
              <a:gd name="connsiteX129" fmla="*/ 1047439 w 10740954"/>
              <a:gd name="connsiteY129" fmla="*/ 993990 h 1339999"/>
              <a:gd name="connsiteX130" fmla="*/ 1419462 w 10740954"/>
              <a:gd name="connsiteY130" fmla="*/ 1339999 h 1339999"/>
              <a:gd name="connsiteX131" fmla="*/ 1837589 w 10740954"/>
              <a:gd name="connsiteY131" fmla="*/ 1191635 h 1339999"/>
              <a:gd name="connsiteX132" fmla="*/ 1948613 w 10740954"/>
              <a:gd name="connsiteY132" fmla="*/ 1310641 h 1339999"/>
              <a:gd name="connsiteX133" fmla="*/ 2239024 w 10740954"/>
              <a:gd name="connsiteY133" fmla="*/ 1310641 h 1339999"/>
              <a:gd name="connsiteX134" fmla="*/ 2239024 w 10740954"/>
              <a:gd name="connsiteY134" fmla="*/ 1301466 h 1339999"/>
              <a:gd name="connsiteX135" fmla="*/ 2002403 w 10740954"/>
              <a:gd name="connsiteY135" fmla="*/ 1043532 h 1339999"/>
              <a:gd name="connsiteX136" fmla="*/ 429257 w 10740954"/>
              <a:gd name="connsiteY136" fmla="*/ 1339999 h 1339999"/>
              <a:gd name="connsiteX137" fmla="*/ 858513 w 10740954"/>
              <a:gd name="connsiteY137" fmla="*/ 917186 h 1339999"/>
              <a:gd name="connsiteX138" fmla="*/ 858513 w 10740954"/>
              <a:gd name="connsiteY138" fmla="*/ 29358 h 1339999"/>
              <a:gd name="connsiteX139" fmla="*/ 629046 w 10740954"/>
              <a:gd name="connsiteY139" fmla="*/ 29358 h 1339999"/>
              <a:gd name="connsiteX140" fmla="*/ 629046 w 10740954"/>
              <a:gd name="connsiteY140" fmla="*/ 975903 h 1339999"/>
              <a:gd name="connsiteX141" fmla="*/ 429257 w 10740954"/>
              <a:gd name="connsiteY141" fmla="*/ 1221255 h 1339999"/>
              <a:gd name="connsiteX142" fmla="*/ 229467 w 10740954"/>
              <a:gd name="connsiteY142" fmla="*/ 957554 h 1339999"/>
              <a:gd name="connsiteX143" fmla="*/ 229467 w 10740954"/>
              <a:gd name="connsiteY143" fmla="*/ 781928 h 1339999"/>
              <a:gd name="connsiteX144" fmla="*/ 0 w 10740954"/>
              <a:gd name="connsiteY144" fmla="*/ 838548 h 1339999"/>
              <a:gd name="connsiteX145" fmla="*/ 0 w 10740954"/>
              <a:gd name="connsiteY145" fmla="*/ 917186 h 1339999"/>
              <a:gd name="connsiteX146" fmla="*/ 429257 w 10740954"/>
              <a:gd name="connsiteY146" fmla="*/ 1339999 h 133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0740954" h="1339999">
                <a:moveTo>
                  <a:pt x="5490245" y="754143"/>
                </a:moveTo>
                <a:cubicBezTo>
                  <a:pt x="5510648" y="592934"/>
                  <a:pt x="5593850" y="501451"/>
                  <a:pt x="5740115" y="501451"/>
                </a:cubicBezTo>
                <a:cubicBezTo>
                  <a:pt x="5878961" y="501451"/>
                  <a:pt x="5960308" y="583759"/>
                  <a:pt x="5964018" y="754143"/>
                </a:cubicBezTo>
                <a:lnTo>
                  <a:pt x="5490245" y="754143"/>
                </a:lnTo>
                <a:moveTo>
                  <a:pt x="5739850" y="377202"/>
                </a:moveTo>
                <a:cubicBezTo>
                  <a:pt x="5495545" y="377202"/>
                  <a:pt x="5325432" y="547586"/>
                  <a:pt x="5325432" y="860567"/>
                </a:cubicBezTo>
                <a:cubicBezTo>
                  <a:pt x="5325432" y="1160704"/>
                  <a:pt x="5482826" y="1329252"/>
                  <a:pt x="5739850" y="1329252"/>
                </a:cubicBezTo>
                <a:cubicBezTo>
                  <a:pt x="5950769" y="1329252"/>
                  <a:pt x="6084050" y="1210246"/>
                  <a:pt x="6117437" y="1030950"/>
                </a:cubicBezTo>
                <a:lnTo>
                  <a:pt x="5976736" y="994252"/>
                </a:lnTo>
                <a:cubicBezTo>
                  <a:pt x="5952624" y="1148121"/>
                  <a:pt x="5869422" y="1201071"/>
                  <a:pt x="5754689" y="1201071"/>
                </a:cubicBezTo>
                <a:cubicBezTo>
                  <a:pt x="5571592" y="1201071"/>
                  <a:pt x="5489981" y="1067386"/>
                  <a:pt x="5484416" y="862402"/>
                </a:cubicBezTo>
                <a:lnTo>
                  <a:pt x="6119027" y="862402"/>
                </a:lnTo>
                <a:lnTo>
                  <a:pt x="6119027" y="811025"/>
                </a:lnTo>
                <a:cubicBezTo>
                  <a:pt x="6119292" y="490704"/>
                  <a:pt x="5943615" y="377202"/>
                  <a:pt x="5739850" y="377202"/>
                </a:cubicBezTo>
                <a:moveTo>
                  <a:pt x="8274584" y="754143"/>
                </a:moveTo>
                <a:cubicBezTo>
                  <a:pt x="8294987" y="592934"/>
                  <a:pt x="8378188" y="501451"/>
                  <a:pt x="8524454" y="501451"/>
                </a:cubicBezTo>
                <a:cubicBezTo>
                  <a:pt x="8663299" y="501451"/>
                  <a:pt x="8744646" y="583759"/>
                  <a:pt x="8748356" y="754143"/>
                </a:cubicBezTo>
                <a:lnTo>
                  <a:pt x="8274584" y="754143"/>
                </a:lnTo>
                <a:moveTo>
                  <a:pt x="8524454" y="377202"/>
                </a:moveTo>
                <a:cubicBezTo>
                  <a:pt x="8280149" y="377202"/>
                  <a:pt x="8110035" y="547586"/>
                  <a:pt x="8110035" y="860567"/>
                </a:cubicBezTo>
                <a:cubicBezTo>
                  <a:pt x="8110035" y="1160704"/>
                  <a:pt x="8267430" y="1329252"/>
                  <a:pt x="8524454" y="1329252"/>
                </a:cubicBezTo>
                <a:cubicBezTo>
                  <a:pt x="8735372" y="1329252"/>
                  <a:pt x="8868654" y="1210246"/>
                  <a:pt x="8902041" y="1030950"/>
                </a:cubicBezTo>
                <a:lnTo>
                  <a:pt x="8761340" y="994252"/>
                </a:lnTo>
                <a:cubicBezTo>
                  <a:pt x="8737227" y="1148121"/>
                  <a:pt x="8654025" y="1201071"/>
                  <a:pt x="8539292" y="1201071"/>
                </a:cubicBezTo>
                <a:cubicBezTo>
                  <a:pt x="8356196" y="1201071"/>
                  <a:pt x="8274584" y="1067386"/>
                  <a:pt x="8269019" y="862402"/>
                </a:cubicBezTo>
                <a:lnTo>
                  <a:pt x="8903630" y="862402"/>
                </a:lnTo>
                <a:lnTo>
                  <a:pt x="8903630" y="811025"/>
                </a:lnTo>
                <a:cubicBezTo>
                  <a:pt x="8903895" y="490704"/>
                  <a:pt x="8727953" y="377202"/>
                  <a:pt x="8524454" y="377202"/>
                </a:cubicBezTo>
                <a:moveTo>
                  <a:pt x="9484716" y="377202"/>
                </a:moveTo>
                <a:cubicBezTo>
                  <a:pt x="9231137" y="377202"/>
                  <a:pt x="9059169" y="552828"/>
                  <a:pt x="9059169" y="862402"/>
                </a:cubicBezTo>
                <a:cubicBezTo>
                  <a:pt x="9059169" y="1166208"/>
                  <a:pt x="9227428" y="1329252"/>
                  <a:pt x="9477297" y="1329252"/>
                </a:cubicBezTo>
                <a:cubicBezTo>
                  <a:pt x="9703054" y="1329252"/>
                  <a:pt x="9830771" y="1191897"/>
                  <a:pt x="9856739" y="1003427"/>
                </a:cubicBezTo>
                <a:lnTo>
                  <a:pt x="9710473" y="968564"/>
                </a:lnTo>
                <a:cubicBezTo>
                  <a:pt x="9684506" y="1140520"/>
                  <a:pt x="9610579" y="1199236"/>
                  <a:pt x="9488426" y="1199236"/>
                </a:cubicBezTo>
                <a:cubicBezTo>
                  <a:pt x="9310894" y="1199236"/>
                  <a:pt x="9220008" y="1071056"/>
                  <a:pt x="9220008" y="851392"/>
                </a:cubicBezTo>
                <a:cubicBezTo>
                  <a:pt x="9220008" y="622554"/>
                  <a:pt x="9316193" y="507218"/>
                  <a:pt x="9481006" y="507218"/>
                </a:cubicBezTo>
                <a:cubicBezTo>
                  <a:pt x="9597595" y="507218"/>
                  <a:pt x="9682651" y="564100"/>
                  <a:pt x="9710473" y="726881"/>
                </a:cubicBezTo>
                <a:lnTo>
                  <a:pt x="9856739" y="692018"/>
                </a:lnTo>
                <a:cubicBezTo>
                  <a:pt x="9830771" y="505383"/>
                  <a:pt x="9703054" y="377202"/>
                  <a:pt x="9484716" y="377202"/>
                </a:cubicBezTo>
                <a:moveTo>
                  <a:pt x="5112923" y="29358"/>
                </a:moveTo>
                <a:lnTo>
                  <a:pt x="4868618" y="29358"/>
                </a:lnTo>
                <a:lnTo>
                  <a:pt x="4485467" y="1061881"/>
                </a:lnTo>
                <a:lnTo>
                  <a:pt x="4100726" y="29358"/>
                </a:lnTo>
                <a:lnTo>
                  <a:pt x="3845291" y="29358"/>
                </a:lnTo>
                <a:lnTo>
                  <a:pt x="3845291" y="1310641"/>
                </a:lnTo>
                <a:lnTo>
                  <a:pt x="4006130" y="1310641"/>
                </a:lnTo>
                <a:lnTo>
                  <a:pt x="4006130" y="206819"/>
                </a:lnTo>
                <a:lnTo>
                  <a:pt x="4418694" y="1310641"/>
                </a:lnTo>
                <a:lnTo>
                  <a:pt x="4542701" y="1310641"/>
                </a:lnTo>
                <a:lnTo>
                  <a:pt x="4951820" y="204984"/>
                </a:lnTo>
                <a:lnTo>
                  <a:pt x="4951820" y="1310641"/>
                </a:lnTo>
                <a:lnTo>
                  <a:pt x="5112923" y="1310641"/>
                </a:lnTo>
                <a:lnTo>
                  <a:pt x="5112923" y="29358"/>
                </a:lnTo>
                <a:moveTo>
                  <a:pt x="6688984" y="1198974"/>
                </a:moveTo>
                <a:cubicBezTo>
                  <a:pt x="6537154" y="1198974"/>
                  <a:pt x="6435405" y="1090977"/>
                  <a:pt x="6435405" y="852965"/>
                </a:cubicBezTo>
                <a:cubicBezTo>
                  <a:pt x="6435405" y="613118"/>
                  <a:pt x="6537154" y="506956"/>
                  <a:pt x="6688984" y="506956"/>
                </a:cubicBezTo>
                <a:cubicBezTo>
                  <a:pt x="6840814" y="506956"/>
                  <a:pt x="6942564" y="613118"/>
                  <a:pt x="6942564" y="852965"/>
                </a:cubicBezTo>
                <a:cubicBezTo>
                  <a:pt x="6942564" y="1090977"/>
                  <a:pt x="6840814" y="1198974"/>
                  <a:pt x="6688984" y="1198974"/>
                </a:cubicBezTo>
                <a:moveTo>
                  <a:pt x="7092538" y="29358"/>
                </a:moveTo>
                <a:lnTo>
                  <a:pt x="6938854" y="29358"/>
                </a:lnTo>
                <a:lnTo>
                  <a:pt x="6938854" y="571177"/>
                </a:lnTo>
                <a:cubicBezTo>
                  <a:pt x="6905467" y="470520"/>
                  <a:pt x="6824120" y="377202"/>
                  <a:pt x="6663017" y="377202"/>
                </a:cubicBezTo>
                <a:cubicBezTo>
                  <a:pt x="6455808" y="377202"/>
                  <a:pt x="6274301" y="538411"/>
                  <a:pt x="6274301" y="858732"/>
                </a:cubicBezTo>
                <a:cubicBezTo>
                  <a:pt x="6274301" y="1182722"/>
                  <a:pt x="6455543" y="1329252"/>
                  <a:pt x="6650033" y="1329252"/>
                </a:cubicBezTo>
                <a:cubicBezTo>
                  <a:pt x="6796299" y="1329252"/>
                  <a:pt x="6903612" y="1245109"/>
                  <a:pt x="6938854" y="1126103"/>
                </a:cubicBezTo>
                <a:lnTo>
                  <a:pt x="6938854" y="1195567"/>
                </a:lnTo>
                <a:cubicBezTo>
                  <a:pt x="6938854" y="1237769"/>
                  <a:pt x="6942564" y="1283380"/>
                  <a:pt x="6948128" y="1310903"/>
                </a:cubicBezTo>
                <a:lnTo>
                  <a:pt x="7103667" y="1310903"/>
                </a:lnTo>
                <a:cubicBezTo>
                  <a:pt x="7096248" y="1266865"/>
                  <a:pt x="7092538" y="1202906"/>
                  <a:pt x="7092538" y="1120598"/>
                </a:cubicBezTo>
                <a:lnTo>
                  <a:pt x="7092538" y="29358"/>
                </a:lnTo>
                <a:moveTo>
                  <a:pt x="8258155" y="29358"/>
                </a:moveTo>
                <a:lnTo>
                  <a:pt x="7258942" y="29358"/>
                </a:lnTo>
                <a:lnTo>
                  <a:pt x="7258942" y="163044"/>
                </a:lnTo>
                <a:lnTo>
                  <a:pt x="7678924" y="163044"/>
                </a:lnTo>
                <a:lnTo>
                  <a:pt x="7678924" y="1310903"/>
                </a:lnTo>
                <a:lnTo>
                  <a:pt x="7840028" y="1310903"/>
                </a:lnTo>
                <a:lnTo>
                  <a:pt x="7840028" y="163044"/>
                </a:lnTo>
                <a:lnTo>
                  <a:pt x="8258155" y="163044"/>
                </a:lnTo>
                <a:lnTo>
                  <a:pt x="8258155" y="29358"/>
                </a:lnTo>
                <a:moveTo>
                  <a:pt x="10185835" y="29358"/>
                </a:moveTo>
                <a:lnTo>
                  <a:pt x="10032151" y="29358"/>
                </a:lnTo>
                <a:lnTo>
                  <a:pt x="10032151" y="1310641"/>
                </a:lnTo>
                <a:lnTo>
                  <a:pt x="10185835" y="1310641"/>
                </a:lnTo>
                <a:lnTo>
                  <a:pt x="10185835" y="708532"/>
                </a:lnTo>
                <a:cubicBezTo>
                  <a:pt x="10185835" y="580352"/>
                  <a:pt x="10250489" y="494374"/>
                  <a:pt x="10387480" y="494374"/>
                </a:cubicBezTo>
                <a:cubicBezTo>
                  <a:pt x="10522617" y="494374"/>
                  <a:pt x="10587270" y="580352"/>
                  <a:pt x="10587270" y="708532"/>
                </a:cubicBezTo>
                <a:lnTo>
                  <a:pt x="10587270" y="1310903"/>
                </a:lnTo>
                <a:lnTo>
                  <a:pt x="10740955" y="1310903"/>
                </a:lnTo>
                <a:lnTo>
                  <a:pt x="10740955" y="677339"/>
                </a:lnTo>
                <a:cubicBezTo>
                  <a:pt x="10740955" y="505383"/>
                  <a:pt x="10633640" y="377202"/>
                  <a:pt x="10443125" y="377202"/>
                </a:cubicBezTo>
                <a:cubicBezTo>
                  <a:pt x="10315408" y="377202"/>
                  <a:pt x="10221077" y="434084"/>
                  <a:pt x="10185835" y="536576"/>
                </a:cubicBezTo>
                <a:lnTo>
                  <a:pt x="10185835" y="29358"/>
                </a:lnTo>
                <a:moveTo>
                  <a:pt x="2759431" y="1339999"/>
                </a:moveTo>
                <a:cubicBezTo>
                  <a:pt x="3068390" y="1339999"/>
                  <a:pt x="3188688" y="1157034"/>
                  <a:pt x="3188688" y="917186"/>
                </a:cubicBezTo>
                <a:lnTo>
                  <a:pt x="3188688" y="29358"/>
                </a:lnTo>
                <a:lnTo>
                  <a:pt x="2959221" y="29358"/>
                </a:lnTo>
                <a:lnTo>
                  <a:pt x="2959221" y="975903"/>
                </a:lnTo>
                <a:cubicBezTo>
                  <a:pt x="2959221" y="1129772"/>
                  <a:pt x="2900132" y="1221255"/>
                  <a:pt x="2759431" y="1221255"/>
                </a:cubicBezTo>
                <a:cubicBezTo>
                  <a:pt x="2620585" y="1221255"/>
                  <a:pt x="2559641" y="1124268"/>
                  <a:pt x="2559641" y="957554"/>
                </a:cubicBezTo>
                <a:lnTo>
                  <a:pt x="2559641" y="781928"/>
                </a:lnTo>
                <a:lnTo>
                  <a:pt x="2330175" y="838548"/>
                </a:lnTo>
                <a:lnTo>
                  <a:pt x="2330175" y="917186"/>
                </a:lnTo>
                <a:cubicBezTo>
                  <a:pt x="2329910" y="1157034"/>
                  <a:pt x="2450207" y="1339999"/>
                  <a:pt x="2759431" y="1339999"/>
                </a:cubicBezTo>
                <a:moveTo>
                  <a:pt x="1537905" y="1206314"/>
                </a:moveTo>
                <a:cubicBezTo>
                  <a:pt x="1360373" y="1206314"/>
                  <a:pt x="1251204" y="1063454"/>
                  <a:pt x="1251204" y="911682"/>
                </a:cubicBezTo>
                <a:cubicBezTo>
                  <a:pt x="1251204" y="816529"/>
                  <a:pt x="1293864" y="728716"/>
                  <a:pt x="1364082" y="679174"/>
                </a:cubicBezTo>
                <a:lnTo>
                  <a:pt x="1782210" y="1131345"/>
                </a:lnTo>
                <a:cubicBezTo>
                  <a:pt x="1704573" y="1176955"/>
                  <a:pt x="1617662" y="1206314"/>
                  <a:pt x="1537905" y="1206314"/>
                </a:cubicBezTo>
                <a:moveTo>
                  <a:pt x="1761807" y="550993"/>
                </a:moveTo>
                <a:cubicBezTo>
                  <a:pt x="1911782" y="550993"/>
                  <a:pt x="2004258" y="636971"/>
                  <a:pt x="2004258" y="785336"/>
                </a:cubicBezTo>
                <a:cubicBezTo>
                  <a:pt x="2004258" y="851130"/>
                  <a:pt x="1985709" y="919021"/>
                  <a:pt x="1945168" y="981146"/>
                </a:cubicBezTo>
                <a:lnTo>
                  <a:pt x="1582420" y="585856"/>
                </a:lnTo>
                <a:cubicBezTo>
                  <a:pt x="1647074" y="560168"/>
                  <a:pt x="1710137" y="550993"/>
                  <a:pt x="1761807" y="550993"/>
                </a:cubicBezTo>
                <a:moveTo>
                  <a:pt x="1537905" y="96987"/>
                </a:moveTo>
                <a:cubicBezTo>
                  <a:pt x="1647074" y="96987"/>
                  <a:pt x="1711727" y="159112"/>
                  <a:pt x="1711727" y="272613"/>
                </a:cubicBezTo>
                <a:cubicBezTo>
                  <a:pt x="1711727" y="376940"/>
                  <a:pt x="1659792" y="475763"/>
                  <a:pt x="1532340" y="532644"/>
                </a:cubicBezTo>
                <a:lnTo>
                  <a:pt x="1452848" y="444831"/>
                </a:lnTo>
                <a:cubicBezTo>
                  <a:pt x="1382630" y="368028"/>
                  <a:pt x="1362227" y="320321"/>
                  <a:pt x="1362227" y="263701"/>
                </a:cubicBezTo>
                <a:cubicBezTo>
                  <a:pt x="1362227" y="157539"/>
                  <a:pt x="1430590" y="96987"/>
                  <a:pt x="1537905" y="96987"/>
                </a:cubicBezTo>
                <a:moveTo>
                  <a:pt x="2002403" y="1043532"/>
                </a:moveTo>
                <a:cubicBezTo>
                  <a:pt x="2102298" y="926361"/>
                  <a:pt x="2159797" y="798180"/>
                  <a:pt x="2159797" y="686514"/>
                </a:cubicBezTo>
                <a:cubicBezTo>
                  <a:pt x="2159797" y="547324"/>
                  <a:pt x="2065466" y="454006"/>
                  <a:pt x="1917346" y="454006"/>
                </a:cubicBezTo>
                <a:cubicBezTo>
                  <a:pt x="1839709" y="454006"/>
                  <a:pt x="1752533" y="476025"/>
                  <a:pt x="1695299" y="498044"/>
                </a:cubicBezTo>
                <a:lnTo>
                  <a:pt x="1691589" y="490704"/>
                </a:lnTo>
                <a:cubicBezTo>
                  <a:pt x="1832290" y="415735"/>
                  <a:pt x="1891379" y="346009"/>
                  <a:pt x="1891379" y="249022"/>
                </a:cubicBezTo>
                <a:cubicBezTo>
                  <a:pt x="1891379" y="109832"/>
                  <a:pt x="1765517" y="0"/>
                  <a:pt x="1543469" y="0"/>
                </a:cubicBezTo>
                <a:cubicBezTo>
                  <a:pt x="1288035" y="0"/>
                  <a:pt x="1162173" y="141025"/>
                  <a:pt x="1162173" y="316651"/>
                </a:cubicBezTo>
                <a:cubicBezTo>
                  <a:pt x="1162173" y="411803"/>
                  <a:pt x="1202978" y="506956"/>
                  <a:pt x="1310293" y="622292"/>
                </a:cubicBezTo>
                <a:lnTo>
                  <a:pt x="1312147" y="625962"/>
                </a:lnTo>
                <a:cubicBezTo>
                  <a:pt x="1130906" y="711940"/>
                  <a:pt x="1047439" y="851130"/>
                  <a:pt x="1047439" y="993990"/>
                </a:cubicBezTo>
                <a:cubicBezTo>
                  <a:pt x="1047439" y="1182460"/>
                  <a:pt x="1193704" y="1339999"/>
                  <a:pt x="1419462" y="1339999"/>
                </a:cubicBezTo>
                <a:cubicBezTo>
                  <a:pt x="1549033" y="1339999"/>
                  <a:pt x="1700863" y="1286787"/>
                  <a:pt x="1837589" y="1191635"/>
                </a:cubicBezTo>
                <a:lnTo>
                  <a:pt x="1948613" y="1310641"/>
                </a:lnTo>
                <a:lnTo>
                  <a:pt x="2239024" y="1310641"/>
                </a:lnTo>
                <a:lnTo>
                  <a:pt x="2239024" y="1301466"/>
                </a:lnTo>
                <a:lnTo>
                  <a:pt x="2002403" y="1043532"/>
                </a:lnTo>
                <a:close/>
                <a:moveTo>
                  <a:pt x="429257" y="1339999"/>
                </a:moveTo>
                <a:cubicBezTo>
                  <a:pt x="738215" y="1339999"/>
                  <a:pt x="858513" y="1157034"/>
                  <a:pt x="858513" y="917186"/>
                </a:cubicBezTo>
                <a:lnTo>
                  <a:pt x="858513" y="29358"/>
                </a:lnTo>
                <a:lnTo>
                  <a:pt x="629046" y="29358"/>
                </a:lnTo>
                <a:lnTo>
                  <a:pt x="629046" y="975903"/>
                </a:lnTo>
                <a:cubicBezTo>
                  <a:pt x="629046" y="1129772"/>
                  <a:pt x="569957" y="1221255"/>
                  <a:pt x="429257" y="1221255"/>
                </a:cubicBezTo>
                <a:cubicBezTo>
                  <a:pt x="290411" y="1221255"/>
                  <a:pt x="229467" y="1124268"/>
                  <a:pt x="229467" y="957554"/>
                </a:cubicBezTo>
                <a:lnTo>
                  <a:pt x="229467" y="781928"/>
                </a:lnTo>
                <a:lnTo>
                  <a:pt x="0" y="838548"/>
                </a:lnTo>
                <a:lnTo>
                  <a:pt x="0" y="917186"/>
                </a:lnTo>
                <a:cubicBezTo>
                  <a:pt x="0" y="1157034"/>
                  <a:pt x="120298" y="1339999"/>
                  <a:pt x="429257" y="1339999"/>
                </a:cubicBezTo>
              </a:path>
            </a:pathLst>
          </a:custGeom>
          <a:solidFill>
            <a:schemeClr val="bg1"/>
          </a:solidFill>
          <a:ln w="26484" cap="flat">
            <a:noFill/>
            <a:prstDash val="solid"/>
            <a:miter/>
          </a:ln>
        </p:spPr>
        <p:txBody>
          <a:bodyPr rtlCol="0" anchor="ctr"/>
          <a:lstStyle/>
          <a:p>
            <a:endParaRPr lang="en-GB"/>
          </a:p>
        </p:txBody>
      </p:sp>
      <p:sp>
        <p:nvSpPr>
          <p:cNvPr id="11" name="Footer Placeholder 4">
            <a:extLst>
              <a:ext uri="{FF2B5EF4-FFF2-40B4-BE49-F238E27FC236}">
                <a16:creationId xmlns:a16="http://schemas.microsoft.com/office/drawing/2014/main" id="{4E4FAF6C-2B81-538A-014B-D0059731D04C}"/>
              </a:ext>
            </a:extLst>
          </p:cNvPr>
          <p:cNvSpPr txBox="1">
            <a:spLocks/>
          </p:cNvSpPr>
          <p:nvPr userDrawn="1"/>
        </p:nvSpPr>
        <p:spPr>
          <a:xfrm>
            <a:off x="3718719" y="6412175"/>
            <a:ext cx="4754563" cy="153463"/>
          </a:xfrm>
          <a:prstGeom prst="rect">
            <a:avLst/>
          </a:prstGeom>
        </p:spPr>
        <p:txBody>
          <a:bodyPr vert="horz" lIns="0" tIns="0" rIns="0" bIns="0" rtlCol="0" anchor="ctr"/>
          <a:lstStyle>
            <a:defPPr>
              <a:defRPr lang="en-US"/>
            </a:defPPr>
            <a:lvl1pPr marL="0" marR="0" indent="0" algn="ctr" defTabSz="914400" rtl="0" eaLnBrk="1" fontAlgn="auto" latinLnBrk="0" hangingPunct="1">
              <a:lnSpc>
                <a:spcPct val="110000"/>
              </a:lnSpc>
              <a:spcBef>
                <a:spcPts val="600"/>
              </a:spcBef>
              <a:spcAft>
                <a:spcPts val="600"/>
              </a:spcAft>
              <a:buClrTx/>
              <a:buSzTx/>
              <a:buFontTx/>
              <a:buNone/>
              <a:tabLst/>
              <a:defRPr sz="900" b="0" i="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a:solidFill>
                  <a:schemeClr val="bg1"/>
                </a:solidFill>
              </a:rPr>
              <a:t>Confidential. For internal use only. Not for use with any customer or for external distribution.</a:t>
            </a:r>
          </a:p>
        </p:txBody>
      </p:sp>
      <p:sp>
        <p:nvSpPr>
          <p:cNvPr id="12" name="TextBox 11">
            <a:extLst>
              <a:ext uri="{FF2B5EF4-FFF2-40B4-BE49-F238E27FC236}">
                <a16:creationId xmlns:a16="http://schemas.microsoft.com/office/drawing/2014/main" id="{16E77540-0ACA-1FF3-145A-B507443DBC61}"/>
              </a:ext>
            </a:extLst>
          </p:cNvPr>
          <p:cNvSpPr txBox="1"/>
          <p:nvPr userDrawn="1"/>
        </p:nvSpPr>
        <p:spPr>
          <a:xfrm>
            <a:off x="10302828" y="6419850"/>
            <a:ext cx="931467" cy="138114"/>
          </a:xfrm>
          <a:prstGeom prst="rect">
            <a:avLst/>
          </a:prstGeom>
          <a:noFill/>
        </p:spPr>
        <p:txBody>
          <a:bodyPr wrap="square" lIns="0" tIns="0" rIns="0" bIns="0" rtlCol="0" anchor="ctr" anchorCtr="0">
            <a:noAutofit/>
          </a:bodyPr>
          <a:lstStyle/>
          <a:p>
            <a:pPr algn="l"/>
            <a:r>
              <a:rPr lang="en-US" sz="1100" kern="1200" noProof="1">
                <a:solidFill>
                  <a:schemeClr val="bg1"/>
                </a:solidFill>
                <a:latin typeface="+mn-lt"/>
                <a:ea typeface="+mn-ea"/>
                <a:cs typeface="+mn-cs"/>
              </a:rPr>
              <a:t>Orthopaedics</a:t>
            </a:r>
          </a:p>
        </p:txBody>
      </p:sp>
      <p:sp>
        <p:nvSpPr>
          <p:cNvPr id="13" name="Rectangle 12">
            <a:extLst>
              <a:ext uri="{FF2B5EF4-FFF2-40B4-BE49-F238E27FC236}">
                <a16:creationId xmlns:a16="http://schemas.microsoft.com/office/drawing/2014/main" id="{12C0D018-D56D-91DC-7426-E19855BD1BDF}"/>
              </a:ext>
            </a:extLst>
          </p:cNvPr>
          <p:cNvSpPr/>
          <p:nvPr userDrawn="1"/>
        </p:nvSpPr>
        <p:spPr>
          <a:xfrm>
            <a:off x="10193101" y="6333458"/>
            <a:ext cx="18288" cy="3108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Tree>
    <p:extLst>
      <p:ext uri="{BB962C8B-B14F-4D97-AF65-F5344CB8AC3E}">
        <p14:creationId xmlns:p14="http://schemas.microsoft.com/office/powerpoint/2010/main" val="89743199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Key Numbers [Accessible Version]">
    <p:bg>
      <p:bgPr>
        <a:solidFill>
          <a:srgbClr val="F6F3F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429BCB1-0FF2-B8E0-831A-4C2A0BEF189C}"/>
              </a:ext>
            </a:extLst>
          </p:cNvPr>
          <p:cNvSpPr>
            <a:spLocks noGrp="1"/>
          </p:cNvSpPr>
          <p:nvPr>
            <p:ph type="title"/>
          </p:nvPr>
        </p:nvSpPr>
        <p:spPr>
          <a:xfrm>
            <a:off x="288303" y="273600"/>
            <a:ext cx="1811959" cy="397032"/>
          </a:xfrm>
        </p:spPr>
        <p:txBody>
          <a:bodyPr/>
          <a:lstStyle>
            <a:lvl1pPr>
              <a:lnSpc>
                <a:spcPct val="85000"/>
              </a:lnSpc>
              <a:defRPr sz="1500" b="1" i="0">
                <a:solidFill>
                  <a:schemeClr val="tx1"/>
                </a:solidFill>
                <a:latin typeface="Johnson Text" pitchFamily="2" charset="77"/>
              </a:defRPr>
            </a:lvl1pPr>
          </a:lstStyle>
          <a:p>
            <a:r>
              <a:rPr lang="en-US"/>
              <a:t>Click to edit Master title style</a:t>
            </a:r>
            <a:endParaRPr lang="en-GB"/>
          </a:p>
        </p:txBody>
      </p:sp>
      <p:sp>
        <p:nvSpPr>
          <p:cNvPr id="4" name="Footer Placeholder 3">
            <a:extLst>
              <a:ext uri="{FF2B5EF4-FFF2-40B4-BE49-F238E27FC236}">
                <a16:creationId xmlns:a16="http://schemas.microsoft.com/office/drawing/2014/main" id="{4C3DE09C-0B1B-D45B-6ABB-863B5E08717C}"/>
              </a:ext>
            </a:extLst>
          </p:cNvPr>
          <p:cNvSpPr>
            <a:spLocks noGrp="1"/>
          </p:cNvSpPr>
          <p:nvPr>
            <p:ph type="ftr" sz="quarter" idx="11"/>
          </p:nvPr>
        </p:nvSpPr>
        <p:spPr/>
        <p:txBody>
          <a:bodyPr/>
          <a:lstStyle>
            <a:lvl1pPr>
              <a:defRPr>
                <a:solidFill>
                  <a:schemeClr val="tx1"/>
                </a:solidFill>
              </a:defRPr>
            </a:lvl1pPr>
          </a:lstStyle>
          <a:p>
            <a:r>
              <a:rPr lang="en-GB"/>
              <a:t>Slide footer goes here if required</a:t>
            </a: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lvl1pPr>
              <a:defRPr>
                <a:solidFill>
                  <a:schemeClr val="tx1"/>
                </a:solidFill>
              </a:defRPr>
            </a:lvl1pPr>
          </a:lstStyle>
          <a:p>
            <a:fld id="{AEC8D767-5246-2244-A4A3-B8AFB218393C}" type="slidenum">
              <a:rPr lang="en-GB" smtClean="0"/>
              <a:pPr/>
              <a:t>‹#›</a:t>
            </a:fld>
            <a:endParaRPr lang="en-GB"/>
          </a:p>
        </p:txBody>
      </p:sp>
      <p:sp>
        <p:nvSpPr>
          <p:cNvPr id="2" name="Picture Placeholder 91">
            <a:extLst>
              <a:ext uri="{FF2B5EF4-FFF2-40B4-BE49-F238E27FC236}">
                <a16:creationId xmlns:a16="http://schemas.microsoft.com/office/drawing/2014/main" id="{26B4C449-2487-DF2A-7645-8218B023E592}"/>
              </a:ext>
            </a:extLst>
          </p:cNvPr>
          <p:cNvSpPr>
            <a:spLocks noGrp="1"/>
          </p:cNvSpPr>
          <p:nvPr>
            <p:ph type="pic" sz="quarter" idx="55" hasCustomPrompt="1"/>
          </p:nvPr>
        </p:nvSpPr>
        <p:spPr>
          <a:xfrm>
            <a:off x="3225799" y="291037"/>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a:lvl1pPr>
            <a:lvl9pPr>
              <a:defRPr>
                <a:solidFill>
                  <a:schemeClr val="tx1"/>
                </a:solidFill>
              </a:defRPr>
            </a:lvl9pPr>
          </a:lstStyle>
          <a:p>
            <a:pPr lvl="8"/>
            <a:r>
              <a:rPr lang="en-GB"/>
              <a:t> </a:t>
            </a:r>
          </a:p>
        </p:txBody>
      </p:sp>
      <p:sp>
        <p:nvSpPr>
          <p:cNvPr id="6" name="Text Placeholder 14">
            <a:extLst>
              <a:ext uri="{FF2B5EF4-FFF2-40B4-BE49-F238E27FC236}">
                <a16:creationId xmlns:a16="http://schemas.microsoft.com/office/drawing/2014/main" id="{D7090765-328D-D615-6AFB-B0F523075373}"/>
              </a:ext>
            </a:extLst>
          </p:cNvPr>
          <p:cNvSpPr>
            <a:spLocks noGrp="1"/>
          </p:cNvSpPr>
          <p:nvPr>
            <p:ph type="body" sz="quarter" idx="60"/>
          </p:nvPr>
        </p:nvSpPr>
        <p:spPr>
          <a:xfrm>
            <a:off x="8124824" y="527050"/>
            <a:ext cx="3775075" cy="14986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
        <p:nvSpPr>
          <p:cNvPr id="12" name="Picture Placeholder 91">
            <a:extLst>
              <a:ext uri="{FF2B5EF4-FFF2-40B4-BE49-F238E27FC236}">
                <a16:creationId xmlns:a16="http://schemas.microsoft.com/office/drawing/2014/main" id="{04E11CE5-CC63-4DF3-91BC-7D123FA2380B}"/>
              </a:ext>
            </a:extLst>
          </p:cNvPr>
          <p:cNvSpPr>
            <a:spLocks noGrp="1"/>
          </p:cNvSpPr>
          <p:nvPr>
            <p:ph type="pic" sz="quarter" idx="67" hasCustomPrompt="1"/>
          </p:nvPr>
        </p:nvSpPr>
        <p:spPr>
          <a:xfrm>
            <a:off x="3225799" y="2282397"/>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a:lvl1pPr>
            <a:lvl9pPr>
              <a:defRPr>
                <a:solidFill>
                  <a:schemeClr val="tx1"/>
                </a:solidFill>
              </a:defRPr>
            </a:lvl9pPr>
          </a:lstStyle>
          <a:p>
            <a:pPr lvl="8"/>
            <a:r>
              <a:rPr lang="en-GB"/>
              <a:t> </a:t>
            </a:r>
          </a:p>
        </p:txBody>
      </p:sp>
      <p:sp>
        <p:nvSpPr>
          <p:cNvPr id="16" name="Text Placeholder 14">
            <a:extLst>
              <a:ext uri="{FF2B5EF4-FFF2-40B4-BE49-F238E27FC236}">
                <a16:creationId xmlns:a16="http://schemas.microsoft.com/office/drawing/2014/main" id="{89F6050B-0591-0406-0A2B-C58DB12244B1}"/>
              </a:ext>
            </a:extLst>
          </p:cNvPr>
          <p:cNvSpPr>
            <a:spLocks noGrp="1"/>
          </p:cNvSpPr>
          <p:nvPr>
            <p:ph type="body" sz="quarter" idx="69"/>
          </p:nvPr>
        </p:nvSpPr>
        <p:spPr>
          <a:xfrm>
            <a:off x="8124824" y="2518410"/>
            <a:ext cx="3775075" cy="14986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
        <p:nvSpPr>
          <p:cNvPr id="17" name="Picture Placeholder 91">
            <a:extLst>
              <a:ext uri="{FF2B5EF4-FFF2-40B4-BE49-F238E27FC236}">
                <a16:creationId xmlns:a16="http://schemas.microsoft.com/office/drawing/2014/main" id="{95D4FFE4-0D64-5F30-AD0F-100BD6D65389}"/>
              </a:ext>
            </a:extLst>
          </p:cNvPr>
          <p:cNvSpPr>
            <a:spLocks noGrp="1"/>
          </p:cNvSpPr>
          <p:nvPr>
            <p:ph type="pic" sz="quarter" idx="70" hasCustomPrompt="1"/>
          </p:nvPr>
        </p:nvSpPr>
        <p:spPr>
          <a:xfrm>
            <a:off x="3225799" y="4286469"/>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a:lvl1pPr>
            <a:lvl9pPr>
              <a:defRPr>
                <a:solidFill>
                  <a:schemeClr val="tx1"/>
                </a:solidFill>
              </a:defRPr>
            </a:lvl9pPr>
          </a:lstStyle>
          <a:p>
            <a:pPr lvl="8"/>
            <a:r>
              <a:rPr lang="en-GB"/>
              <a:t> </a:t>
            </a:r>
          </a:p>
        </p:txBody>
      </p:sp>
      <p:sp>
        <p:nvSpPr>
          <p:cNvPr id="21" name="Text Placeholder 14">
            <a:extLst>
              <a:ext uri="{FF2B5EF4-FFF2-40B4-BE49-F238E27FC236}">
                <a16:creationId xmlns:a16="http://schemas.microsoft.com/office/drawing/2014/main" id="{C4F52E6D-F9EF-905D-6975-963F7D958ED5}"/>
              </a:ext>
            </a:extLst>
          </p:cNvPr>
          <p:cNvSpPr>
            <a:spLocks noGrp="1"/>
          </p:cNvSpPr>
          <p:nvPr>
            <p:ph type="body" sz="quarter" idx="72"/>
          </p:nvPr>
        </p:nvSpPr>
        <p:spPr>
          <a:xfrm>
            <a:off x="8124824" y="4522482"/>
            <a:ext cx="3775075" cy="14986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
        <p:nvSpPr>
          <p:cNvPr id="23" name="Text Placeholder 26">
            <a:extLst>
              <a:ext uri="{FF2B5EF4-FFF2-40B4-BE49-F238E27FC236}">
                <a16:creationId xmlns:a16="http://schemas.microsoft.com/office/drawing/2014/main" id="{C4A7D748-90AF-308A-44E9-BE56492932EB}"/>
              </a:ext>
            </a:extLst>
          </p:cNvPr>
          <p:cNvSpPr>
            <a:spLocks noGrp="1"/>
          </p:cNvSpPr>
          <p:nvPr>
            <p:ph type="body" sz="quarter" idx="74" hasCustomPrompt="1"/>
          </p:nvPr>
        </p:nvSpPr>
        <p:spPr>
          <a:xfrm>
            <a:off x="3225800" y="111125"/>
            <a:ext cx="3776663" cy="1789113"/>
          </a:xfrm>
        </p:spPr>
        <p:txBody>
          <a:bodyPr/>
          <a:lstStyle>
            <a:lvl1pPr>
              <a:defRPr sz="11000">
                <a:solidFill>
                  <a:schemeClr val="tx2"/>
                </a:solidFill>
                <a:latin typeface="+mj-lt"/>
              </a:defRPr>
            </a:lvl1pPr>
          </a:lstStyle>
          <a:p>
            <a:pPr lvl="0"/>
            <a:r>
              <a:rPr lang="en-GB"/>
              <a:t>00</a:t>
            </a:r>
          </a:p>
        </p:txBody>
      </p:sp>
      <p:sp>
        <p:nvSpPr>
          <p:cNvPr id="26" name="Text Placeholder 26">
            <a:extLst>
              <a:ext uri="{FF2B5EF4-FFF2-40B4-BE49-F238E27FC236}">
                <a16:creationId xmlns:a16="http://schemas.microsoft.com/office/drawing/2014/main" id="{ED360C76-27A8-44D1-6730-F7FA8D1EC543}"/>
              </a:ext>
            </a:extLst>
          </p:cNvPr>
          <p:cNvSpPr>
            <a:spLocks noGrp="1"/>
          </p:cNvSpPr>
          <p:nvPr>
            <p:ph type="body" sz="quarter" idx="75" hasCustomPrompt="1"/>
          </p:nvPr>
        </p:nvSpPr>
        <p:spPr>
          <a:xfrm>
            <a:off x="3225800" y="2102616"/>
            <a:ext cx="3776663" cy="1789113"/>
          </a:xfrm>
        </p:spPr>
        <p:txBody>
          <a:bodyPr/>
          <a:lstStyle>
            <a:lvl1pPr>
              <a:defRPr sz="11000">
                <a:solidFill>
                  <a:schemeClr val="tx2"/>
                </a:solidFill>
                <a:latin typeface="+mj-lt"/>
              </a:defRPr>
            </a:lvl1pPr>
          </a:lstStyle>
          <a:p>
            <a:pPr lvl="0"/>
            <a:r>
              <a:rPr lang="en-GB"/>
              <a:t>00</a:t>
            </a:r>
          </a:p>
        </p:txBody>
      </p:sp>
      <p:sp>
        <p:nvSpPr>
          <p:cNvPr id="27" name="Text Placeholder 26">
            <a:extLst>
              <a:ext uri="{FF2B5EF4-FFF2-40B4-BE49-F238E27FC236}">
                <a16:creationId xmlns:a16="http://schemas.microsoft.com/office/drawing/2014/main" id="{28863499-99BA-9382-A790-8823B96ABCDE}"/>
              </a:ext>
            </a:extLst>
          </p:cNvPr>
          <p:cNvSpPr>
            <a:spLocks noGrp="1"/>
          </p:cNvSpPr>
          <p:nvPr>
            <p:ph type="body" sz="quarter" idx="76" hasCustomPrompt="1"/>
          </p:nvPr>
        </p:nvSpPr>
        <p:spPr>
          <a:xfrm>
            <a:off x="3225800" y="4106128"/>
            <a:ext cx="3776663" cy="1789113"/>
          </a:xfrm>
        </p:spPr>
        <p:txBody>
          <a:bodyPr/>
          <a:lstStyle>
            <a:lvl1pPr>
              <a:defRPr sz="11000">
                <a:solidFill>
                  <a:schemeClr val="tx2"/>
                </a:solidFill>
                <a:latin typeface="+mj-lt"/>
              </a:defRPr>
            </a:lvl1pPr>
          </a:lstStyle>
          <a:p>
            <a:pPr lvl="0"/>
            <a:r>
              <a:rPr lang="en-GB"/>
              <a:t>00</a:t>
            </a:r>
          </a:p>
        </p:txBody>
      </p:sp>
    </p:spTree>
    <p:extLst>
      <p:ext uri="{BB962C8B-B14F-4D97-AF65-F5344CB8AC3E}">
        <p14:creationId xmlns:p14="http://schemas.microsoft.com/office/powerpoint/2010/main" val="26799393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and Right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6F6140-34D9-F6B3-6BCD-3A50DD37FE45}"/>
              </a:ext>
            </a:extLst>
          </p:cNvPr>
          <p:cNvSpPr>
            <a:spLocks noGrp="1"/>
          </p:cNvSpPr>
          <p:nvPr>
            <p:ph type="title" hasCustomPrompt="1"/>
          </p:nvPr>
        </p:nvSpPr>
        <p:spPr>
          <a:xfrm>
            <a:off x="288303" y="262267"/>
            <a:ext cx="5733084" cy="468590"/>
          </a:xfrm>
        </p:spPr>
        <p:txBody>
          <a:bodyPr/>
          <a:lstStyle/>
          <a:p>
            <a:r>
              <a:rPr lang="en-GB"/>
              <a:t>Master title style</a:t>
            </a:r>
          </a:p>
        </p:txBody>
      </p:sp>
      <p:sp>
        <p:nvSpPr>
          <p:cNvPr id="7" name="Content Placeholder 6">
            <a:extLst>
              <a:ext uri="{FF2B5EF4-FFF2-40B4-BE49-F238E27FC236}">
                <a16:creationId xmlns:a16="http://schemas.microsoft.com/office/drawing/2014/main" id="{BA7EE611-EA9F-2CB5-2ACF-EF4D756FF28C}"/>
              </a:ext>
            </a:extLst>
          </p:cNvPr>
          <p:cNvSpPr>
            <a:spLocks noGrp="1"/>
          </p:cNvSpPr>
          <p:nvPr>
            <p:ph sz="quarter" idx="14"/>
          </p:nvPr>
        </p:nvSpPr>
        <p:spPr>
          <a:xfrm>
            <a:off x="6166800" y="270000"/>
            <a:ext cx="5737225" cy="5609244"/>
          </a:xfrm>
        </p:spPr>
        <p:txBody>
          <a:bodyPr/>
          <a:lstStyle>
            <a:lvl1pPr>
              <a:defRPr sz="1800"/>
            </a:lvl1pPr>
            <a:lvl2pPr>
              <a:defRPr sz="1800"/>
            </a:lvl2pPr>
            <a:lvl3pPr>
              <a:defRPr sz="16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ext Placeholder 7">
            <a:extLst>
              <a:ext uri="{FF2B5EF4-FFF2-40B4-BE49-F238E27FC236}">
                <a16:creationId xmlns:a16="http://schemas.microsoft.com/office/drawing/2014/main" id="{9781BB63-AF6A-9F70-47D8-BF333C16188A}"/>
              </a:ext>
            </a:extLst>
          </p:cNvPr>
          <p:cNvSpPr>
            <a:spLocks noGrp="1"/>
          </p:cNvSpPr>
          <p:nvPr>
            <p:ph type="body" sz="quarter" idx="15"/>
          </p:nvPr>
        </p:nvSpPr>
        <p:spPr>
          <a:xfrm>
            <a:off x="288925" y="4069051"/>
            <a:ext cx="3778250" cy="1816002"/>
          </a:xfrm>
        </p:spPr>
        <p:txBody>
          <a:body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A9E0D3F3-D407-76CD-22B7-F52045970808}"/>
              </a:ext>
            </a:extLst>
          </p:cNvPr>
          <p:cNvSpPr>
            <a:spLocks noGrp="1"/>
          </p:cNvSpPr>
          <p:nvPr>
            <p:ph type="ftr" sz="quarter" idx="11"/>
          </p:nvPr>
        </p:nvSpPr>
        <p:spPr/>
        <p:txBody>
          <a:bodyPr/>
          <a:lstStyle/>
          <a:p>
            <a:r>
              <a:rPr lang="en-GB"/>
              <a:t>Slide footer goes here if required</a:t>
            </a:r>
          </a:p>
        </p:txBody>
      </p:sp>
      <p:sp>
        <p:nvSpPr>
          <p:cNvPr id="6" name="Slide Number Placeholder 5">
            <a:extLst>
              <a:ext uri="{FF2B5EF4-FFF2-40B4-BE49-F238E27FC236}">
                <a16:creationId xmlns:a16="http://schemas.microsoft.com/office/drawing/2014/main" id="{3FB68AB9-3222-3CF5-BF4D-DB291E974D21}"/>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8" name="Subtitle 2">
            <a:extLst>
              <a:ext uri="{FF2B5EF4-FFF2-40B4-BE49-F238E27FC236}">
                <a16:creationId xmlns:a16="http://schemas.microsoft.com/office/drawing/2014/main" id="{7093E36D-AA36-08D5-DD80-6469123BEA1A}"/>
              </a:ext>
            </a:extLst>
          </p:cNvPr>
          <p:cNvSpPr>
            <a:spLocks noGrp="1"/>
          </p:cNvSpPr>
          <p:nvPr>
            <p:ph type="subTitle" idx="1" hasCustomPrompt="1"/>
          </p:nvPr>
        </p:nvSpPr>
        <p:spPr>
          <a:xfrm>
            <a:off x="288302" y="713620"/>
            <a:ext cx="5733083" cy="274691"/>
          </a:xfrm>
        </p:spPr>
        <p:txBody>
          <a:bodyPr wrap="square" anchor="t">
            <a:spAutoFit/>
          </a:bodyPr>
          <a:lstStyle>
            <a:lvl1pPr marL="0" indent="0" algn="l">
              <a:lnSpc>
                <a:spcPct val="110000"/>
              </a:lnSpc>
              <a:spcBef>
                <a:spcPts val="0"/>
              </a:spcBef>
              <a:spcAft>
                <a:spcPts val="0"/>
              </a:spcAft>
              <a:buNone/>
              <a:tabLst/>
              <a:defRPr lang="en-GB" sz="1800" b="1" dirty="0" smtClean="0">
                <a:solidFill>
                  <a:schemeClr val="tx1"/>
                </a:solidFill>
                <a:latin typeface="+mn-lt"/>
              </a:defRPr>
            </a:lvl1pPr>
            <a:lvl2pPr marL="0" indent="0" algn="l">
              <a:lnSpc>
                <a:spcPct val="110000"/>
              </a:lnSpc>
              <a:spcBef>
                <a:spcPts val="0"/>
              </a:spcBef>
              <a:spcAft>
                <a:spcPts val="0"/>
              </a:spcAft>
              <a:buNone/>
              <a:tabLst/>
              <a:defRPr lang="en-GB" sz="1800" dirty="0" smtClean="0">
                <a:solidFill>
                  <a:schemeClr val="tx1"/>
                </a:solidFill>
                <a:latin typeface="+mn-lt"/>
              </a:defRPr>
            </a:lvl2pPr>
            <a:lvl3pPr marL="0" indent="0" algn="l">
              <a:lnSpc>
                <a:spcPct val="110000"/>
              </a:lnSpc>
              <a:spcBef>
                <a:spcPts val="0"/>
              </a:spcBef>
              <a:spcAft>
                <a:spcPts val="0"/>
              </a:spcAft>
              <a:buNone/>
              <a:tabLst/>
              <a:defRPr lang="en-GB" sz="1800" dirty="0" smtClean="0">
                <a:solidFill>
                  <a:schemeClr val="tx1"/>
                </a:solidFill>
                <a:latin typeface="+mn-lt"/>
              </a:defRPr>
            </a:lvl3pPr>
            <a:lvl4pPr marL="0" indent="0" algn="l">
              <a:lnSpc>
                <a:spcPct val="110000"/>
              </a:lnSpc>
              <a:spcBef>
                <a:spcPts val="0"/>
              </a:spcBef>
              <a:spcAft>
                <a:spcPts val="0"/>
              </a:spcAft>
              <a:buNone/>
              <a:tabLst/>
              <a:defRPr lang="en-GB" sz="1800" dirty="0" smtClean="0">
                <a:solidFill>
                  <a:schemeClr val="tx1"/>
                </a:solidFill>
                <a:latin typeface="+mn-lt"/>
              </a:defRPr>
            </a:lvl4pPr>
            <a:lvl5pPr marL="0" indent="0" algn="l">
              <a:lnSpc>
                <a:spcPct val="110000"/>
              </a:lnSpc>
              <a:spcBef>
                <a:spcPts val="0"/>
              </a:spcBef>
              <a:spcAft>
                <a:spcPts val="0"/>
              </a:spcAft>
              <a:buNone/>
              <a:tabLst/>
              <a:defRPr lang="en-GB" sz="1800" dirty="0" smtClean="0">
                <a:solidFill>
                  <a:schemeClr val="tx1"/>
                </a:solidFill>
                <a:latin typeface="+mn-lt"/>
              </a:defRPr>
            </a:lvl5pPr>
            <a:lvl6pPr marL="0" indent="0" algn="l">
              <a:lnSpc>
                <a:spcPct val="110000"/>
              </a:lnSpc>
              <a:spcBef>
                <a:spcPts val="0"/>
              </a:spcBef>
              <a:spcAft>
                <a:spcPts val="0"/>
              </a:spcAft>
              <a:buNone/>
              <a:tabLst/>
              <a:defRPr lang="en-GB" sz="1800" dirty="0" smtClean="0">
                <a:solidFill>
                  <a:schemeClr val="tx1"/>
                </a:solidFill>
                <a:latin typeface="+mn-lt"/>
              </a:defRPr>
            </a:lvl6pPr>
            <a:lvl7pPr marL="0" indent="0" algn="l">
              <a:lnSpc>
                <a:spcPct val="110000"/>
              </a:lnSpc>
              <a:spcBef>
                <a:spcPts val="0"/>
              </a:spcBef>
              <a:spcAft>
                <a:spcPts val="0"/>
              </a:spcAft>
              <a:buNone/>
              <a:tabLst/>
              <a:defRPr lang="en-GB" sz="1800" dirty="0" smtClean="0">
                <a:solidFill>
                  <a:schemeClr val="tx1"/>
                </a:solidFill>
                <a:latin typeface="+mn-lt"/>
              </a:defRPr>
            </a:lvl7pPr>
            <a:lvl8pPr marL="0" indent="0" algn="l">
              <a:lnSpc>
                <a:spcPct val="110000"/>
              </a:lnSpc>
              <a:spcBef>
                <a:spcPts val="0"/>
              </a:spcBef>
              <a:spcAft>
                <a:spcPts val="0"/>
              </a:spcAft>
              <a:buNone/>
              <a:tabLst/>
              <a:defRPr lang="en-GB" sz="1800" dirty="0" smtClean="0">
                <a:solidFill>
                  <a:schemeClr val="tx1"/>
                </a:solidFill>
                <a:latin typeface="+mn-lt"/>
              </a:defRPr>
            </a:lvl8pPr>
            <a:lvl9pPr marL="0" indent="0" algn="l">
              <a:lnSpc>
                <a:spcPct val="110000"/>
              </a:lnSpc>
              <a:spcBef>
                <a:spcPts val="0"/>
              </a:spcBef>
              <a:spcAft>
                <a:spcPts val="0"/>
              </a:spcAft>
              <a:buNone/>
              <a:tabLst/>
              <a:defRPr lang="en-GB" sz="1800" dirty="0">
                <a:solidFill>
                  <a:schemeClr val="tx1"/>
                </a:solidFill>
                <a:latin typeface="+mn-lt"/>
              </a:defRPr>
            </a:lvl9pPr>
          </a:lstStyle>
          <a:p>
            <a:pPr lvl="0"/>
            <a:r>
              <a:rPr lang="en-GB"/>
              <a:t>Subtitle goes here if required</a:t>
            </a:r>
          </a:p>
        </p:txBody>
      </p:sp>
    </p:spTree>
    <p:extLst>
      <p:ext uri="{BB962C8B-B14F-4D97-AF65-F5344CB8AC3E}">
        <p14:creationId xmlns:p14="http://schemas.microsoft.com/office/powerpoint/2010/main" val="118670353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AC08568-CB34-FA3A-354B-5E34EE1B1FD2}"/>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0450DE-2BB5-2901-3769-3BBFA07946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7">
            <a:extLst>
              <a:ext uri="{FF2B5EF4-FFF2-40B4-BE49-F238E27FC236}">
                <a16:creationId xmlns:a16="http://schemas.microsoft.com/office/drawing/2014/main" id="{65B587F7-0E47-48EC-A5BC-5623F62D615C}"/>
              </a:ext>
            </a:extLst>
          </p:cNvPr>
          <p:cNvSpPr>
            <a:spLocks noGrp="1"/>
          </p:cNvSpPr>
          <p:nvPr>
            <p:ph type="body" sz="quarter" idx="14"/>
          </p:nvPr>
        </p:nvSpPr>
        <p:spPr>
          <a:xfrm>
            <a:off x="8124825" y="295200"/>
            <a:ext cx="3778250" cy="876375"/>
          </a:xfrm>
        </p:spPr>
        <p:txBody>
          <a:bodyPr/>
          <a:lstStyle>
            <a:lvl1pPr>
              <a:defRPr sz="14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A9E0D3F3-D407-76CD-22B7-F52045970808}"/>
              </a:ext>
            </a:extLst>
          </p:cNvPr>
          <p:cNvSpPr>
            <a:spLocks noGrp="1"/>
          </p:cNvSpPr>
          <p:nvPr>
            <p:ph type="ftr" sz="quarter" idx="11"/>
          </p:nvPr>
        </p:nvSpPr>
        <p:spPr/>
        <p:txBody>
          <a:bodyPr/>
          <a:lstStyle/>
          <a:p>
            <a:r>
              <a:rPr lang="en-GB"/>
              <a:t>Slide footer goes here if required</a:t>
            </a:r>
          </a:p>
        </p:txBody>
      </p:sp>
      <p:sp>
        <p:nvSpPr>
          <p:cNvPr id="6" name="Slide Number Placeholder 5">
            <a:extLst>
              <a:ext uri="{FF2B5EF4-FFF2-40B4-BE49-F238E27FC236}">
                <a16:creationId xmlns:a16="http://schemas.microsoft.com/office/drawing/2014/main" id="{3FB68AB9-3222-3CF5-BF4D-DB291E974D21}"/>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4" name="Subtitle 2">
            <a:extLst>
              <a:ext uri="{FF2B5EF4-FFF2-40B4-BE49-F238E27FC236}">
                <a16:creationId xmlns:a16="http://schemas.microsoft.com/office/drawing/2014/main" id="{443DEE11-107C-6B66-46B9-BE5E88B65B71}"/>
              </a:ext>
            </a:extLst>
          </p:cNvPr>
          <p:cNvSpPr>
            <a:spLocks noGrp="1"/>
          </p:cNvSpPr>
          <p:nvPr>
            <p:ph type="subTitle" idx="15" hasCustomPrompt="1"/>
          </p:nvPr>
        </p:nvSpPr>
        <p:spPr>
          <a:xfrm>
            <a:off x="288302" y="713620"/>
            <a:ext cx="5733083" cy="292965"/>
          </a:xfrm>
        </p:spPr>
        <p:txBody>
          <a:bodyPr wrap="square" anchor="t">
            <a:spAutoFit/>
          </a:bodyPr>
          <a:lstStyle>
            <a:lvl1pPr marL="0" indent="0" algn="l">
              <a:lnSpc>
                <a:spcPct val="110000"/>
              </a:lnSpc>
              <a:spcBef>
                <a:spcPts val="0"/>
              </a:spcBef>
              <a:spcAft>
                <a:spcPts val="0"/>
              </a:spcAft>
              <a:buNone/>
              <a:tabLst/>
              <a:defRPr lang="en-GB" sz="1800" b="1" dirty="0" smtClean="0">
                <a:solidFill>
                  <a:schemeClr val="tx1"/>
                </a:solidFill>
                <a:latin typeface="+mn-lt"/>
              </a:defRPr>
            </a:lvl1pPr>
            <a:lvl2pPr marL="0" indent="0" algn="l">
              <a:lnSpc>
                <a:spcPct val="110000"/>
              </a:lnSpc>
              <a:spcBef>
                <a:spcPts val="0"/>
              </a:spcBef>
              <a:spcAft>
                <a:spcPts val="0"/>
              </a:spcAft>
              <a:buNone/>
              <a:tabLst/>
              <a:defRPr lang="en-GB" sz="1800" dirty="0" smtClean="0">
                <a:solidFill>
                  <a:schemeClr val="tx1"/>
                </a:solidFill>
                <a:latin typeface="+mn-lt"/>
              </a:defRPr>
            </a:lvl2pPr>
            <a:lvl3pPr marL="0" indent="0" algn="l">
              <a:lnSpc>
                <a:spcPct val="110000"/>
              </a:lnSpc>
              <a:spcBef>
                <a:spcPts val="0"/>
              </a:spcBef>
              <a:spcAft>
                <a:spcPts val="0"/>
              </a:spcAft>
              <a:buNone/>
              <a:tabLst/>
              <a:defRPr lang="en-GB" sz="1800" dirty="0" smtClean="0">
                <a:solidFill>
                  <a:schemeClr val="tx1"/>
                </a:solidFill>
                <a:latin typeface="+mn-lt"/>
              </a:defRPr>
            </a:lvl3pPr>
            <a:lvl4pPr marL="0" indent="0" algn="l">
              <a:lnSpc>
                <a:spcPct val="110000"/>
              </a:lnSpc>
              <a:spcBef>
                <a:spcPts val="0"/>
              </a:spcBef>
              <a:spcAft>
                <a:spcPts val="0"/>
              </a:spcAft>
              <a:buNone/>
              <a:tabLst/>
              <a:defRPr lang="en-GB" sz="1800" dirty="0" smtClean="0">
                <a:solidFill>
                  <a:schemeClr val="tx1"/>
                </a:solidFill>
                <a:latin typeface="+mn-lt"/>
              </a:defRPr>
            </a:lvl4pPr>
            <a:lvl5pPr marL="0" indent="0" algn="l">
              <a:lnSpc>
                <a:spcPct val="110000"/>
              </a:lnSpc>
              <a:spcBef>
                <a:spcPts val="0"/>
              </a:spcBef>
              <a:spcAft>
                <a:spcPts val="0"/>
              </a:spcAft>
              <a:buNone/>
              <a:tabLst/>
              <a:defRPr lang="en-GB" sz="1800" dirty="0" smtClean="0">
                <a:solidFill>
                  <a:schemeClr val="tx1"/>
                </a:solidFill>
                <a:latin typeface="+mn-lt"/>
              </a:defRPr>
            </a:lvl5pPr>
            <a:lvl6pPr marL="0" indent="0" algn="l">
              <a:lnSpc>
                <a:spcPct val="110000"/>
              </a:lnSpc>
              <a:spcBef>
                <a:spcPts val="0"/>
              </a:spcBef>
              <a:spcAft>
                <a:spcPts val="0"/>
              </a:spcAft>
              <a:buNone/>
              <a:tabLst/>
              <a:defRPr lang="en-GB" sz="1800" dirty="0" smtClean="0">
                <a:solidFill>
                  <a:schemeClr val="tx1"/>
                </a:solidFill>
                <a:latin typeface="+mn-lt"/>
              </a:defRPr>
            </a:lvl6pPr>
            <a:lvl7pPr marL="0" indent="0" algn="l">
              <a:lnSpc>
                <a:spcPct val="110000"/>
              </a:lnSpc>
              <a:spcBef>
                <a:spcPts val="0"/>
              </a:spcBef>
              <a:spcAft>
                <a:spcPts val="0"/>
              </a:spcAft>
              <a:buNone/>
              <a:tabLst/>
              <a:defRPr lang="en-GB" sz="1800" dirty="0" smtClean="0">
                <a:solidFill>
                  <a:schemeClr val="tx1"/>
                </a:solidFill>
                <a:latin typeface="+mn-lt"/>
              </a:defRPr>
            </a:lvl7pPr>
            <a:lvl8pPr marL="0" indent="0" algn="l">
              <a:lnSpc>
                <a:spcPct val="110000"/>
              </a:lnSpc>
              <a:spcBef>
                <a:spcPts val="0"/>
              </a:spcBef>
              <a:spcAft>
                <a:spcPts val="0"/>
              </a:spcAft>
              <a:buNone/>
              <a:tabLst/>
              <a:defRPr lang="en-GB" sz="1800" dirty="0" smtClean="0">
                <a:solidFill>
                  <a:schemeClr val="tx1"/>
                </a:solidFill>
                <a:latin typeface="+mn-lt"/>
              </a:defRPr>
            </a:lvl8pPr>
            <a:lvl9pPr marL="0" indent="0" algn="l">
              <a:lnSpc>
                <a:spcPct val="110000"/>
              </a:lnSpc>
              <a:spcBef>
                <a:spcPts val="0"/>
              </a:spcBef>
              <a:spcAft>
                <a:spcPts val="0"/>
              </a:spcAft>
              <a:buNone/>
              <a:tabLst/>
              <a:defRPr lang="en-GB" sz="1800" dirty="0">
                <a:solidFill>
                  <a:schemeClr val="tx1"/>
                </a:solidFill>
                <a:latin typeface="+mn-lt"/>
              </a:defRPr>
            </a:lvl9pPr>
          </a:lstStyle>
          <a:p>
            <a:pPr lvl="0"/>
            <a:r>
              <a:rPr lang="en-GB"/>
              <a:t>Subtitle goes here if required</a:t>
            </a:r>
          </a:p>
        </p:txBody>
      </p:sp>
    </p:spTree>
    <p:extLst>
      <p:ext uri="{BB962C8B-B14F-4D97-AF65-F5344CB8AC3E}">
        <p14:creationId xmlns:p14="http://schemas.microsoft.com/office/powerpoint/2010/main" val="377872513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4D7FB2-B0CA-4C96-0E9E-CB4BA9057AF8}"/>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8" name="Content Placeholder 2">
            <a:extLst>
              <a:ext uri="{FF2B5EF4-FFF2-40B4-BE49-F238E27FC236}">
                <a16:creationId xmlns:a16="http://schemas.microsoft.com/office/drawing/2014/main" id="{56A9A479-5865-E7E2-91F8-228379565FE9}"/>
              </a:ext>
            </a:extLst>
          </p:cNvPr>
          <p:cNvSpPr>
            <a:spLocks noGrp="1"/>
          </p:cNvSpPr>
          <p:nvPr>
            <p:ph idx="1"/>
          </p:nvPr>
        </p:nvSpPr>
        <p:spPr>
          <a:xfrm>
            <a:off x="289384" y="1822449"/>
            <a:ext cx="5732003" cy="4056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C843A736-3CCC-0374-4B82-29356E6E54DC}"/>
              </a:ext>
            </a:extLst>
          </p:cNvPr>
          <p:cNvSpPr>
            <a:spLocks noGrp="1"/>
          </p:cNvSpPr>
          <p:nvPr>
            <p:ph idx="13"/>
          </p:nvPr>
        </p:nvSpPr>
        <p:spPr>
          <a:xfrm>
            <a:off x="6165851" y="1822450"/>
            <a:ext cx="5734049" cy="4056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7">
            <a:extLst>
              <a:ext uri="{FF2B5EF4-FFF2-40B4-BE49-F238E27FC236}">
                <a16:creationId xmlns:a16="http://schemas.microsoft.com/office/drawing/2014/main" id="{F80BC13B-177D-A0D3-7A97-8F3C3A8E7391}"/>
              </a:ext>
            </a:extLst>
          </p:cNvPr>
          <p:cNvSpPr>
            <a:spLocks noGrp="1"/>
          </p:cNvSpPr>
          <p:nvPr>
            <p:ph type="body" sz="quarter" idx="14"/>
          </p:nvPr>
        </p:nvSpPr>
        <p:spPr>
          <a:xfrm>
            <a:off x="8124825" y="295200"/>
            <a:ext cx="3778250" cy="876375"/>
          </a:xfrm>
        </p:spPr>
        <p:txBody>
          <a:bodyPr/>
          <a:lstStyle>
            <a:lvl1pPr>
              <a:defRPr sz="14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6" name="Footer Placeholder 5">
            <a:extLst>
              <a:ext uri="{FF2B5EF4-FFF2-40B4-BE49-F238E27FC236}">
                <a16:creationId xmlns:a16="http://schemas.microsoft.com/office/drawing/2014/main" id="{D76EA39B-2942-9741-8948-C5E41AE57E5D}"/>
              </a:ext>
            </a:extLst>
          </p:cNvPr>
          <p:cNvSpPr>
            <a:spLocks noGrp="1"/>
          </p:cNvSpPr>
          <p:nvPr>
            <p:ph type="ftr" sz="quarter" idx="11"/>
          </p:nvPr>
        </p:nvSpPr>
        <p:spPr/>
        <p:txBody>
          <a:bodyPr/>
          <a:lstStyle/>
          <a:p>
            <a:r>
              <a:rPr lang="en-GB"/>
              <a:t>Slide footer goes here if required</a:t>
            </a:r>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2" name="Subtitle 2">
            <a:extLst>
              <a:ext uri="{FF2B5EF4-FFF2-40B4-BE49-F238E27FC236}">
                <a16:creationId xmlns:a16="http://schemas.microsoft.com/office/drawing/2014/main" id="{56361D27-85D4-45EB-31D3-6D805D2E106E}"/>
              </a:ext>
            </a:extLst>
          </p:cNvPr>
          <p:cNvSpPr>
            <a:spLocks noGrp="1"/>
          </p:cNvSpPr>
          <p:nvPr>
            <p:ph type="subTitle" idx="15" hasCustomPrompt="1"/>
          </p:nvPr>
        </p:nvSpPr>
        <p:spPr>
          <a:xfrm>
            <a:off x="288302" y="713620"/>
            <a:ext cx="6713538" cy="292965"/>
          </a:xfrm>
        </p:spPr>
        <p:txBody>
          <a:bodyPr vert="horz" wrap="square" lIns="0" tIns="0" rIns="0" bIns="0" rtlCol="0" anchor="t">
            <a:spAutoFit/>
          </a:bodyPr>
          <a:lstStyle>
            <a:lvl1pPr>
              <a:defRPr lang="en-GB" b="1" dirty="0"/>
            </a:lvl1pPr>
          </a:lstStyle>
          <a:p>
            <a:pPr lvl="0">
              <a:spcBef>
                <a:spcPts val="0"/>
              </a:spcBef>
              <a:spcAft>
                <a:spcPts val="0"/>
              </a:spcAft>
            </a:pPr>
            <a:r>
              <a:rPr lang="en-GB"/>
              <a:t>Subtitle goes here if required</a:t>
            </a:r>
          </a:p>
        </p:txBody>
      </p:sp>
    </p:spTree>
    <p:extLst>
      <p:ext uri="{BB962C8B-B14F-4D97-AF65-F5344CB8AC3E}">
        <p14:creationId xmlns:p14="http://schemas.microsoft.com/office/powerpoint/2010/main" val="31104569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C8828CA-7D5C-3E61-D35B-06A376A834B0}"/>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8" name="Content Placeholder 2">
            <a:extLst>
              <a:ext uri="{FF2B5EF4-FFF2-40B4-BE49-F238E27FC236}">
                <a16:creationId xmlns:a16="http://schemas.microsoft.com/office/drawing/2014/main" id="{56A9A479-5865-E7E2-91F8-228379565FE9}"/>
              </a:ext>
            </a:extLst>
          </p:cNvPr>
          <p:cNvSpPr>
            <a:spLocks noGrp="1"/>
          </p:cNvSpPr>
          <p:nvPr>
            <p:ph idx="1"/>
          </p:nvPr>
        </p:nvSpPr>
        <p:spPr>
          <a:xfrm>
            <a:off x="289384" y="1822451"/>
            <a:ext cx="3773029" cy="40567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C843A736-3CCC-0374-4B82-29356E6E54DC}"/>
              </a:ext>
            </a:extLst>
          </p:cNvPr>
          <p:cNvSpPr>
            <a:spLocks noGrp="1"/>
          </p:cNvSpPr>
          <p:nvPr>
            <p:ph idx="13"/>
          </p:nvPr>
        </p:nvSpPr>
        <p:spPr>
          <a:xfrm>
            <a:off x="4208923" y="1822451"/>
            <a:ext cx="3773028" cy="40567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2">
            <a:extLst>
              <a:ext uri="{FF2B5EF4-FFF2-40B4-BE49-F238E27FC236}">
                <a16:creationId xmlns:a16="http://schemas.microsoft.com/office/drawing/2014/main" id="{2D07DFA4-9148-416B-352F-29E5676A6A00}"/>
              </a:ext>
            </a:extLst>
          </p:cNvPr>
          <p:cNvSpPr>
            <a:spLocks noGrp="1"/>
          </p:cNvSpPr>
          <p:nvPr>
            <p:ph idx="14"/>
          </p:nvPr>
        </p:nvSpPr>
        <p:spPr>
          <a:xfrm>
            <a:off x="8129587" y="1822451"/>
            <a:ext cx="3773028" cy="40567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a:extLst>
              <a:ext uri="{FF2B5EF4-FFF2-40B4-BE49-F238E27FC236}">
                <a16:creationId xmlns:a16="http://schemas.microsoft.com/office/drawing/2014/main" id="{D76EA39B-2942-9741-8948-C5E41AE57E5D}"/>
              </a:ext>
            </a:extLst>
          </p:cNvPr>
          <p:cNvSpPr>
            <a:spLocks noGrp="1"/>
          </p:cNvSpPr>
          <p:nvPr>
            <p:ph type="ftr" sz="quarter" idx="11"/>
          </p:nvPr>
        </p:nvSpPr>
        <p:spPr/>
        <p:txBody>
          <a:bodyPr/>
          <a:lstStyle/>
          <a:p>
            <a:r>
              <a:rPr lang="en-GB"/>
              <a:t>Slide footer goes here if required</a:t>
            </a:r>
          </a:p>
        </p:txBody>
      </p:sp>
      <p:sp>
        <p:nvSpPr>
          <p:cNvPr id="4" name="Text Placeholder 7">
            <a:extLst>
              <a:ext uri="{FF2B5EF4-FFF2-40B4-BE49-F238E27FC236}">
                <a16:creationId xmlns:a16="http://schemas.microsoft.com/office/drawing/2014/main" id="{66A26018-CD47-11D0-838D-A1A2D71C4DE9}"/>
              </a:ext>
            </a:extLst>
          </p:cNvPr>
          <p:cNvSpPr>
            <a:spLocks noGrp="1"/>
          </p:cNvSpPr>
          <p:nvPr>
            <p:ph type="body" sz="quarter" idx="15"/>
          </p:nvPr>
        </p:nvSpPr>
        <p:spPr>
          <a:xfrm>
            <a:off x="8125200" y="295200"/>
            <a:ext cx="3773488" cy="876375"/>
          </a:xfrm>
        </p:spPr>
        <p:txBody>
          <a:bodyPr/>
          <a:lstStyle>
            <a:lvl1pPr>
              <a:defRPr sz="14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5" name="Subtitle 2">
            <a:extLst>
              <a:ext uri="{FF2B5EF4-FFF2-40B4-BE49-F238E27FC236}">
                <a16:creationId xmlns:a16="http://schemas.microsoft.com/office/drawing/2014/main" id="{D960C6BF-F9C7-01C8-7601-5B209FAE017D}"/>
              </a:ext>
            </a:extLst>
          </p:cNvPr>
          <p:cNvSpPr>
            <a:spLocks noGrp="1"/>
          </p:cNvSpPr>
          <p:nvPr>
            <p:ph type="subTitle" idx="16" hasCustomPrompt="1"/>
          </p:nvPr>
        </p:nvSpPr>
        <p:spPr>
          <a:xfrm>
            <a:off x="288302" y="713620"/>
            <a:ext cx="6713538" cy="292965"/>
          </a:xfrm>
        </p:spPr>
        <p:txBody>
          <a:bodyPr vert="horz" wrap="square" lIns="0" tIns="0" rIns="0" bIns="0" rtlCol="0" anchor="t">
            <a:spAutoFit/>
          </a:bodyPr>
          <a:lstStyle>
            <a:lvl1pPr>
              <a:defRPr lang="en-GB" b="1" dirty="0"/>
            </a:lvl1pPr>
          </a:lstStyle>
          <a:p>
            <a:pPr lvl="0">
              <a:spcBef>
                <a:spcPts val="0"/>
              </a:spcBef>
              <a:spcAft>
                <a:spcPts val="0"/>
              </a:spcAft>
            </a:pPr>
            <a:r>
              <a:rPr lang="en-GB"/>
              <a:t>Subtitle goes here if required</a:t>
            </a:r>
          </a:p>
        </p:txBody>
      </p:sp>
    </p:spTree>
    <p:extLst>
      <p:ext uri="{BB962C8B-B14F-4D97-AF65-F5344CB8AC3E}">
        <p14:creationId xmlns:p14="http://schemas.microsoft.com/office/powerpoint/2010/main" val="262697104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hree Images and Text">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FD914B4A-06B9-EB7A-743E-14A6560485EF}"/>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4" name="Picture Placeholder 3">
            <a:extLst>
              <a:ext uri="{FF2B5EF4-FFF2-40B4-BE49-F238E27FC236}">
                <a16:creationId xmlns:a16="http://schemas.microsoft.com/office/drawing/2014/main" id="{A2903A13-6903-3CAB-953B-86997724B440}"/>
              </a:ext>
            </a:extLst>
          </p:cNvPr>
          <p:cNvSpPr>
            <a:spLocks noGrp="1"/>
          </p:cNvSpPr>
          <p:nvPr>
            <p:ph type="pic" sz="quarter" idx="15" hasCustomPrompt="1"/>
          </p:nvPr>
        </p:nvSpPr>
        <p:spPr>
          <a:xfrm>
            <a:off x="292099" y="1306514"/>
            <a:ext cx="3770314" cy="1908174"/>
          </a:xfrm>
          <a:solidFill>
            <a:srgbClr val="F6F3F2"/>
          </a:solidFill>
        </p:spPr>
        <p:txBody>
          <a:bodyPr vert="horz" lIns="0" tIns="0" rIns="0" bIns="0" rtlCol="0">
            <a:noAutofit/>
          </a:bodyPr>
          <a:lstStyle>
            <a:lvl1pPr>
              <a:defRPr lang="en-GB" dirty="0">
                <a:solidFill>
                  <a:schemeClr val="tx1"/>
                </a:solidFill>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0" name="Picture Placeholder 3">
            <a:extLst>
              <a:ext uri="{FF2B5EF4-FFF2-40B4-BE49-F238E27FC236}">
                <a16:creationId xmlns:a16="http://schemas.microsoft.com/office/drawing/2014/main" id="{1B5E5492-00A8-B509-4464-956D8959E92C}"/>
              </a:ext>
            </a:extLst>
          </p:cNvPr>
          <p:cNvSpPr>
            <a:spLocks noGrp="1"/>
          </p:cNvSpPr>
          <p:nvPr>
            <p:ph type="pic" sz="quarter" idx="16" hasCustomPrompt="1"/>
          </p:nvPr>
        </p:nvSpPr>
        <p:spPr>
          <a:xfrm>
            <a:off x="4206876" y="1306514"/>
            <a:ext cx="3775076" cy="1908174"/>
          </a:xfrm>
          <a:solidFill>
            <a:srgbClr val="F6F3F2"/>
          </a:solidFill>
        </p:spPr>
        <p:txBody>
          <a:bodyPr vert="horz" lIns="0" tIns="0" rIns="0" bIns="0" rtlCol="0">
            <a:noAutofit/>
          </a:bodyPr>
          <a:lstStyle>
            <a:lvl1pPr>
              <a:defRPr lang="en-GB"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1" name="Picture Placeholder 3">
            <a:extLst>
              <a:ext uri="{FF2B5EF4-FFF2-40B4-BE49-F238E27FC236}">
                <a16:creationId xmlns:a16="http://schemas.microsoft.com/office/drawing/2014/main" id="{5230A832-8B14-0097-7902-DB48A4A889E3}"/>
              </a:ext>
            </a:extLst>
          </p:cNvPr>
          <p:cNvSpPr>
            <a:spLocks noGrp="1"/>
          </p:cNvSpPr>
          <p:nvPr>
            <p:ph type="pic" sz="quarter" idx="17" hasCustomPrompt="1"/>
          </p:nvPr>
        </p:nvSpPr>
        <p:spPr>
          <a:xfrm>
            <a:off x="8124824" y="1306514"/>
            <a:ext cx="3775075" cy="1908174"/>
          </a:xfrm>
          <a:solidFill>
            <a:srgbClr val="F6F3F2"/>
          </a:solidFill>
        </p:spPr>
        <p:txBody>
          <a:bodyPr vert="horz" lIns="0" tIns="0" rIns="0" bIns="0" rtlCol="0">
            <a:noAutofit/>
          </a:bodyPr>
          <a:lstStyle>
            <a:lvl1pPr>
              <a:defRPr lang="en-GB"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3" name="Text Placeholder 7">
            <a:extLst>
              <a:ext uri="{FF2B5EF4-FFF2-40B4-BE49-F238E27FC236}">
                <a16:creationId xmlns:a16="http://schemas.microsoft.com/office/drawing/2014/main" id="{8C00D127-E34B-E7AD-7F27-D3CB55135083}"/>
              </a:ext>
            </a:extLst>
          </p:cNvPr>
          <p:cNvSpPr>
            <a:spLocks noGrp="1"/>
          </p:cNvSpPr>
          <p:nvPr>
            <p:ph type="body" sz="quarter" idx="18"/>
          </p:nvPr>
        </p:nvSpPr>
        <p:spPr>
          <a:xfrm>
            <a:off x="8124205" y="295200"/>
            <a:ext cx="3778870" cy="876375"/>
          </a:xfrm>
        </p:spPr>
        <p:txBody>
          <a:bodyPr/>
          <a:lstStyle>
            <a:lvl1pPr>
              <a:defRPr sz="14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6" name="Footer Placeholder 5">
            <a:extLst>
              <a:ext uri="{FF2B5EF4-FFF2-40B4-BE49-F238E27FC236}">
                <a16:creationId xmlns:a16="http://schemas.microsoft.com/office/drawing/2014/main" id="{D76EA39B-2942-9741-8948-C5E41AE57E5D}"/>
              </a:ext>
            </a:extLst>
          </p:cNvPr>
          <p:cNvSpPr>
            <a:spLocks noGrp="1"/>
          </p:cNvSpPr>
          <p:nvPr>
            <p:ph type="ftr" sz="quarter" idx="11"/>
          </p:nvPr>
        </p:nvSpPr>
        <p:spPr/>
        <p:txBody>
          <a:bodyPr/>
          <a:lstStyle/>
          <a:p>
            <a:r>
              <a:rPr lang="en-GB"/>
              <a:t>Slide footer goes here if required</a:t>
            </a:r>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2" name="Subtitle 2">
            <a:extLst>
              <a:ext uri="{FF2B5EF4-FFF2-40B4-BE49-F238E27FC236}">
                <a16:creationId xmlns:a16="http://schemas.microsoft.com/office/drawing/2014/main" id="{A957F58C-3461-45A3-5C7B-FEC0AE9787AA}"/>
              </a:ext>
            </a:extLst>
          </p:cNvPr>
          <p:cNvSpPr>
            <a:spLocks noGrp="1"/>
          </p:cNvSpPr>
          <p:nvPr>
            <p:ph type="subTitle" idx="19" hasCustomPrompt="1"/>
          </p:nvPr>
        </p:nvSpPr>
        <p:spPr>
          <a:xfrm>
            <a:off x="288302" y="713620"/>
            <a:ext cx="6713538" cy="292965"/>
          </a:xfrm>
        </p:spPr>
        <p:txBody>
          <a:bodyPr vert="horz" wrap="square" lIns="0" tIns="0" rIns="0" bIns="0" rtlCol="0" anchor="t">
            <a:spAutoFit/>
          </a:bodyPr>
          <a:lstStyle>
            <a:lvl1pPr>
              <a:defRPr lang="en-GB" b="1" dirty="0"/>
            </a:lvl1pPr>
          </a:lstStyle>
          <a:p>
            <a:pPr lvl="0">
              <a:spcBef>
                <a:spcPts val="0"/>
              </a:spcBef>
              <a:spcAft>
                <a:spcPts val="0"/>
              </a:spcAft>
            </a:pPr>
            <a:r>
              <a:rPr lang="en-GB"/>
              <a:t>Subtitle goes here if required</a:t>
            </a:r>
          </a:p>
        </p:txBody>
      </p:sp>
      <p:sp>
        <p:nvSpPr>
          <p:cNvPr id="12" name="Text Placeholder 11">
            <a:extLst>
              <a:ext uri="{FF2B5EF4-FFF2-40B4-BE49-F238E27FC236}">
                <a16:creationId xmlns:a16="http://schemas.microsoft.com/office/drawing/2014/main" id="{C0E54879-16D3-D32C-7096-C2022A52D2DF}"/>
              </a:ext>
            </a:extLst>
          </p:cNvPr>
          <p:cNvSpPr>
            <a:spLocks noGrp="1"/>
          </p:cNvSpPr>
          <p:nvPr>
            <p:ph type="body" sz="quarter" idx="20"/>
          </p:nvPr>
        </p:nvSpPr>
        <p:spPr>
          <a:xfrm>
            <a:off x="288925" y="3357563"/>
            <a:ext cx="3769200" cy="25216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Text Placeholder 11">
            <a:extLst>
              <a:ext uri="{FF2B5EF4-FFF2-40B4-BE49-F238E27FC236}">
                <a16:creationId xmlns:a16="http://schemas.microsoft.com/office/drawing/2014/main" id="{111B2AEB-EC1B-D6B6-2A0C-C42A73F419DD}"/>
              </a:ext>
            </a:extLst>
          </p:cNvPr>
          <p:cNvSpPr>
            <a:spLocks noGrp="1"/>
          </p:cNvSpPr>
          <p:nvPr>
            <p:ph type="body" sz="quarter" idx="21"/>
          </p:nvPr>
        </p:nvSpPr>
        <p:spPr>
          <a:xfrm>
            <a:off x="4206876" y="3357563"/>
            <a:ext cx="3776400" cy="25216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1">
            <a:extLst>
              <a:ext uri="{FF2B5EF4-FFF2-40B4-BE49-F238E27FC236}">
                <a16:creationId xmlns:a16="http://schemas.microsoft.com/office/drawing/2014/main" id="{604DF7D6-F323-CF70-9E5E-634416CD4FA3}"/>
              </a:ext>
            </a:extLst>
          </p:cNvPr>
          <p:cNvSpPr>
            <a:spLocks noGrp="1"/>
          </p:cNvSpPr>
          <p:nvPr>
            <p:ph type="body" sz="quarter" idx="22"/>
          </p:nvPr>
        </p:nvSpPr>
        <p:spPr>
          <a:xfrm>
            <a:off x="8124824" y="3357563"/>
            <a:ext cx="3776400" cy="25216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1305847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7510D54-8AF6-FB56-756F-08A956F574D9}"/>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8" name="Content Placeholder 2">
            <a:extLst>
              <a:ext uri="{FF2B5EF4-FFF2-40B4-BE49-F238E27FC236}">
                <a16:creationId xmlns:a16="http://schemas.microsoft.com/office/drawing/2014/main" id="{56A9A479-5865-E7E2-91F8-228379565FE9}"/>
              </a:ext>
            </a:extLst>
          </p:cNvPr>
          <p:cNvSpPr>
            <a:spLocks noGrp="1"/>
          </p:cNvSpPr>
          <p:nvPr>
            <p:ph idx="1"/>
          </p:nvPr>
        </p:nvSpPr>
        <p:spPr>
          <a:xfrm>
            <a:off x="289384" y="1822449"/>
            <a:ext cx="2793541" cy="4056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C843A736-3CCC-0374-4B82-29356E6E54DC}"/>
              </a:ext>
            </a:extLst>
          </p:cNvPr>
          <p:cNvSpPr>
            <a:spLocks noGrp="1"/>
          </p:cNvSpPr>
          <p:nvPr>
            <p:ph idx="13"/>
          </p:nvPr>
        </p:nvSpPr>
        <p:spPr>
          <a:xfrm>
            <a:off x="6165853" y="1822450"/>
            <a:ext cx="2795586" cy="4056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2">
            <a:extLst>
              <a:ext uri="{FF2B5EF4-FFF2-40B4-BE49-F238E27FC236}">
                <a16:creationId xmlns:a16="http://schemas.microsoft.com/office/drawing/2014/main" id="{73E966BC-48D6-0237-3D83-9F8CB77DC975}"/>
              </a:ext>
            </a:extLst>
          </p:cNvPr>
          <p:cNvSpPr>
            <a:spLocks noGrp="1"/>
          </p:cNvSpPr>
          <p:nvPr>
            <p:ph idx="14"/>
          </p:nvPr>
        </p:nvSpPr>
        <p:spPr>
          <a:xfrm>
            <a:off x="3225801" y="1822450"/>
            <a:ext cx="2793542" cy="4056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2">
            <a:extLst>
              <a:ext uri="{FF2B5EF4-FFF2-40B4-BE49-F238E27FC236}">
                <a16:creationId xmlns:a16="http://schemas.microsoft.com/office/drawing/2014/main" id="{48B10B95-D320-4FA6-98CE-883417C5DC22}"/>
              </a:ext>
            </a:extLst>
          </p:cNvPr>
          <p:cNvSpPr>
            <a:spLocks noGrp="1"/>
          </p:cNvSpPr>
          <p:nvPr>
            <p:ph idx="15"/>
          </p:nvPr>
        </p:nvSpPr>
        <p:spPr>
          <a:xfrm>
            <a:off x="9104313" y="1822450"/>
            <a:ext cx="2795587" cy="4056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7">
            <a:extLst>
              <a:ext uri="{FF2B5EF4-FFF2-40B4-BE49-F238E27FC236}">
                <a16:creationId xmlns:a16="http://schemas.microsoft.com/office/drawing/2014/main" id="{E3C7D5F1-8B5D-5312-7A0B-9754F64800D3}"/>
              </a:ext>
            </a:extLst>
          </p:cNvPr>
          <p:cNvSpPr>
            <a:spLocks noGrp="1"/>
          </p:cNvSpPr>
          <p:nvPr>
            <p:ph type="body" sz="quarter" idx="16"/>
          </p:nvPr>
        </p:nvSpPr>
        <p:spPr>
          <a:xfrm>
            <a:off x="8124205" y="295200"/>
            <a:ext cx="3778870" cy="876375"/>
          </a:xfrm>
        </p:spPr>
        <p:txBody>
          <a:bodyPr/>
          <a:lstStyle>
            <a:lvl1pPr>
              <a:defRPr sz="14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6" name="Footer Placeholder 5">
            <a:extLst>
              <a:ext uri="{FF2B5EF4-FFF2-40B4-BE49-F238E27FC236}">
                <a16:creationId xmlns:a16="http://schemas.microsoft.com/office/drawing/2014/main" id="{D76EA39B-2942-9741-8948-C5E41AE57E5D}"/>
              </a:ext>
            </a:extLst>
          </p:cNvPr>
          <p:cNvSpPr>
            <a:spLocks noGrp="1"/>
          </p:cNvSpPr>
          <p:nvPr>
            <p:ph type="ftr" sz="quarter" idx="11"/>
          </p:nvPr>
        </p:nvSpPr>
        <p:spPr/>
        <p:txBody>
          <a:bodyPr/>
          <a:lstStyle/>
          <a:p>
            <a:r>
              <a:rPr lang="en-GB"/>
              <a:t>Slide footer goes here if required</a:t>
            </a:r>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2" name="Subtitle 2">
            <a:extLst>
              <a:ext uri="{FF2B5EF4-FFF2-40B4-BE49-F238E27FC236}">
                <a16:creationId xmlns:a16="http://schemas.microsoft.com/office/drawing/2014/main" id="{722B44CB-D9B7-ACB7-EC09-74A55C85B1AA}"/>
              </a:ext>
            </a:extLst>
          </p:cNvPr>
          <p:cNvSpPr>
            <a:spLocks noGrp="1"/>
          </p:cNvSpPr>
          <p:nvPr>
            <p:ph type="subTitle" idx="17" hasCustomPrompt="1"/>
          </p:nvPr>
        </p:nvSpPr>
        <p:spPr>
          <a:xfrm>
            <a:off x="288302" y="713620"/>
            <a:ext cx="6713538" cy="292965"/>
          </a:xfrm>
        </p:spPr>
        <p:txBody>
          <a:bodyPr vert="horz" wrap="square" lIns="0" tIns="0" rIns="0" bIns="0" rtlCol="0" anchor="t">
            <a:spAutoFit/>
          </a:bodyPr>
          <a:lstStyle>
            <a:lvl1pPr>
              <a:defRPr lang="en-GB" b="1" dirty="0"/>
            </a:lvl1pPr>
          </a:lstStyle>
          <a:p>
            <a:pPr lvl="0">
              <a:spcBef>
                <a:spcPts val="0"/>
              </a:spcBef>
              <a:spcAft>
                <a:spcPts val="0"/>
              </a:spcAft>
            </a:pPr>
            <a:r>
              <a:rPr lang="en-GB"/>
              <a:t>Subtitle goes here if required</a:t>
            </a:r>
          </a:p>
        </p:txBody>
      </p:sp>
    </p:spTree>
    <p:extLst>
      <p:ext uri="{BB962C8B-B14F-4D97-AF65-F5344CB8AC3E}">
        <p14:creationId xmlns:p14="http://schemas.microsoft.com/office/powerpoint/2010/main" val="34107270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Four Content with Images">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EFD4EAF-3D60-DC5D-9020-CF7FB8FB51D2}"/>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D76EA39B-2942-9741-8948-C5E41AE57E5D}"/>
              </a:ext>
            </a:extLst>
          </p:cNvPr>
          <p:cNvSpPr>
            <a:spLocks noGrp="1"/>
          </p:cNvSpPr>
          <p:nvPr>
            <p:ph type="ftr" sz="quarter" idx="11"/>
          </p:nvPr>
        </p:nvSpPr>
        <p:spPr/>
        <p:txBody>
          <a:bodyPr/>
          <a:lstStyle/>
          <a:p>
            <a:r>
              <a:rPr lang="en-GB"/>
              <a:t>Slide footer goes here if required</a:t>
            </a:r>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10" name="Picture Placeholder 3">
            <a:extLst>
              <a:ext uri="{FF2B5EF4-FFF2-40B4-BE49-F238E27FC236}">
                <a16:creationId xmlns:a16="http://schemas.microsoft.com/office/drawing/2014/main" id="{4E9C5E07-6992-3F19-1B3D-971FA4CAA6E9}"/>
              </a:ext>
            </a:extLst>
          </p:cNvPr>
          <p:cNvSpPr>
            <a:spLocks noGrp="1"/>
          </p:cNvSpPr>
          <p:nvPr>
            <p:ph type="pic" sz="quarter" idx="16" hasCustomPrompt="1"/>
          </p:nvPr>
        </p:nvSpPr>
        <p:spPr>
          <a:xfrm>
            <a:off x="292100" y="1306514"/>
            <a:ext cx="2790825" cy="1908174"/>
          </a:xfrm>
          <a:solidFill>
            <a:srgbClr val="F6F3F2"/>
          </a:solidFill>
        </p:spPr>
        <p:txBody>
          <a:bodyPr vert="horz" lIns="0" tIns="0" rIns="0" bIns="0" rtlCol="0">
            <a:noAutofit/>
          </a:bodyPr>
          <a:lstStyle>
            <a:lvl1pPr>
              <a:defRPr lang="en-GB">
                <a:solidFill>
                  <a:schemeClr val="tx1"/>
                </a:solidFill>
                <a:latin typeface="+mn-lt"/>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1" name="Picture Placeholder 3">
            <a:extLst>
              <a:ext uri="{FF2B5EF4-FFF2-40B4-BE49-F238E27FC236}">
                <a16:creationId xmlns:a16="http://schemas.microsoft.com/office/drawing/2014/main" id="{1DFC9CD2-F9F0-5542-03DE-0F1FE57839DE}"/>
              </a:ext>
            </a:extLst>
          </p:cNvPr>
          <p:cNvSpPr>
            <a:spLocks noGrp="1"/>
          </p:cNvSpPr>
          <p:nvPr>
            <p:ph type="pic" sz="quarter" idx="17" hasCustomPrompt="1"/>
          </p:nvPr>
        </p:nvSpPr>
        <p:spPr>
          <a:xfrm>
            <a:off x="3225800" y="1306515"/>
            <a:ext cx="2795588" cy="1906586"/>
          </a:xfrm>
          <a:solidFill>
            <a:srgbClr val="F6F3F2"/>
          </a:solidFill>
        </p:spPr>
        <p:txBody>
          <a:bodyPr vert="horz" lIns="0" tIns="0" rIns="0" bIns="0" rtlCol="0">
            <a:noAutofit/>
          </a:bodyPr>
          <a:lstStyle>
            <a:lvl1pPr>
              <a:defRPr lang="en-GB" dirty="0">
                <a:solidFill>
                  <a:schemeClr val="tx1"/>
                </a:solidFill>
                <a:latin typeface="+mn-lt"/>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2" name="Picture Placeholder 3">
            <a:extLst>
              <a:ext uri="{FF2B5EF4-FFF2-40B4-BE49-F238E27FC236}">
                <a16:creationId xmlns:a16="http://schemas.microsoft.com/office/drawing/2014/main" id="{D5E872F4-C139-6D56-50F9-7D21C3B1C8C0}"/>
              </a:ext>
            </a:extLst>
          </p:cNvPr>
          <p:cNvSpPr>
            <a:spLocks noGrp="1"/>
          </p:cNvSpPr>
          <p:nvPr>
            <p:ph type="pic" sz="quarter" idx="18" hasCustomPrompt="1"/>
          </p:nvPr>
        </p:nvSpPr>
        <p:spPr>
          <a:xfrm>
            <a:off x="6165850" y="1306513"/>
            <a:ext cx="2795588" cy="1908175"/>
          </a:xfrm>
          <a:solidFill>
            <a:srgbClr val="F6F3F2"/>
          </a:solidFill>
        </p:spPr>
        <p:txBody>
          <a:bodyPr vert="horz" lIns="0" tIns="0" rIns="0" bIns="0" rtlCol="0">
            <a:noAutofit/>
          </a:bodyPr>
          <a:lstStyle>
            <a:lvl1pPr>
              <a:defRPr lang="en-GB">
                <a:solidFill>
                  <a:schemeClr val="tx1"/>
                </a:solidFill>
                <a:latin typeface="+mn-lt"/>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3" name="Picture Placeholder 3">
            <a:extLst>
              <a:ext uri="{FF2B5EF4-FFF2-40B4-BE49-F238E27FC236}">
                <a16:creationId xmlns:a16="http://schemas.microsoft.com/office/drawing/2014/main" id="{84712E5D-D603-F9AE-3C3A-D37795F75238}"/>
              </a:ext>
            </a:extLst>
          </p:cNvPr>
          <p:cNvSpPr>
            <a:spLocks noGrp="1"/>
          </p:cNvSpPr>
          <p:nvPr>
            <p:ph type="pic" sz="quarter" idx="19" hasCustomPrompt="1"/>
          </p:nvPr>
        </p:nvSpPr>
        <p:spPr>
          <a:xfrm>
            <a:off x="9104313" y="1306513"/>
            <a:ext cx="2799890" cy="1906588"/>
          </a:xfrm>
          <a:solidFill>
            <a:srgbClr val="F6F3F2"/>
          </a:solidFill>
        </p:spPr>
        <p:txBody>
          <a:bodyPr vert="horz" lIns="0" tIns="0" rIns="0" bIns="0" rtlCol="0">
            <a:noAutofit/>
          </a:bodyPr>
          <a:lstStyle>
            <a:lvl1pPr>
              <a:defRPr lang="en-GB" dirty="0">
                <a:solidFill>
                  <a:schemeClr val="tx1"/>
                </a:solidFill>
                <a:latin typeface="+mn-lt"/>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5" name="Text Placeholder 7">
            <a:extLst>
              <a:ext uri="{FF2B5EF4-FFF2-40B4-BE49-F238E27FC236}">
                <a16:creationId xmlns:a16="http://schemas.microsoft.com/office/drawing/2014/main" id="{19D9921F-F7C4-B7B7-7BFB-FFFA54F89ACB}"/>
              </a:ext>
            </a:extLst>
          </p:cNvPr>
          <p:cNvSpPr>
            <a:spLocks noGrp="1"/>
          </p:cNvSpPr>
          <p:nvPr>
            <p:ph type="body" sz="quarter" idx="20"/>
          </p:nvPr>
        </p:nvSpPr>
        <p:spPr>
          <a:xfrm>
            <a:off x="8124205" y="295200"/>
            <a:ext cx="3778870" cy="876375"/>
          </a:xfrm>
        </p:spPr>
        <p:txBody>
          <a:bodyPr/>
          <a:lstStyle>
            <a:lvl1pPr>
              <a:defRPr sz="14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2" name="Subtitle 2">
            <a:extLst>
              <a:ext uri="{FF2B5EF4-FFF2-40B4-BE49-F238E27FC236}">
                <a16:creationId xmlns:a16="http://schemas.microsoft.com/office/drawing/2014/main" id="{A6811233-C261-B7A8-9BF5-E6DBD474B2D8}"/>
              </a:ext>
            </a:extLst>
          </p:cNvPr>
          <p:cNvSpPr>
            <a:spLocks noGrp="1"/>
          </p:cNvSpPr>
          <p:nvPr>
            <p:ph type="subTitle" idx="21" hasCustomPrompt="1"/>
          </p:nvPr>
        </p:nvSpPr>
        <p:spPr>
          <a:xfrm>
            <a:off x="288302" y="713620"/>
            <a:ext cx="6713538" cy="292965"/>
          </a:xfrm>
        </p:spPr>
        <p:txBody>
          <a:bodyPr vert="horz" wrap="square" lIns="0" tIns="0" rIns="0" bIns="0" rtlCol="0" anchor="t">
            <a:spAutoFit/>
          </a:bodyPr>
          <a:lstStyle>
            <a:lvl1pPr>
              <a:defRPr lang="en-GB" b="1" dirty="0"/>
            </a:lvl1pPr>
          </a:lstStyle>
          <a:p>
            <a:pPr lvl="0">
              <a:spcBef>
                <a:spcPts val="0"/>
              </a:spcBef>
              <a:spcAft>
                <a:spcPts val="0"/>
              </a:spcAft>
            </a:pPr>
            <a:r>
              <a:rPr lang="en-GB"/>
              <a:t>Subtitle goes here if required</a:t>
            </a:r>
          </a:p>
        </p:txBody>
      </p:sp>
      <p:sp>
        <p:nvSpPr>
          <p:cNvPr id="14" name="Text Placeholder 11">
            <a:extLst>
              <a:ext uri="{FF2B5EF4-FFF2-40B4-BE49-F238E27FC236}">
                <a16:creationId xmlns:a16="http://schemas.microsoft.com/office/drawing/2014/main" id="{AB473CBC-7605-D3E8-783C-F925B286C464}"/>
              </a:ext>
            </a:extLst>
          </p:cNvPr>
          <p:cNvSpPr>
            <a:spLocks noGrp="1"/>
          </p:cNvSpPr>
          <p:nvPr>
            <p:ph type="body" sz="quarter" idx="22"/>
          </p:nvPr>
        </p:nvSpPr>
        <p:spPr>
          <a:xfrm>
            <a:off x="288925" y="3357563"/>
            <a:ext cx="2790825" cy="25216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1">
            <a:extLst>
              <a:ext uri="{FF2B5EF4-FFF2-40B4-BE49-F238E27FC236}">
                <a16:creationId xmlns:a16="http://schemas.microsoft.com/office/drawing/2014/main" id="{D5F5363E-BC98-62D0-50C8-BB47491FC9D2}"/>
              </a:ext>
            </a:extLst>
          </p:cNvPr>
          <p:cNvSpPr>
            <a:spLocks noGrp="1"/>
          </p:cNvSpPr>
          <p:nvPr>
            <p:ph type="body" sz="quarter" idx="23"/>
          </p:nvPr>
        </p:nvSpPr>
        <p:spPr>
          <a:xfrm>
            <a:off x="3233115" y="3357563"/>
            <a:ext cx="2796156" cy="25216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11">
            <a:extLst>
              <a:ext uri="{FF2B5EF4-FFF2-40B4-BE49-F238E27FC236}">
                <a16:creationId xmlns:a16="http://schemas.microsoft.com/office/drawing/2014/main" id="{2CFDC76E-CB6A-2A48-41EF-35223633C7FE}"/>
              </a:ext>
            </a:extLst>
          </p:cNvPr>
          <p:cNvSpPr>
            <a:spLocks noGrp="1"/>
          </p:cNvSpPr>
          <p:nvPr>
            <p:ph type="body" sz="quarter" idx="24"/>
          </p:nvPr>
        </p:nvSpPr>
        <p:spPr>
          <a:xfrm>
            <a:off x="6175321" y="3357563"/>
            <a:ext cx="2796156" cy="25216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1">
            <a:extLst>
              <a:ext uri="{FF2B5EF4-FFF2-40B4-BE49-F238E27FC236}">
                <a16:creationId xmlns:a16="http://schemas.microsoft.com/office/drawing/2014/main" id="{12E56C66-93E1-5486-DC8D-DDF4C1E184CC}"/>
              </a:ext>
            </a:extLst>
          </p:cNvPr>
          <p:cNvSpPr>
            <a:spLocks noGrp="1"/>
          </p:cNvSpPr>
          <p:nvPr>
            <p:ph type="body" sz="quarter" idx="25"/>
          </p:nvPr>
        </p:nvSpPr>
        <p:spPr>
          <a:xfrm>
            <a:off x="9104313" y="3357563"/>
            <a:ext cx="2800800" cy="25216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6544385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Eight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76EA39B-2942-9741-8948-C5E41AE57E5D}"/>
              </a:ext>
            </a:extLst>
          </p:cNvPr>
          <p:cNvSpPr>
            <a:spLocks noGrp="1"/>
          </p:cNvSpPr>
          <p:nvPr>
            <p:ph type="ftr" sz="quarter" idx="11"/>
          </p:nvPr>
        </p:nvSpPr>
        <p:spPr/>
        <p:txBody>
          <a:bodyPr/>
          <a:lstStyle/>
          <a:p>
            <a:r>
              <a:rPr lang="en-GB"/>
              <a:t>Slide footer goes here if required</a:t>
            </a:r>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8" name="Content Placeholder 2">
            <a:extLst>
              <a:ext uri="{FF2B5EF4-FFF2-40B4-BE49-F238E27FC236}">
                <a16:creationId xmlns:a16="http://schemas.microsoft.com/office/drawing/2014/main" id="{56A9A479-5865-E7E2-91F8-228379565FE9}"/>
              </a:ext>
            </a:extLst>
          </p:cNvPr>
          <p:cNvSpPr>
            <a:spLocks noGrp="1"/>
          </p:cNvSpPr>
          <p:nvPr>
            <p:ph idx="1"/>
          </p:nvPr>
        </p:nvSpPr>
        <p:spPr>
          <a:xfrm>
            <a:off x="289384" y="1831294"/>
            <a:ext cx="2793541" cy="1893888"/>
          </a:xfrm>
        </p:spPr>
        <p:txBody>
          <a:bodyPr/>
          <a:lstStyle>
            <a:lvl1pPr>
              <a:defRPr sz="1400"/>
            </a:lvl1pPr>
            <a:lvl2pPr>
              <a:defRPr sz="1400"/>
            </a:lvl2pPr>
            <a:lvl3pPr>
              <a:defRPr sz="1200"/>
            </a:lvl3pPr>
            <a:lvl4pPr>
              <a:defRPr sz="3200"/>
            </a:lvl4pPr>
            <a:lvl5pPr>
              <a:defRPr sz="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C843A736-3CCC-0374-4B82-29356E6E54DC}"/>
              </a:ext>
            </a:extLst>
          </p:cNvPr>
          <p:cNvSpPr>
            <a:spLocks noGrp="1"/>
          </p:cNvSpPr>
          <p:nvPr>
            <p:ph idx="13"/>
          </p:nvPr>
        </p:nvSpPr>
        <p:spPr>
          <a:xfrm>
            <a:off x="6165852" y="1831294"/>
            <a:ext cx="2793542" cy="1893888"/>
          </a:xfrm>
        </p:spPr>
        <p:txBody>
          <a:bodyPr/>
          <a:lstStyle>
            <a:lvl1pPr>
              <a:defRPr sz="1400"/>
            </a:lvl1pPr>
            <a:lvl2pPr>
              <a:defRPr sz="1400"/>
            </a:lvl2pPr>
            <a:lvl3pPr>
              <a:defRPr sz="1200"/>
            </a:lvl3pPr>
            <a:lvl4pPr>
              <a:defRPr lang="en-GB" sz="3200" b="0" i="0" kern="1200">
                <a:solidFill>
                  <a:schemeClr val="tx2"/>
                </a:solidFill>
                <a:latin typeface="Johnson Display" pitchFamily="2" charset="77"/>
                <a:ea typeface="+mn-ea"/>
                <a:cs typeface="+mn-cs"/>
              </a:defRPr>
            </a:lvl4pPr>
            <a:lvl5pPr>
              <a:defRPr sz="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2">
            <a:extLst>
              <a:ext uri="{FF2B5EF4-FFF2-40B4-BE49-F238E27FC236}">
                <a16:creationId xmlns:a16="http://schemas.microsoft.com/office/drawing/2014/main" id="{73E966BC-48D6-0237-3D83-9F8CB77DC975}"/>
              </a:ext>
            </a:extLst>
          </p:cNvPr>
          <p:cNvSpPr>
            <a:spLocks noGrp="1"/>
          </p:cNvSpPr>
          <p:nvPr>
            <p:ph idx="14"/>
          </p:nvPr>
        </p:nvSpPr>
        <p:spPr>
          <a:xfrm>
            <a:off x="3225800" y="1831294"/>
            <a:ext cx="2803525" cy="1893888"/>
          </a:xfrm>
        </p:spPr>
        <p:txBody>
          <a:bodyPr/>
          <a:lstStyle>
            <a:lvl1pPr>
              <a:defRPr sz="1400"/>
            </a:lvl1pPr>
            <a:lvl2pPr>
              <a:defRPr sz="1400"/>
            </a:lvl2pPr>
            <a:lvl3pPr>
              <a:defRPr sz="1200"/>
            </a:lvl3pPr>
            <a:lvl4pPr>
              <a:defRPr lang="en-GB" sz="3200" b="0" i="0" kern="1200" dirty="0">
                <a:solidFill>
                  <a:schemeClr val="tx2"/>
                </a:solidFill>
                <a:latin typeface="Johnson Display" pitchFamily="2" charset="77"/>
                <a:ea typeface="+mn-ea"/>
                <a:cs typeface="+mn-cs"/>
              </a:defRPr>
            </a:lvl4pPr>
            <a:lvl5pPr>
              <a:defRPr sz="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2">
            <a:extLst>
              <a:ext uri="{FF2B5EF4-FFF2-40B4-BE49-F238E27FC236}">
                <a16:creationId xmlns:a16="http://schemas.microsoft.com/office/drawing/2014/main" id="{48B10B95-D320-4FA6-98CE-883417C5DC22}"/>
              </a:ext>
            </a:extLst>
          </p:cNvPr>
          <p:cNvSpPr>
            <a:spLocks noGrp="1"/>
          </p:cNvSpPr>
          <p:nvPr>
            <p:ph idx="15"/>
          </p:nvPr>
        </p:nvSpPr>
        <p:spPr>
          <a:xfrm>
            <a:off x="9105903" y="1831294"/>
            <a:ext cx="2793997" cy="1893888"/>
          </a:xfrm>
        </p:spPr>
        <p:txBody>
          <a:bodyPr/>
          <a:lstStyle>
            <a:lvl1pPr>
              <a:defRPr sz="1400"/>
            </a:lvl1pPr>
            <a:lvl2pPr>
              <a:defRPr sz="1400"/>
            </a:lvl2pPr>
            <a:lvl3pPr>
              <a:defRPr sz="1200"/>
            </a:lvl3pPr>
            <a:lvl4pPr>
              <a:defRPr lang="en-GB" sz="3200" b="0" i="0" kern="1200">
                <a:solidFill>
                  <a:schemeClr val="tx2"/>
                </a:solidFill>
                <a:latin typeface="Johnson Display" pitchFamily="2" charset="77"/>
                <a:ea typeface="+mn-ea"/>
                <a:cs typeface="+mn-cs"/>
              </a:defRPr>
            </a:lvl4pPr>
            <a:lvl5pPr>
              <a:defRPr sz="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2">
            <a:extLst>
              <a:ext uri="{FF2B5EF4-FFF2-40B4-BE49-F238E27FC236}">
                <a16:creationId xmlns:a16="http://schemas.microsoft.com/office/drawing/2014/main" id="{F837F62A-0DBC-5C4E-10B1-0A4CD4ADF81F}"/>
              </a:ext>
            </a:extLst>
          </p:cNvPr>
          <p:cNvSpPr>
            <a:spLocks noGrp="1"/>
          </p:cNvSpPr>
          <p:nvPr>
            <p:ph idx="16"/>
          </p:nvPr>
        </p:nvSpPr>
        <p:spPr>
          <a:xfrm>
            <a:off x="289384" y="3871912"/>
            <a:ext cx="2793541" cy="1893887"/>
          </a:xfrm>
        </p:spPr>
        <p:txBody>
          <a:bodyPr/>
          <a:lstStyle>
            <a:lvl1pPr>
              <a:defRPr sz="1400"/>
            </a:lvl1pPr>
            <a:lvl2pPr>
              <a:defRPr sz="1400"/>
            </a:lvl2pPr>
            <a:lvl3pPr>
              <a:defRPr sz="1200"/>
            </a:lvl3pPr>
            <a:lvl4pPr>
              <a:defRPr lang="en-GB" sz="3200" b="0" i="0" kern="1200">
                <a:solidFill>
                  <a:schemeClr val="tx2"/>
                </a:solidFill>
                <a:latin typeface="Johnson Display" pitchFamily="2" charset="77"/>
                <a:ea typeface="+mn-ea"/>
                <a:cs typeface="+mn-cs"/>
              </a:defRPr>
            </a:lvl4pPr>
            <a:lvl5pPr>
              <a:defRPr sz="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2">
            <a:extLst>
              <a:ext uri="{FF2B5EF4-FFF2-40B4-BE49-F238E27FC236}">
                <a16:creationId xmlns:a16="http://schemas.microsoft.com/office/drawing/2014/main" id="{D19C36C2-D521-FEE7-A6AC-5710B0CDB350}"/>
              </a:ext>
            </a:extLst>
          </p:cNvPr>
          <p:cNvSpPr>
            <a:spLocks noGrp="1"/>
          </p:cNvSpPr>
          <p:nvPr>
            <p:ph idx="17"/>
          </p:nvPr>
        </p:nvSpPr>
        <p:spPr>
          <a:xfrm>
            <a:off x="6165851" y="3871912"/>
            <a:ext cx="2795588" cy="1893888"/>
          </a:xfrm>
        </p:spPr>
        <p:txBody>
          <a:bodyPr/>
          <a:lstStyle>
            <a:lvl1pPr>
              <a:defRPr sz="1400"/>
            </a:lvl1pPr>
            <a:lvl2pPr>
              <a:defRPr sz="1400"/>
            </a:lvl2pPr>
            <a:lvl3pPr>
              <a:defRPr sz="1200"/>
            </a:lvl3pPr>
            <a:lvl4pPr>
              <a:defRPr lang="en-GB" sz="3200" b="0" i="0" kern="1200">
                <a:solidFill>
                  <a:schemeClr val="tx2"/>
                </a:solidFill>
                <a:latin typeface="Johnson Display" pitchFamily="2" charset="77"/>
                <a:ea typeface="+mn-ea"/>
                <a:cs typeface="+mn-cs"/>
              </a:defRPr>
            </a:lvl4pPr>
            <a:lvl5pPr>
              <a:defRPr sz="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2">
            <a:extLst>
              <a:ext uri="{FF2B5EF4-FFF2-40B4-BE49-F238E27FC236}">
                <a16:creationId xmlns:a16="http://schemas.microsoft.com/office/drawing/2014/main" id="{FB6994DE-2295-D9C1-5B16-D2099A816416}"/>
              </a:ext>
            </a:extLst>
          </p:cNvPr>
          <p:cNvSpPr>
            <a:spLocks noGrp="1"/>
          </p:cNvSpPr>
          <p:nvPr>
            <p:ph idx="18"/>
          </p:nvPr>
        </p:nvSpPr>
        <p:spPr>
          <a:xfrm>
            <a:off x="3225801" y="3871912"/>
            <a:ext cx="2795588" cy="1893887"/>
          </a:xfrm>
        </p:spPr>
        <p:txBody>
          <a:bodyPr/>
          <a:lstStyle>
            <a:lvl1pPr>
              <a:defRPr sz="1400"/>
            </a:lvl1pPr>
            <a:lvl2pPr>
              <a:defRPr sz="1400"/>
            </a:lvl2pPr>
            <a:lvl3pPr>
              <a:defRPr sz="1200"/>
            </a:lvl3pPr>
            <a:lvl4pPr>
              <a:defRPr lang="en-GB" sz="3200" b="0" i="0" kern="1200">
                <a:solidFill>
                  <a:schemeClr val="tx2"/>
                </a:solidFill>
                <a:latin typeface="Johnson Display" pitchFamily="2" charset="77"/>
                <a:ea typeface="+mn-ea"/>
                <a:cs typeface="+mn-cs"/>
              </a:defRPr>
            </a:lvl4pPr>
            <a:lvl5pPr>
              <a:defRPr sz="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2">
            <a:extLst>
              <a:ext uri="{FF2B5EF4-FFF2-40B4-BE49-F238E27FC236}">
                <a16:creationId xmlns:a16="http://schemas.microsoft.com/office/drawing/2014/main" id="{35D14BC0-5573-6189-1430-BDA9443B2652}"/>
              </a:ext>
            </a:extLst>
          </p:cNvPr>
          <p:cNvSpPr>
            <a:spLocks noGrp="1"/>
          </p:cNvSpPr>
          <p:nvPr>
            <p:ph idx="19"/>
          </p:nvPr>
        </p:nvSpPr>
        <p:spPr>
          <a:xfrm>
            <a:off x="9104313" y="3871912"/>
            <a:ext cx="2795587" cy="1893888"/>
          </a:xfrm>
        </p:spPr>
        <p:txBody>
          <a:bodyPr/>
          <a:lstStyle>
            <a:lvl1pPr>
              <a:defRPr sz="1400"/>
            </a:lvl1pPr>
            <a:lvl2pPr>
              <a:defRPr sz="1400"/>
            </a:lvl2pPr>
            <a:lvl3pPr>
              <a:defRPr sz="1200"/>
            </a:lvl3pPr>
            <a:lvl4pPr>
              <a:defRPr lang="en-GB" sz="3200" b="0" i="0" kern="1200">
                <a:solidFill>
                  <a:schemeClr val="tx2"/>
                </a:solidFill>
                <a:latin typeface="Johnson Display" pitchFamily="2" charset="77"/>
                <a:ea typeface="+mn-ea"/>
                <a:cs typeface="+mn-cs"/>
              </a:defRPr>
            </a:lvl4pPr>
            <a:lvl5pPr>
              <a:defRPr sz="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7">
            <a:extLst>
              <a:ext uri="{FF2B5EF4-FFF2-40B4-BE49-F238E27FC236}">
                <a16:creationId xmlns:a16="http://schemas.microsoft.com/office/drawing/2014/main" id="{18166EB3-B625-A7A5-5E35-6D81B2C4EAAA}"/>
              </a:ext>
            </a:extLst>
          </p:cNvPr>
          <p:cNvSpPr>
            <a:spLocks noGrp="1"/>
          </p:cNvSpPr>
          <p:nvPr>
            <p:ph type="body" sz="quarter" idx="20"/>
          </p:nvPr>
        </p:nvSpPr>
        <p:spPr>
          <a:xfrm>
            <a:off x="8124205" y="295200"/>
            <a:ext cx="3778870" cy="876375"/>
          </a:xfrm>
        </p:spPr>
        <p:txBody>
          <a:bodyPr/>
          <a:lstStyle>
            <a:lvl1pPr>
              <a:defRPr sz="14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15" name="Title 14">
            <a:extLst>
              <a:ext uri="{FF2B5EF4-FFF2-40B4-BE49-F238E27FC236}">
                <a16:creationId xmlns:a16="http://schemas.microsoft.com/office/drawing/2014/main" id="{EC560DE3-3204-EFCC-1AF1-2D91CA826E4F}"/>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2" name="Subtitle 2">
            <a:extLst>
              <a:ext uri="{FF2B5EF4-FFF2-40B4-BE49-F238E27FC236}">
                <a16:creationId xmlns:a16="http://schemas.microsoft.com/office/drawing/2014/main" id="{09115CA6-F35D-BB63-6BE4-D7293F65797E}"/>
              </a:ext>
            </a:extLst>
          </p:cNvPr>
          <p:cNvSpPr>
            <a:spLocks noGrp="1"/>
          </p:cNvSpPr>
          <p:nvPr>
            <p:ph type="subTitle" idx="21" hasCustomPrompt="1"/>
          </p:nvPr>
        </p:nvSpPr>
        <p:spPr>
          <a:xfrm>
            <a:off x="288302" y="713620"/>
            <a:ext cx="6713538" cy="292965"/>
          </a:xfrm>
        </p:spPr>
        <p:txBody>
          <a:bodyPr vert="horz" wrap="square" lIns="0" tIns="0" rIns="0" bIns="0" rtlCol="0" anchor="t">
            <a:spAutoFit/>
          </a:bodyPr>
          <a:lstStyle>
            <a:lvl1pPr>
              <a:defRPr lang="en-GB" b="1" dirty="0"/>
            </a:lvl1pPr>
          </a:lstStyle>
          <a:p>
            <a:pPr lvl="0">
              <a:spcBef>
                <a:spcPts val="0"/>
              </a:spcBef>
              <a:spcAft>
                <a:spcPts val="0"/>
              </a:spcAft>
            </a:pPr>
            <a:r>
              <a:rPr lang="en-GB"/>
              <a:t>Subtitle goes here if required</a:t>
            </a:r>
          </a:p>
        </p:txBody>
      </p:sp>
    </p:spTree>
    <p:extLst>
      <p:ext uri="{BB962C8B-B14F-4D97-AF65-F5344CB8AC3E}">
        <p14:creationId xmlns:p14="http://schemas.microsoft.com/office/powerpoint/2010/main" val="292664987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xt and Chart">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76EA39B-2942-9741-8948-C5E41AE57E5D}"/>
              </a:ext>
            </a:extLst>
          </p:cNvPr>
          <p:cNvSpPr>
            <a:spLocks noGrp="1"/>
          </p:cNvSpPr>
          <p:nvPr>
            <p:ph type="ftr" sz="quarter" idx="11"/>
          </p:nvPr>
        </p:nvSpPr>
        <p:spPr/>
        <p:txBody>
          <a:bodyPr/>
          <a:lstStyle/>
          <a:p>
            <a:r>
              <a:rPr lang="en-GB"/>
              <a:t>Slide footer goes here if required</a:t>
            </a:r>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8" name="Content Placeholder 2">
            <a:extLst>
              <a:ext uri="{FF2B5EF4-FFF2-40B4-BE49-F238E27FC236}">
                <a16:creationId xmlns:a16="http://schemas.microsoft.com/office/drawing/2014/main" id="{56A9A479-5865-E7E2-91F8-228379565FE9}"/>
              </a:ext>
            </a:extLst>
          </p:cNvPr>
          <p:cNvSpPr>
            <a:spLocks noGrp="1"/>
          </p:cNvSpPr>
          <p:nvPr>
            <p:ph idx="1"/>
          </p:nvPr>
        </p:nvSpPr>
        <p:spPr>
          <a:xfrm>
            <a:off x="289384" y="1306514"/>
            <a:ext cx="5732003" cy="45727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hart Placeholder 3">
            <a:extLst>
              <a:ext uri="{FF2B5EF4-FFF2-40B4-BE49-F238E27FC236}">
                <a16:creationId xmlns:a16="http://schemas.microsoft.com/office/drawing/2014/main" id="{538B81BC-7790-A8A7-F32D-C3F126E7C5D3}"/>
              </a:ext>
            </a:extLst>
          </p:cNvPr>
          <p:cNvSpPr>
            <a:spLocks noGrp="1"/>
          </p:cNvSpPr>
          <p:nvPr>
            <p:ph type="chart" sz="quarter" idx="15"/>
          </p:nvPr>
        </p:nvSpPr>
        <p:spPr>
          <a:xfrm>
            <a:off x="6165850" y="1306513"/>
            <a:ext cx="5737225" cy="4572731"/>
          </a:xfrm>
          <a:solidFill>
            <a:schemeClr val="bg1"/>
          </a:solidFill>
        </p:spPr>
        <p:txBody>
          <a:bodyPr/>
          <a:lstStyle/>
          <a:p>
            <a:r>
              <a:rPr lang="en-US"/>
              <a:t>Click icon to add chart</a:t>
            </a:r>
          </a:p>
        </p:txBody>
      </p:sp>
      <p:sp>
        <p:nvSpPr>
          <p:cNvPr id="11" name="Text Placeholder 3">
            <a:extLst>
              <a:ext uri="{FF2B5EF4-FFF2-40B4-BE49-F238E27FC236}">
                <a16:creationId xmlns:a16="http://schemas.microsoft.com/office/drawing/2014/main" id="{58257768-4CDB-6207-FCBD-946306C93DAD}"/>
              </a:ext>
            </a:extLst>
          </p:cNvPr>
          <p:cNvSpPr>
            <a:spLocks noGrp="1"/>
          </p:cNvSpPr>
          <p:nvPr>
            <p:ph type="body" sz="quarter" idx="14"/>
          </p:nvPr>
        </p:nvSpPr>
        <p:spPr>
          <a:xfrm>
            <a:off x="10083801" y="330199"/>
            <a:ext cx="1816100" cy="841376"/>
          </a:xfrm>
        </p:spPr>
        <p:txBody>
          <a:bodyPr/>
          <a:lstStyle>
            <a:lvl1pPr>
              <a:spcBef>
                <a:spcPts val="0"/>
              </a:spcBef>
              <a:spcAft>
                <a:spcPts val="300"/>
              </a:spcAft>
              <a:defRPr sz="800" b="0" i="0">
                <a:latin typeface="+mn-lt"/>
              </a:defRPr>
            </a:lvl1pPr>
            <a:lvl2pPr marL="93663" indent="-93663">
              <a:spcBef>
                <a:spcPts val="0"/>
              </a:spcBef>
              <a:spcAft>
                <a:spcPts val="300"/>
              </a:spcAft>
              <a:tabLst/>
              <a:defRPr sz="800" b="0" i="0">
                <a:latin typeface="+mn-lt"/>
              </a:defRPr>
            </a:lvl2pPr>
            <a:lvl3pPr marL="179388" indent="-85725">
              <a:spcBef>
                <a:spcPts val="0"/>
              </a:spcBef>
              <a:spcAft>
                <a:spcPts val="300"/>
              </a:spcAft>
              <a:tabLst/>
              <a:defRPr sz="800" b="0" i="0">
                <a:latin typeface="+mn-lt"/>
              </a:defRPr>
            </a:lvl3pPr>
            <a:lvl4pPr>
              <a:defRPr sz="1000"/>
            </a:lvl4pPr>
            <a:lvl5pPr>
              <a:defRPr sz="1000"/>
            </a:lvl5pPr>
          </a:lstStyle>
          <a:p>
            <a:pPr lvl="0"/>
            <a:r>
              <a:rPr lang="en-US"/>
              <a:t>Click to edit Master text styles</a:t>
            </a:r>
          </a:p>
          <a:p>
            <a:pPr lvl="1"/>
            <a:r>
              <a:rPr lang="en-US"/>
              <a:t>Second level</a:t>
            </a:r>
          </a:p>
          <a:p>
            <a:pPr lvl="2"/>
            <a:r>
              <a:rPr lang="en-US"/>
              <a:t>Third level</a:t>
            </a:r>
          </a:p>
        </p:txBody>
      </p:sp>
      <p:sp>
        <p:nvSpPr>
          <p:cNvPr id="9" name="Title 8">
            <a:extLst>
              <a:ext uri="{FF2B5EF4-FFF2-40B4-BE49-F238E27FC236}">
                <a16:creationId xmlns:a16="http://schemas.microsoft.com/office/drawing/2014/main" id="{6E77B21E-A040-7CC6-4F9B-B89C94289E89}"/>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3" name="Subtitle 2">
            <a:extLst>
              <a:ext uri="{FF2B5EF4-FFF2-40B4-BE49-F238E27FC236}">
                <a16:creationId xmlns:a16="http://schemas.microsoft.com/office/drawing/2014/main" id="{F725C5CD-1985-D608-1D27-9FBC395FE641}"/>
              </a:ext>
            </a:extLst>
          </p:cNvPr>
          <p:cNvSpPr>
            <a:spLocks noGrp="1"/>
          </p:cNvSpPr>
          <p:nvPr>
            <p:ph type="subTitle" idx="16" hasCustomPrompt="1"/>
          </p:nvPr>
        </p:nvSpPr>
        <p:spPr>
          <a:xfrm>
            <a:off x="288302" y="713620"/>
            <a:ext cx="6713538" cy="292965"/>
          </a:xfrm>
        </p:spPr>
        <p:txBody>
          <a:bodyPr vert="horz" wrap="square" lIns="0" tIns="0" rIns="0" bIns="0" rtlCol="0" anchor="t">
            <a:spAutoFit/>
          </a:bodyPr>
          <a:lstStyle>
            <a:lvl1pPr>
              <a:defRPr lang="en-GB" b="1" dirty="0"/>
            </a:lvl1pPr>
          </a:lstStyle>
          <a:p>
            <a:pPr lvl="0">
              <a:spcBef>
                <a:spcPts val="0"/>
              </a:spcBef>
              <a:spcAft>
                <a:spcPts val="0"/>
              </a:spcAft>
            </a:pPr>
            <a:r>
              <a:rPr lang="en-GB"/>
              <a:t>Subtitle goes here if required</a:t>
            </a:r>
          </a:p>
        </p:txBody>
      </p:sp>
    </p:spTree>
    <p:extLst>
      <p:ext uri="{BB962C8B-B14F-4D97-AF65-F5344CB8AC3E}">
        <p14:creationId xmlns:p14="http://schemas.microsoft.com/office/powerpoint/2010/main" val="374665124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hree Chart">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76EA39B-2942-9741-8948-C5E41AE57E5D}"/>
              </a:ext>
            </a:extLst>
          </p:cNvPr>
          <p:cNvSpPr>
            <a:spLocks noGrp="1"/>
          </p:cNvSpPr>
          <p:nvPr>
            <p:ph type="ftr" sz="quarter" idx="11"/>
          </p:nvPr>
        </p:nvSpPr>
        <p:spPr/>
        <p:txBody>
          <a:bodyPr/>
          <a:lstStyle/>
          <a:p>
            <a:r>
              <a:rPr lang="en-GB"/>
              <a:t>Slide footer goes here if required</a:t>
            </a:r>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4" name="Text Placeholder 7">
            <a:extLst>
              <a:ext uri="{FF2B5EF4-FFF2-40B4-BE49-F238E27FC236}">
                <a16:creationId xmlns:a16="http://schemas.microsoft.com/office/drawing/2014/main" id="{66A26018-CD47-11D0-838D-A1A2D71C4DE9}"/>
              </a:ext>
            </a:extLst>
          </p:cNvPr>
          <p:cNvSpPr>
            <a:spLocks noGrp="1"/>
          </p:cNvSpPr>
          <p:nvPr>
            <p:ph type="body" sz="quarter" idx="15"/>
          </p:nvPr>
        </p:nvSpPr>
        <p:spPr>
          <a:xfrm>
            <a:off x="8124205" y="293525"/>
            <a:ext cx="3778870" cy="878050"/>
          </a:xfrm>
        </p:spPr>
        <p:txBody>
          <a:bodyPr/>
          <a:lstStyle>
            <a:lvl1pPr>
              <a:defRPr sz="14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11" name="Chart Placeholder 10">
            <a:extLst>
              <a:ext uri="{FF2B5EF4-FFF2-40B4-BE49-F238E27FC236}">
                <a16:creationId xmlns:a16="http://schemas.microsoft.com/office/drawing/2014/main" id="{698C230B-5408-E1A5-CFA9-2F383131120D}"/>
              </a:ext>
            </a:extLst>
          </p:cNvPr>
          <p:cNvSpPr>
            <a:spLocks noGrp="1"/>
          </p:cNvSpPr>
          <p:nvPr>
            <p:ph type="chart" sz="quarter" idx="16"/>
          </p:nvPr>
        </p:nvSpPr>
        <p:spPr>
          <a:xfrm>
            <a:off x="292100" y="1306512"/>
            <a:ext cx="3770313" cy="3553556"/>
          </a:xfrm>
          <a:solidFill>
            <a:schemeClr val="bg1"/>
          </a:solidFill>
        </p:spPr>
        <p:txBody>
          <a:bodyPr/>
          <a:lstStyle/>
          <a:p>
            <a:r>
              <a:rPr lang="en-US"/>
              <a:t>Click icon to add chart</a:t>
            </a:r>
          </a:p>
        </p:txBody>
      </p:sp>
      <p:sp>
        <p:nvSpPr>
          <p:cNvPr id="12" name="Text Placeholder 7">
            <a:extLst>
              <a:ext uri="{FF2B5EF4-FFF2-40B4-BE49-F238E27FC236}">
                <a16:creationId xmlns:a16="http://schemas.microsoft.com/office/drawing/2014/main" id="{6BA18FE4-4638-2816-D5EB-4ABC0612973F}"/>
              </a:ext>
            </a:extLst>
          </p:cNvPr>
          <p:cNvSpPr>
            <a:spLocks noGrp="1"/>
          </p:cNvSpPr>
          <p:nvPr>
            <p:ph type="body" sz="quarter" idx="17"/>
          </p:nvPr>
        </p:nvSpPr>
        <p:spPr>
          <a:xfrm>
            <a:off x="291480" y="5002944"/>
            <a:ext cx="3770934" cy="876300"/>
          </a:xfrm>
        </p:spPr>
        <p:txBody>
          <a:bodyPr/>
          <a:lstStyle>
            <a:lvl1pPr>
              <a:defRPr sz="1200"/>
            </a:lvl1pPr>
            <a:lvl2pPr>
              <a:defRPr sz="1200"/>
            </a:lvl2pPr>
            <a:lvl3pPr>
              <a:defRPr sz="1100"/>
            </a:lvl3pPr>
          </a:lstStyle>
          <a:p>
            <a:pPr lvl="0"/>
            <a:r>
              <a:rPr lang="en-US"/>
              <a:t>Click to edit Master text styles</a:t>
            </a:r>
          </a:p>
          <a:p>
            <a:pPr lvl="1"/>
            <a:r>
              <a:rPr lang="en-US"/>
              <a:t>Second level</a:t>
            </a:r>
          </a:p>
          <a:p>
            <a:pPr lvl="2"/>
            <a:r>
              <a:rPr lang="en-US"/>
              <a:t>Third level</a:t>
            </a:r>
          </a:p>
        </p:txBody>
      </p:sp>
      <p:sp>
        <p:nvSpPr>
          <p:cNvPr id="13" name="Chart Placeholder 10">
            <a:extLst>
              <a:ext uri="{FF2B5EF4-FFF2-40B4-BE49-F238E27FC236}">
                <a16:creationId xmlns:a16="http://schemas.microsoft.com/office/drawing/2014/main" id="{446A3E25-507C-4190-4950-DA0C712EB336}"/>
              </a:ext>
            </a:extLst>
          </p:cNvPr>
          <p:cNvSpPr>
            <a:spLocks noGrp="1"/>
          </p:cNvSpPr>
          <p:nvPr>
            <p:ph type="chart" sz="quarter" idx="18"/>
          </p:nvPr>
        </p:nvSpPr>
        <p:spPr>
          <a:xfrm>
            <a:off x="4206875" y="1306512"/>
            <a:ext cx="3775076" cy="3553555"/>
          </a:xfrm>
          <a:solidFill>
            <a:schemeClr val="bg1"/>
          </a:solidFill>
        </p:spPr>
        <p:txBody>
          <a:bodyPr/>
          <a:lstStyle/>
          <a:p>
            <a:r>
              <a:rPr lang="en-US"/>
              <a:t>Click icon to add chart</a:t>
            </a:r>
          </a:p>
        </p:txBody>
      </p:sp>
      <p:sp>
        <p:nvSpPr>
          <p:cNvPr id="14" name="Text Placeholder 7">
            <a:extLst>
              <a:ext uri="{FF2B5EF4-FFF2-40B4-BE49-F238E27FC236}">
                <a16:creationId xmlns:a16="http://schemas.microsoft.com/office/drawing/2014/main" id="{DDD2F21A-FE62-6E81-6F5B-9A76691ED2EE}"/>
              </a:ext>
            </a:extLst>
          </p:cNvPr>
          <p:cNvSpPr>
            <a:spLocks noGrp="1"/>
          </p:cNvSpPr>
          <p:nvPr>
            <p:ph type="body" sz="quarter" idx="19"/>
          </p:nvPr>
        </p:nvSpPr>
        <p:spPr>
          <a:xfrm>
            <a:off x="4206874" y="5002944"/>
            <a:ext cx="3775076" cy="876300"/>
          </a:xfrm>
        </p:spPr>
        <p:txBody>
          <a:bodyPr/>
          <a:lstStyle>
            <a:lvl1pPr>
              <a:defRPr sz="1200"/>
            </a:lvl1pPr>
            <a:lvl2pPr>
              <a:defRPr sz="1200"/>
            </a:lvl2pPr>
            <a:lvl3pPr>
              <a:defRPr sz="1100"/>
            </a:lvl3pPr>
          </a:lstStyle>
          <a:p>
            <a:pPr lvl="0"/>
            <a:r>
              <a:rPr lang="en-US"/>
              <a:t>Click to edit Master text styles</a:t>
            </a:r>
          </a:p>
          <a:p>
            <a:pPr lvl="1"/>
            <a:r>
              <a:rPr lang="en-US"/>
              <a:t>Second level</a:t>
            </a:r>
          </a:p>
          <a:p>
            <a:pPr lvl="2"/>
            <a:r>
              <a:rPr lang="en-US"/>
              <a:t>Third level</a:t>
            </a:r>
          </a:p>
        </p:txBody>
      </p:sp>
      <p:sp>
        <p:nvSpPr>
          <p:cNvPr id="15" name="Chart Placeholder 10">
            <a:extLst>
              <a:ext uri="{FF2B5EF4-FFF2-40B4-BE49-F238E27FC236}">
                <a16:creationId xmlns:a16="http://schemas.microsoft.com/office/drawing/2014/main" id="{94EF43E1-5534-96EF-52FD-3CD0B7B21E71}"/>
              </a:ext>
            </a:extLst>
          </p:cNvPr>
          <p:cNvSpPr>
            <a:spLocks noGrp="1"/>
          </p:cNvSpPr>
          <p:nvPr>
            <p:ph type="chart" sz="quarter" idx="20"/>
          </p:nvPr>
        </p:nvSpPr>
        <p:spPr>
          <a:xfrm>
            <a:off x="8124825" y="1306512"/>
            <a:ext cx="3770313" cy="3553556"/>
          </a:xfrm>
          <a:solidFill>
            <a:schemeClr val="bg1"/>
          </a:solidFill>
        </p:spPr>
        <p:txBody>
          <a:bodyPr/>
          <a:lstStyle/>
          <a:p>
            <a:r>
              <a:rPr lang="en-US"/>
              <a:t>Click icon to add chart</a:t>
            </a:r>
          </a:p>
        </p:txBody>
      </p:sp>
      <p:sp>
        <p:nvSpPr>
          <p:cNvPr id="16" name="Text Placeholder 7">
            <a:extLst>
              <a:ext uri="{FF2B5EF4-FFF2-40B4-BE49-F238E27FC236}">
                <a16:creationId xmlns:a16="http://schemas.microsoft.com/office/drawing/2014/main" id="{074660EF-5B4C-59FD-5DE9-C6AEEC3EA783}"/>
              </a:ext>
            </a:extLst>
          </p:cNvPr>
          <p:cNvSpPr>
            <a:spLocks noGrp="1"/>
          </p:cNvSpPr>
          <p:nvPr>
            <p:ph type="body" sz="quarter" idx="21"/>
          </p:nvPr>
        </p:nvSpPr>
        <p:spPr>
          <a:xfrm>
            <a:off x="8124205" y="5002944"/>
            <a:ext cx="3770934" cy="876300"/>
          </a:xfrm>
        </p:spPr>
        <p:txBody>
          <a:bodyPr/>
          <a:lstStyle>
            <a:lvl1pPr>
              <a:defRPr sz="1200"/>
            </a:lvl1pPr>
            <a:lvl2pPr>
              <a:defRPr sz="1200"/>
            </a:lvl2pPr>
            <a:lvl3pPr>
              <a:defRPr sz="1100"/>
            </a:lvl3pPr>
          </a:lstStyle>
          <a:p>
            <a:pPr lvl="0"/>
            <a:r>
              <a:rPr lang="en-US"/>
              <a:t>Click to edit Master text styles</a:t>
            </a:r>
          </a:p>
          <a:p>
            <a:pPr lvl="1"/>
            <a:r>
              <a:rPr lang="en-US"/>
              <a:t>Second level</a:t>
            </a:r>
          </a:p>
          <a:p>
            <a:pPr lvl="2"/>
            <a:r>
              <a:rPr lang="en-US"/>
              <a:t>Third level</a:t>
            </a:r>
          </a:p>
        </p:txBody>
      </p:sp>
      <p:sp>
        <p:nvSpPr>
          <p:cNvPr id="9" name="Title 8">
            <a:extLst>
              <a:ext uri="{FF2B5EF4-FFF2-40B4-BE49-F238E27FC236}">
                <a16:creationId xmlns:a16="http://schemas.microsoft.com/office/drawing/2014/main" id="{5FD82D33-FC73-4137-A0A9-8EB43DA1A810}"/>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3" name="Subtitle 2">
            <a:extLst>
              <a:ext uri="{FF2B5EF4-FFF2-40B4-BE49-F238E27FC236}">
                <a16:creationId xmlns:a16="http://schemas.microsoft.com/office/drawing/2014/main" id="{EA959997-A6D7-96D1-8672-5FCDE45DB7B3}"/>
              </a:ext>
            </a:extLst>
          </p:cNvPr>
          <p:cNvSpPr>
            <a:spLocks noGrp="1"/>
          </p:cNvSpPr>
          <p:nvPr>
            <p:ph type="subTitle" idx="22" hasCustomPrompt="1"/>
          </p:nvPr>
        </p:nvSpPr>
        <p:spPr>
          <a:xfrm>
            <a:off x="288302" y="713620"/>
            <a:ext cx="6713538" cy="292965"/>
          </a:xfrm>
        </p:spPr>
        <p:txBody>
          <a:bodyPr vert="horz" wrap="square" lIns="0" tIns="0" rIns="0" bIns="0" rtlCol="0" anchor="t">
            <a:spAutoFit/>
          </a:bodyPr>
          <a:lstStyle>
            <a:lvl1pPr>
              <a:defRPr lang="en-GB" b="1" dirty="0"/>
            </a:lvl1pPr>
          </a:lstStyle>
          <a:p>
            <a:pPr lvl="0">
              <a:spcBef>
                <a:spcPts val="0"/>
              </a:spcBef>
              <a:spcAft>
                <a:spcPts val="0"/>
              </a:spcAft>
            </a:pPr>
            <a:r>
              <a:rPr lang="en-GB"/>
              <a:t>Subtitle goes here if required</a:t>
            </a:r>
          </a:p>
        </p:txBody>
      </p:sp>
    </p:spTree>
    <p:extLst>
      <p:ext uri="{BB962C8B-B14F-4D97-AF65-F5344CB8AC3E}">
        <p14:creationId xmlns:p14="http://schemas.microsoft.com/office/powerpoint/2010/main" val="346299684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9" name="Slide Number Placeholder 4">
            <a:extLst>
              <a:ext uri="{FF2B5EF4-FFF2-40B4-BE49-F238E27FC236}">
                <a16:creationId xmlns:a16="http://schemas.microsoft.com/office/drawing/2014/main" id="{703E3838-150C-B34D-4F16-CEA95E3C0B04}"/>
              </a:ext>
            </a:extLst>
          </p:cNvPr>
          <p:cNvSpPr>
            <a:spLocks noGrp="1"/>
          </p:cNvSpPr>
          <p:nvPr>
            <p:ph type="sldNum" sz="quarter" idx="12"/>
          </p:nvPr>
        </p:nvSpPr>
        <p:spPr>
          <a:xfrm>
            <a:off x="11355042" y="6413500"/>
            <a:ext cx="547573" cy="153463"/>
          </a:xfrm>
        </p:spPr>
        <p:txBody>
          <a:bodyPr/>
          <a:lstStyle/>
          <a:p>
            <a:fld id="{AEC8D767-5246-2244-A4A3-B8AFB218393C}" type="slidenum">
              <a:rPr lang="en-GB" smtClean="0"/>
              <a:t>‹#›</a:t>
            </a:fld>
            <a:endParaRPr lang="en-GB"/>
          </a:p>
        </p:txBody>
      </p:sp>
      <p:sp>
        <p:nvSpPr>
          <p:cNvPr id="10" name="Table Placeholder 5">
            <a:extLst>
              <a:ext uri="{FF2B5EF4-FFF2-40B4-BE49-F238E27FC236}">
                <a16:creationId xmlns:a16="http://schemas.microsoft.com/office/drawing/2014/main" id="{AA00D851-11FE-02AE-0FE0-9A7CAC67EF7D}"/>
              </a:ext>
            </a:extLst>
          </p:cNvPr>
          <p:cNvSpPr>
            <a:spLocks noGrp="1"/>
          </p:cNvSpPr>
          <p:nvPr>
            <p:ph type="tbl" sz="quarter" idx="13"/>
          </p:nvPr>
        </p:nvSpPr>
        <p:spPr>
          <a:xfrm>
            <a:off x="292100" y="2742127"/>
            <a:ext cx="11610975" cy="3143518"/>
          </a:xfrm>
        </p:spPr>
        <p:txBody>
          <a:bodyPr/>
          <a:lstStyle/>
          <a:p>
            <a:r>
              <a:rPr lang="en-US"/>
              <a:t>Click icon to add table</a:t>
            </a:r>
            <a:endParaRPr lang="en-GB"/>
          </a:p>
        </p:txBody>
      </p:sp>
      <p:sp>
        <p:nvSpPr>
          <p:cNvPr id="3" name="Title 2">
            <a:extLst>
              <a:ext uri="{FF2B5EF4-FFF2-40B4-BE49-F238E27FC236}">
                <a16:creationId xmlns:a16="http://schemas.microsoft.com/office/drawing/2014/main" id="{2CDD0AA4-DA06-999E-8621-24713C5D3AF7}"/>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4" name="Text Placeholder 7">
            <a:extLst>
              <a:ext uri="{FF2B5EF4-FFF2-40B4-BE49-F238E27FC236}">
                <a16:creationId xmlns:a16="http://schemas.microsoft.com/office/drawing/2014/main" id="{AF1CADF7-2181-199A-E8E5-8BFDAFCB655B}"/>
              </a:ext>
            </a:extLst>
          </p:cNvPr>
          <p:cNvSpPr>
            <a:spLocks noGrp="1"/>
          </p:cNvSpPr>
          <p:nvPr>
            <p:ph type="body" sz="quarter" idx="15"/>
          </p:nvPr>
        </p:nvSpPr>
        <p:spPr>
          <a:xfrm>
            <a:off x="8124205" y="293525"/>
            <a:ext cx="3778870" cy="878050"/>
          </a:xfrm>
        </p:spPr>
        <p:txBody>
          <a:bodyPr/>
          <a:lstStyle>
            <a:lvl1pPr>
              <a:defRPr sz="14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5" name="Subtitle 2">
            <a:extLst>
              <a:ext uri="{FF2B5EF4-FFF2-40B4-BE49-F238E27FC236}">
                <a16:creationId xmlns:a16="http://schemas.microsoft.com/office/drawing/2014/main" id="{4BE7CDC5-71B1-1F0B-9FBF-16B0C3648775}"/>
              </a:ext>
            </a:extLst>
          </p:cNvPr>
          <p:cNvSpPr>
            <a:spLocks noGrp="1"/>
          </p:cNvSpPr>
          <p:nvPr>
            <p:ph type="subTitle" idx="16" hasCustomPrompt="1"/>
          </p:nvPr>
        </p:nvSpPr>
        <p:spPr>
          <a:xfrm>
            <a:off x="288302" y="713620"/>
            <a:ext cx="6713538" cy="292965"/>
          </a:xfrm>
        </p:spPr>
        <p:txBody>
          <a:bodyPr vert="horz" wrap="square" lIns="0" tIns="0" rIns="0" bIns="0" rtlCol="0" anchor="t">
            <a:spAutoFit/>
          </a:bodyPr>
          <a:lstStyle>
            <a:lvl1pPr>
              <a:defRPr lang="en-GB" b="1" dirty="0"/>
            </a:lvl1pPr>
          </a:lstStyle>
          <a:p>
            <a:pPr lvl="0">
              <a:spcBef>
                <a:spcPts val="0"/>
              </a:spcBef>
              <a:spcAft>
                <a:spcPts val="0"/>
              </a:spcAft>
            </a:pPr>
            <a:r>
              <a:rPr lang="en-GB"/>
              <a:t>Subtitle goes here if required</a:t>
            </a:r>
          </a:p>
        </p:txBody>
      </p:sp>
      <p:sp>
        <p:nvSpPr>
          <p:cNvPr id="8" name="Footer Placeholder 7">
            <a:extLst>
              <a:ext uri="{FF2B5EF4-FFF2-40B4-BE49-F238E27FC236}">
                <a16:creationId xmlns:a16="http://schemas.microsoft.com/office/drawing/2014/main" id="{B28B48B1-4031-5787-2BFC-2B7BF87878E0}"/>
              </a:ext>
            </a:extLst>
          </p:cNvPr>
          <p:cNvSpPr>
            <a:spLocks noGrp="1"/>
          </p:cNvSpPr>
          <p:nvPr>
            <p:ph type="ftr" sz="quarter" idx="19"/>
          </p:nvPr>
        </p:nvSpPr>
        <p:spPr/>
        <p:txBody>
          <a:bodyPr/>
          <a:lstStyle/>
          <a:p>
            <a:r>
              <a:rPr lang="en-GB"/>
              <a:t>Slide footer goes here if required</a:t>
            </a:r>
          </a:p>
        </p:txBody>
      </p:sp>
    </p:spTree>
    <p:extLst>
      <p:ext uri="{BB962C8B-B14F-4D97-AF65-F5344CB8AC3E}">
        <p14:creationId xmlns:p14="http://schemas.microsoft.com/office/powerpoint/2010/main" val="107026808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C3DE09C-0B1B-D45B-6ABB-863B5E08717C}"/>
              </a:ext>
            </a:extLst>
          </p:cNvPr>
          <p:cNvSpPr>
            <a:spLocks noGrp="1"/>
          </p:cNvSpPr>
          <p:nvPr>
            <p:ph type="ftr" sz="quarter" idx="11"/>
          </p:nvPr>
        </p:nvSpPr>
        <p:spPr/>
        <p:txBody>
          <a:bodyPr/>
          <a:lstStyle/>
          <a:p>
            <a:r>
              <a:rPr lang="en-GB"/>
              <a:t>Slide footer goes here if required</a:t>
            </a: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3" name="Text Placeholder 7">
            <a:extLst>
              <a:ext uri="{FF2B5EF4-FFF2-40B4-BE49-F238E27FC236}">
                <a16:creationId xmlns:a16="http://schemas.microsoft.com/office/drawing/2014/main" id="{17F42810-DCAF-7A30-3A4F-E23EA682FA39}"/>
              </a:ext>
            </a:extLst>
          </p:cNvPr>
          <p:cNvSpPr>
            <a:spLocks noGrp="1"/>
          </p:cNvSpPr>
          <p:nvPr>
            <p:ph type="body" sz="quarter" idx="14"/>
          </p:nvPr>
        </p:nvSpPr>
        <p:spPr>
          <a:xfrm>
            <a:off x="8124825" y="293525"/>
            <a:ext cx="3778250" cy="878050"/>
          </a:xfrm>
        </p:spPr>
        <p:txBody>
          <a:bodyPr/>
          <a:lstStyle>
            <a:lvl1pPr>
              <a:defRPr sz="14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5373482F-4FA8-181D-CA6D-04D8D98AD13B}"/>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6" name="Subtitle 2">
            <a:extLst>
              <a:ext uri="{FF2B5EF4-FFF2-40B4-BE49-F238E27FC236}">
                <a16:creationId xmlns:a16="http://schemas.microsoft.com/office/drawing/2014/main" id="{64BCB963-058E-5C5B-947F-AC1D9DD6C9FB}"/>
              </a:ext>
            </a:extLst>
          </p:cNvPr>
          <p:cNvSpPr>
            <a:spLocks noGrp="1"/>
          </p:cNvSpPr>
          <p:nvPr>
            <p:ph type="subTitle" idx="16" hasCustomPrompt="1"/>
          </p:nvPr>
        </p:nvSpPr>
        <p:spPr>
          <a:xfrm>
            <a:off x="288302" y="713620"/>
            <a:ext cx="6713538" cy="292965"/>
          </a:xfrm>
        </p:spPr>
        <p:txBody>
          <a:bodyPr vert="horz" wrap="square" lIns="0" tIns="0" rIns="0" bIns="0" rtlCol="0" anchor="t">
            <a:spAutoFit/>
          </a:bodyPr>
          <a:lstStyle>
            <a:lvl1pPr>
              <a:defRPr lang="en-GB" b="1" dirty="0"/>
            </a:lvl1pPr>
          </a:lstStyle>
          <a:p>
            <a:pPr lvl="0">
              <a:spcBef>
                <a:spcPts val="0"/>
              </a:spcBef>
              <a:spcAft>
                <a:spcPts val="0"/>
              </a:spcAft>
            </a:pPr>
            <a:r>
              <a:rPr lang="en-GB"/>
              <a:t>Subtitle goes here if required</a:t>
            </a:r>
          </a:p>
        </p:txBody>
      </p:sp>
    </p:spTree>
    <p:extLst>
      <p:ext uri="{BB962C8B-B14F-4D97-AF65-F5344CB8AC3E}">
        <p14:creationId xmlns:p14="http://schemas.microsoft.com/office/powerpoint/2010/main" val="50859608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15D6A6F-0428-2EB9-8170-122B4D25678A}"/>
              </a:ext>
            </a:extLst>
          </p:cNvPr>
          <p:cNvSpPr>
            <a:spLocks noGrp="1"/>
          </p:cNvSpPr>
          <p:nvPr>
            <p:ph type="ftr" sz="quarter" idx="11"/>
          </p:nvPr>
        </p:nvSpPr>
        <p:spPr/>
        <p:txBody>
          <a:bodyPr/>
          <a:lstStyle/>
          <a:p>
            <a:r>
              <a:rPr lang="en-GB"/>
              <a:t>Slide footer goes here if required</a:t>
            </a:r>
          </a:p>
        </p:txBody>
      </p:sp>
      <p:sp>
        <p:nvSpPr>
          <p:cNvPr id="4" name="Slide Number Placeholder 3">
            <a:extLst>
              <a:ext uri="{FF2B5EF4-FFF2-40B4-BE49-F238E27FC236}">
                <a16:creationId xmlns:a16="http://schemas.microsoft.com/office/drawing/2014/main" id="{6BF06E5F-8043-3DC0-2D79-119BF990830B}"/>
              </a:ext>
            </a:extLst>
          </p:cNvPr>
          <p:cNvSpPr>
            <a:spLocks noGrp="1"/>
          </p:cNvSpPr>
          <p:nvPr>
            <p:ph type="sldNum" sz="quarter" idx="12"/>
          </p:nvPr>
        </p:nvSpPr>
        <p:spPr/>
        <p:txBody>
          <a:bodyPr/>
          <a:lstStyle/>
          <a:p>
            <a:fld id="{AEC8D767-5246-2244-A4A3-B8AFB218393C}" type="slidenum">
              <a:rPr lang="en-GB" smtClean="0"/>
              <a:t>‹#›</a:t>
            </a:fld>
            <a:endParaRPr lang="en-GB"/>
          </a:p>
        </p:txBody>
      </p:sp>
    </p:spTree>
    <p:extLst>
      <p:ext uri="{BB962C8B-B14F-4D97-AF65-F5344CB8AC3E}">
        <p14:creationId xmlns:p14="http://schemas.microsoft.com/office/powerpoint/2010/main" val="343803985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0" y="0"/>
            <a:ext cx="12192000" cy="6858000"/>
          </a:xfrm>
          <a:solidFill>
            <a:srgbClr val="F6F3F2"/>
          </a:solidFill>
        </p:spPr>
        <p:txBody>
          <a:bodyPr vert="horz" lIns="0" tIns="0" rIns="0" bIns="0" rtlCol="0" anchor="ctr">
            <a:noAutofit/>
          </a:bodyPr>
          <a:lstStyle>
            <a:lvl1pPr algn="ct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 If using a title or subtitle over the image ensure the text is legible.</a:t>
            </a: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30" name="Freeform 29">
            <a:extLst>
              <a:ext uri="{FF2B5EF4-FFF2-40B4-BE49-F238E27FC236}">
                <a16:creationId xmlns:a16="http://schemas.microsoft.com/office/drawing/2014/main" id="{1B94300B-C77D-1F3F-A75F-F3E8D1A2D0B2}"/>
              </a:ext>
            </a:extLst>
          </p:cNvPr>
          <p:cNvSpPr txBox="1">
            <a:spLocks/>
          </p:cNvSpPr>
          <p:nvPr/>
        </p:nvSpPr>
        <p:spPr>
          <a:xfrm>
            <a:off x="114300" y="6096000"/>
            <a:ext cx="1009650" cy="660400"/>
          </a:xfrm>
          <a:custGeom>
            <a:avLst/>
            <a:gdLst>
              <a:gd name="connsiteX0" fmla="*/ 0 w 1009650"/>
              <a:gd name="connsiteY0" fmla="*/ 0 h 660400"/>
              <a:gd name="connsiteX1" fmla="*/ 1009650 w 1009650"/>
              <a:gd name="connsiteY1" fmla="*/ 0 h 660400"/>
              <a:gd name="connsiteX2" fmla="*/ 1009650 w 1009650"/>
              <a:gd name="connsiteY2" fmla="*/ 660400 h 660400"/>
              <a:gd name="connsiteX3" fmla="*/ 0 w 1009650"/>
              <a:gd name="connsiteY3" fmla="*/ 660400 h 660400"/>
              <a:gd name="connsiteX4" fmla="*/ 0 w 1009650"/>
              <a:gd name="connsiteY4" fmla="*/ 0 h 660400"/>
              <a:gd name="connsiteX5" fmla="*/ 334111 w 1009650"/>
              <a:gd name="connsiteY5" fmla="*/ 317500 h 660400"/>
              <a:gd name="connsiteX6" fmla="*/ 290920 w 1009650"/>
              <a:gd name="connsiteY6" fmla="*/ 353764 h 660400"/>
              <a:gd name="connsiteX7" fmla="*/ 307700 w 1009650"/>
              <a:gd name="connsiteY7" fmla="*/ 388779 h 660400"/>
              <a:gd name="connsiteX8" fmla="*/ 307903 w 1009650"/>
              <a:gd name="connsiteY8" fmla="*/ 389200 h 660400"/>
              <a:gd name="connsiteX9" fmla="*/ 277918 w 1009650"/>
              <a:gd name="connsiteY9" fmla="*/ 431331 h 660400"/>
              <a:gd name="connsiteX10" fmla="*/ 320063 w 1009650"/>
              <a:gd name="connsiteY10" fmla="*/ 470950 h 660400"/>
              <a:gd name="connsiteX11" fmla="*/ 367452 w 1009650"/>
              <a:gd name="connsiteY11" fmla="*/ 453972 h 660400"/>
              <a:gd name="connsiteX12" fmla="*/ 380033 w 1009650"/>
              <a:gd name="connsiteY12" fmla="*/ 467595 h 660400"/>
              <a:gd name="connsiteX13" fmla="*/ 412953 w 1009650"/>
              <a:gd name="connsiteY13" fmla="*/ 467595 h 660400"/>
              <a:gd name="connsiteX14" fmla="*/ 412953 w 1009650"/>
              <a:gd name="connsiteY14" fmla="*/ 466549 h 660400"/>
              <a:gd name="connsiteX15" fmla="*/ 386106 w 1009650"/>
              <a:gd name="connsiteY15" fmla="*/ 436995 h 660400"/>
              <a:gd name="connsiteX16" fmla="*/ 386120 w 1009650"/>
              <a:gd name="connsiteY16" fmla="*/ 436995 h 660400"/>
              <a:gd name="connsiteX17" fmla="*/ 403945 w 1009650"/>
              <a:gd name="connsiteY17" fmla="*/ 396113 h 660400"/>
              <a:gd name="connsiteX18" fmla="*/ 376474 w 1009650"/>
              <a:gd name="connsiteY18" fmla="*/ 369492 h 660400"/>
              <a:gd name="connsiteX19" fmla="*/ 351312 w 1009650"/>
              <a:gd name="connsiteY19" fmla="*/ 374518 h 660400"/>
              <a:gd name="connsiteX20" fmla="*/ 350891 w 1009650"/>
              <a:gd name="connsiteY20" fmla="*/ 373675 h 660400"/>
              <a:gd name="connsiteX21" fmla="*/ 373539 w 1009650"/>
              <a:gd name="connsiteY21" fmla="*/ 346009 h 660400"/>
              <a:gd name="connsiteX22" fmla="*/ 334111 w 1009650"/>
              <a:gd name="connsiteY22" fmla="*/ 317500 h 660400"/>
              <a:gd name="connsiteX23" fmla="*/ 494539 w 1009650"/>
              <a:gd name="connsiteY23" fmla="*/ 320869 h 660400"/>
              <a:gd name="connsiteX24" fmla="*/ 494539 w 1009650"/>
              <a:gd name="connsiteY24" fmla="*/ 429253 h 660400"/>
              <a:gd name="connsiteX25" fmla="*/ 471890 w 1009650"/>
              <a:gd name="connsiteY25" fmla="*/ 457341 h 660400"/>
              <a:gd name="connsiteX26" fmla="*/ 449242 w 1009650"/>
              <a:gd name="connsiteY26" fmla="*/ 427148 h 660400"/>
              <a:gd name="connsiteX27" fmla="*/ 449242 w 1009650"/>
              <a:gd name="connsiteY27" fmla="*/ 407019 h 660400"/>
              <a:gd name="connsiteX28" fmla="*/ 423238 w 1009650"/>
              <a:gd name="connsiteY28" fmla="*/ 413511 h 660400"/>
              <a:gd name="connsiteX29" fmla="*/ 423238 w 1009650"/>
              <a:gd name="connsiteY29" fmla="*/ 422530 h 660400"/>
              <a:gd name="connsiteX30" fmla="*/ 471890 w 1009650"/>
              <a:gd name="connsiteY30" fmla="*/ 470950 h 660400"/>
              <a:gd name="connsiteX31" fmla="*/ 471890 w 1009650"/>
              <a:gd name="connsiteY31" fmla="*/ 470963 h 660400"/>
              <a:gd name="connsiteX32" fmla="*/ 520543 w 1009650"/>
              <a:gd name="connsiteY32" fmla="*/ 422543 h 660400"/>
              <a:gd name="connsiteX33" fmla="*/ 520543 w 1009650"/>
              <a:gd name="connsiteY33" fmla="*/ 320869 h 660400"/>
              <a:gd name="connsiteX34" fmla="*/ 494539 w 1009650"/>
              <a:gd name="connsiteY34" fmla="*/ 320869 h 660400"/>
              <a:gd name="connsiteX35" fmla="*/ 231154 w 1009650"/>
              <a:gd name="connsiteY35" fmla="*/ 320869 h 660400"/>
              <a:gd name="connsiteX36" fmla="*/ 231154 w 1009650"/>
              <a:gd name="connsiteY36" fmla="*/ 429253 h 660400"/>
              <a:gd name="connsiteX37" fmla="*/ 208506 w 1009650"/>
              <a:gd name="connsiteY37" fmla="*/ 457341 h 660400"/>
              <a:gd name="connsiteX38" fmla="*/ 185857 w 1009650"/>
              <a:gd name="connsiteY38" fmla="*/ 427148 h 660400"/>
              <a:gd name="connsiteX39" fmla="*/ 185857 w 1009650"/>
              <a:gd name="connsiteY39" fmla="*/ 407019 h 660400"/>
              <a:gd name="connsiteX40" fmla="*/ 159853 w 1009650"/>
              <a:gd name="connsiteY40" fmla="*/ 413511 h 660400"/>
              <a:gd name="connsiteX41" fmla="*/ 159853 w 1009650"/>
              <a:gd name="connsiteY41" fmla="*/ 422530 h 660400"/>
              <a:gd name="connsiteX42" fmla="*/ 208506 w 1009650"/>
              <a:gd name="connsiteY42" fmla="*/ 470950 h 660400"/>
              <a:gd name="connsiteX43" fmla="*/ 257158 w 1009650"/>
              <a:gd name="connsiteY43" fmla="*/ 422530 h 660400"/>
              <a:gd name="connsiteX44" fmla="*/ 257158 w 1009650"/>
              <a:gd name="connsiteY44" fmla="*/ 320869 h 660400"/>
              <a:gd name="connsiteX45" fmla="*/ 231154 w 1009650"/>
              <a:gd name="connsiteY45" fmla="*/ 320869 h 66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009650" h="660400">
                <a:moveTo>
                  <a:pt x="0" y="0"/>
                </a:moveTo>
                <a:lnTo>
                  <a:pt x="1009650" y="0"/>
                </a:lnTo>
                <a:lnTo>
                  <a:pt x="1009650" y="660400"/>
                </a:lnTo>
                <a:lnTo>
                  <a:pt x="0" y="660400"/>
                </a:lnTo>
                <a:lnTo>
                  <a:pt x="0" y="0"/>
                </a:lnTo>
                <a:close/>
                <a:moveTo>
                  <a:pt x="334111" y="317500"/>
                </a:moveTo>
                <a:cubicBezTo>
                  <a:pt x="305173" y="317500"/>
                  <a:pt x="290920" y="333636"/>
                  <a:pt x="290920" y="353764"/>
                </a:cubicBezTo>
                <a:cubicBezTo>
                  <a:pt x="290920" y="364670"/>
                  <a:pt x="295540" y="375563"/>
                  <a:pt x="307700" y="388779"/>
                </a:cubicBezTo>
                <a:lnTo>
                  <a:pt x="307903" y="389200"/>
                </a:lnTo>
                <a:cubicBezTo>
                  <a:pt x="287347" y="399047"/>
                  <a:pt x="277918" y="414978"/>
                  <a:pt x="277918" y="431331"/>
                </a:cubicBezTo>
                <a:cubicBezTo>
                  <a:pt x="277918" y="452926"/>
                  <a:pt x="294480" y="470950"/>
                  <a:pt x="320063" y="470950"/>
                </a:cubicBezTo>
                <a:cubicBezTo>
                  <a:pt x="334736" y="470950"/>
                  <a:pt x="351937" y="464865"/>
                  <a:pt x="367452" y="453972"/>
                </a:cubicBezTo>
                <a:lnTo>
                  <a:pt x="380033" y="467595"/>
                </a:lnTo>
                <a:lnTo>
                  <a:pt x="412953" y="467595"/>
                </a:lnTo>
                <a:lnTo>
                  <a:pt x="412953" y="466549"/>
                </a:lnTo>
                <a:lnTo>
                  <a:pt x="386106" y="436995"/>
                </a:lnTo>
                <a:lnTo>
                  <a:pt x="386120" y="436995"/>
                </a:lnTo>
                <a:cubicBezTo>
                  <a:pt x="397437" y="423576"/>
                  <a:pt x="403945" y="408907"/>
                  <a:pt x="403945" y="396113"/>
                </a:cubicBezTo>
                <a:cubicBezTo>
                  <a:pt x="403945" y="380181"/>
                  <a:pt x="393253" y="369492"/>
                  <a:pt x="376474" y="369492"/>
                </a:cubicBezTo>
                <a:cubicBezTo>
                  <a:pt x="367670" y="369492"/>
                  <a:pt x="357806" y="372005"/>
                  <a:pt x="351312" y="374518"/>
                </a:cubicBezTo>
                <a:lnTo>
                  <a:pt x="350891" y="373675"/>
                </a:lnTo>
                <a:cubicBezTo>
                  <a:pt x="366827" y="365078"/>
                  <a:pt x="373539" y="357119"/>
                  <a:pt x="373539" y="346009"/>
                </a:cubicBezTo>
                <a:cubicBezTo>
                  <a:pt x="373539" y="330077"/>
                  <a:pt x="359273" y="317500"/>
                  <a:pt x="334111" y="317500"/>
                </a:cubicBezTo>
                <a:close/>
                <a:moveTo>
                  <a:pt x="494539" y="320869"/>
                </a:moveTo>
                <a:lnTo>
                  <a:pt x="494539" y="429253"/>
                </a:lnTo>
                <a:cubicBezTo>
                  <a:pt x="494539" y="446855"/>
                  <a:pt x="487827" y="457341"/>
                  <a:pt x="471890" y="457341"/>
                </a:cubicBezTo>
                <a:cubicBezTo>
                  <a:pt x="455954" y="457341"/>
                  <a:pt x="449242" y="446230"/>
                  <a:pt x="449242" y="427148"/>
                </a:cubicBezTo>
                <a:lnTo>
                  <a:pt x="449242" y="407019"/>
                </a:lnTo>
                <a:lnTo>
                  <a:pt x="423238" y="413511"/>
                </a:lnTo>
                <a:lnTo>
                  <a:pt x="423238" y="422530"/>
                </a:lnTo>
                <a:cubicBezTo>
                  <a:pt x="423238" y="449993"/>
                  <a:pt x="436865" y="470950"/>
                  <a:pt x="471890" y="470950"/>
                </a:cubicBezTo>
                <a:lnTo>
                  <a:pt x="471890" y="470963"/>
                </a:lnTo>
                <a:cubicBezTo>
                  <a:pt x="506916" y="470963"/>
                  <a:pt x="520543" y="450006"/>
                  <a:pt x="520543" y="422543"/>
                </a:cubicBezTo>
                <a:lnTo>
                  <a:pt x="520543" y="320869"/>
                </a:lnTo>
                <a:lnTo>
                  <a:pt x="494539" y="320869"/>
                </a:lnTo>
                <a:close/>
                <a:moveTo>
                  <a:pt x="231154" y="320869"/>
                </a:moveTo>
                <a:lnTo>
                  <a:pt x="231154" y="429253"/>
                </a:lnTo>
                <a:cubicBezTo>
                  <a:pt x="231154" y="446855"/>
                  <a:pt x="224443" y="457341"/>
                  <a:pt x="208506" y="457341"/>
                </a:cubicBezTo>
                <a:cubicBezTo>
                  <a:pt x="192569" y="457341"/>
                  <a:pt x="185857" y="446230"/>
                  <a:pt x="185857" y="427148"/>
                </a:cubicBezTo>
                <a:lnTo>
                  <a:pt x="185857" y="407019"/>
                </a:lnTo>
                <a:lnTo>
                  <a:pt x="159853" y="413511"/>
                </a:lnTo>
                <a:lnTo>
                  <a:pt x="159853" y="422530"/>
                </a:lnTo>
                <a:cubicBezTo>
                  <a:pt x="159853" y="449993"/>
                  <a:pt x="173480" y="470950"/>
                  <a:pt x="208506" y="470950"/>
                </a:cubicBezTo>
                <a:cubicBezTo>
                  <a:pt x="243531" y="470950"/>
                  <a:pt x="257158" y="449993"/>
                  <a:pt x="257158" y="422530"/>
                </a:cubicBezTo>
                <a:lnTo>
                  <a:pt x="257158" y="320869"/>
                </a:lnTo>
                <a:lnTo>
                  <a:pt x="231154" y="320869"/>
                </a:lnTo>
                <a:close/>
              </a:path>
            </a:pathLst>
          </a:custGeom>
        </p:spPr>
        <p:txBody>
          <a:bodyPr vert="horz" wrap="square" lIns="0" tIns="0" rIns="0" bIns="0" rtlCol="0">
            <a:noAutofit/>
          </a:bodyPr>
          <a:lstStyle>
            <a:lvl1pPr marL="0" indent="0" algn="l" defTabSz="914400" rtl="0" eaLnBrk="1" latinLnBrk="0" hangingPunct="1">
              <a:lnSpc>
                <a:spcPct val="110000"/>
              </a:lnSpc>
              <a:spcBef>
                <a:spcPts val="600"/>
              </a:spcBef>
              <a:spcAft>
                <a:spcPts val="600"/>
              </a:spcAft>
              <a:buFont typeface="Arial" panose="020B0604020202020204" pitchFamily="34" charset="0"/>
              <a:buNone/>
              <a:tabLst/>
              <a:defRPr sz="1400" kern="1200">
                <a:solidFill>
                  <a:schemeClr val="tx1"/>
                </a:solidFill>
                <a:latin typeface="Basel Grotesk" panose="020B0503020202020204" pitchFamily="34" charset="0"/>
                <a:ea typeface="+mn-ea"/>
                <a:cs typeface="+mn-cs"/>
              </a:defRPr>
            </a:lvl1pPr>
            <a:lvl2pPr marL="285750" indent="-285750" algn="l" defTabSz="914400" rtl="0" eaLnBrk="1" latinLnBrk="0" hangingPunct="1">
              <a:lnSpc>
                <a:spcPct val="110000"/>
              </a:lnSpc>
              <a:spcBef>
                <a:spcPts val="0"/>
              </a:spcBef>
              <a:spcAft>
                <a:spcPts val="600"/>
              </a:spcAft>
              <a:buFont typeface="Arial" panose="020B0604020202020204" pitchFamily="34" charset="0"/>
              <a:buChar char="•"/>
              <a:tabLst/>
              <a:defRPr sz="1400" kern="1200">
                <a:solidFill>
                  <a:schemeClr val="tx1"/>
                </a:solidFill>
                <a:latin typeface="Basel Grotesk" panose="020B0503020202020204" pitchFamily="34" charset="0"/>
                <a:ea typeface="+mn-ea"/>
                <a:cs typeface="+mn-cs"/>
              </a:defRPr>
            </a:lvl2pPr>
            <a:lvl3pPr marL="546100" indent="-260350" algn="l" defTabSz="914400" rtl="0" eaLnBrk="1" latinLnBrk="0" hangingPunct="1">
              <a:lnSpc>
                <a:spcPct val="110000"/>
              </a:lnSpc>
              <a:spcBef>
                <a:spcPts val="0"/>
              </a:spcBef>
              <a:spcAft>
                <a:spcPts val="600"/>
              </a:spcAft>
              <a:buFont typeface="Arial" panose="020B0604020202020204" pitchFamily="34" charset="0"/>
              <a:buChar char="•"/>
              <a:tabLst/>
              <a:defRPr sz="1200" kern="1200">
                <a:solidFill>
                  <a:schemeClr val="tx1"/>
                </a:solidFill>
                <a:latin typeface="Basel Grotesk" panose="020B0503020202020204" pitchFamily="34" charset="0"/>
                <a:ea typeface="+mn-ea"/>
                <a:cs typeface="+mn-cs"/>
              </a:defRPr>
            </a:lvl3pPr>
            <a:lvl4pPr marL="0" indent="0" algn="l" defTabSz="914400" rtl="0" eaLnBrk="1" latinLnBrk="0" hangingPunct="1">
              <a:lnSpc>
                <a:spcPct val="85000"/>
              </a:lnSpc>
              <a:spcBef>
                <a:spcPts val="600"/>
              </a:spcBef>
              <a:spcAft>
                <a:spcPts val="0"/>
              </a:spcAft>
              <a:buFont typeface="Arial" panose="020B0604020202020204" pitchFamily="34" charset="0"/>
              <a:buNone/>
              <a:tabLst/>
              <a:defRPr sz="4500" kern="1200">
                <a:solidFill>
                  <a:schemeClr val="tx2"/>
                </a:solidFill>
                <a:latin typeface="Johnson Display BETA Display" pitchFamily="2" charset="77"/>
                <a:ea typeface="+mn-ea"/>
                <a:cs typeface="+mn-cs"/>
              </a:defRPr>
            </a:lvl4pPr>
            <a:lvl5pPr marL="0" indent="0" algn="l" defTabSz="914400" rtl="0" eaLnBrk="1" latinLnBrk="0" hangingPunct="1">
              <a:lnSpc>
                <a:spcPct val="110000"/>
              </a:lnSpc>
              <a:spcBef>
                <a:spcPts val="600"/>
              </a:spcBef>
              <a:spcAft>
                <a:spcPts val="600"/>
              </a:spcAft>
              <a:buFont typeface="Arial" panose="020B0604020202020204" pitchFamily="34" charset="0"/>
              <a:buNone/>
              <a:tabLst/>
              <a:defRPr sz="1400" kern="1200">
                <a:solidFill>
                  <a:schemeClr val="tx1"/>
                </a:solidFill>
                <a:latin typeface="Basel Grotesk" panose="020B05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b="0" i="0">
              <a:latin typeface="Johnson Text" pitchFamily="2" charset="77"/>
            </a:endParaRPr>
          </a:p>
        </p:txBody>
      </p:sp>
      <p:sp>
        <p:nvSpPr>
          <p:cNvPr id="3" name="Title 2">
            <a:extLst>
              <a:ext uri="{FF2B5EF4-FFF2-40B4-BE49-F238E27FC236}">
                <a16:creationId xmlns:a16="http://schemas.microsoft.com/office/drawing/2014/main" id="{10079C00-CC52-F9ED-ED36-A8FC0573506A}"/>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7" name="Subtitle 2">
            <a:extLst>
              <a:ext uri="{FF2B5EF4-FFF2-40B4-BE49-F238E27FC236}">
                <a16:creationId xmlns:a16="http://schemas.microsoft.com/office/drawing/2014/main" id="{295A4114-449A-5D28-03F8-03221E42A657}"/>
              </a:ext>
            </a:extLst>
          </p:cNvPr>
          <p:cNvSpPr>
            <a:spLocks noGrp="1"/>
          </p:cNvSpPr>
          <p:nvPr>
            <p:ph type="subTitle" idx="16" hasCustomPrompt="1"/>
          </p:nvPr>
        </p:nvSpPr>
        <p:spPr>
          <a:xfrm>
            <a:off x="288301" y="713620"/>
            <a:ext cx="9649445" cy="292965"/>
          </a:xfrm>
        </p:spPr>
        <p:txBody>
          <a:bodyPr vert="horz" wrap="square" lIns="0" tIns="0" rIns="0" bIns="0" rtlCol="0" anchor="t">
            <a:spAutoFit/>
          </a:bodyPr>
          <a:lstStyle>
            <a:lvl1pPr>
              <a:defRPr lang="en-GB" b="1" dirty="0"/>
            </a:lvl1pPr>
          </a:lstStyle>
          <a:p>
            <a:pPr lvl="0">
              <a:spcBef>
                <a:spcPts val="0"/>
              </a:spcBef>
              <a:spcAft>
                <a:spcPts val="0"/>
              </a:spcAft>
            </a:pPr>
            <a:r>
              <a:rPr lang="en-GB"/>
              <a:t>Subtitle goes here if required</a:t>
            </a:r>
          </a:p>
        </p:txBody>
      </p:sp>
    </p:spTree>
    <p:extLst>
      <p:ext uri="{BB962C8B-B14F-4D97-AF65-F5344CB8AC3E}">
        <p14:creationId xmlns:p14="http://schemas.microsoft.com/office/powerpoint/2010/main" val="280855172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3225800" y="0"/>
            <a:ext cx="8966200" cy="6858000"/>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p:nvPr>
        </p:nvSpPr>
        <p:spPr>
          <a:xfrm>
            <a:off x="289384" y="2338387"/>
            <a:ext cx="2793541" cy="3932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52A37889-B558-B868-1094-BA62A7B3E70A}"/>
              </a:ext>
            </a:extLst>
          </p:cNvPr>
          <p:cNvSpPr>
            <a:spLocks noGrp="1"/>
          </p:cNvSpPr>
          <p:nvPr>
            <p:ph type="title"/>
          </p:nvPr>
        </p:nvSpPr>
        <p:spPr>
          <a:xfrm>
            <a:off x="288303" y="262800"/>
            <a:ext cx="2793541" cy="1934833"/>
          </a:xfrm>
        </p:spPr>
        <p:txBody>
          <a:bodyPr/>
          <a:lstStyle/>
          <a:p>
            <a:r>
              <a:rPr lang="en-US"/>
              <a:t>Click to edit Master title style</a:t>
            </a:r>
            <a:endParaRPr lang="en-GB"/>
          </a:p>
        </p:txBody>
      </p:sp>
    </p:spTree>
    <p:extLst>
      <p:ext uri="{BB962C8B-B14F-4D97-AF65-F5344CB8AC3E}">
        <p14:creationId xmlns:p14="http://schemas.microsoft.com/office/powerpoint/2010/main" val="342455243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Image and Conten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6170614" y="0"/>
            <a:ext cx="6021385" cy="6858000"/>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p:nvPr>
        </p:nvSpPr>
        <p:spPr>
          <a:xfrm>
            <a:off x="289384" y="2338387"/>
            <a:ext cx="5732003" cy="3932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ubtitle 2">
            <a:extLst>
              <a:ext uri="{FF2B5EF4-FFF2-40B4-BE49-F238E27FC236}">
                <a16:creationId xmlns:a16="http://schemas.microsoft.com/office/drawing/2014/main" id="{42BB7518-D6BA-C538-D249-365B42C98C35}"/>
              </a:ext>
            </a:extLst>
          </p:cNvPr>
          <p:cNvSpPr>
            <a:spLocks noGrp="1"/>
          </p:cNvSpPr>
          <p:nvPr>
            <p:ph type="subTitle" idx="16" hasCustomPrompt="1"/>
          </p:nvPr>
        </p:nvSpPr>
        <p:spPr>
          <a:xfrm>
            <a:off x="288302" y="713620"/>
            <a:ext cx="5732003" cy="292965"/>
          </a:xfrm>
        </p:spPr>
        <p:txBody>
          <a:bodyPr vert="horz" wrap="square" lIns="0" tIns="0" rIns="0" bIns="0" rtlCol="0" anchor="t">
            <a:spAutoFit/>
          </a:bodyPr>
          <a:lstStyle>
            <a:lvl1pPr>
              <a:defRPr lang="en-GB" b="1" dirty="0"/>
            </a:lvl1pPr>
          </a:lstStyle>
          <a:p>
            <a:pPr lvl="0">
              <a:spcBef>
                <a:spcPts val="0"/>
              </a:spcBef>
              <a:spcAft>
                <a:spcPts val="0"/>
              </a:spcAft>
            </a:pPr>
            <a:r>
              <a:rPr lang="en-GB"/>
              <a:t>Subtitle goes here if required</a:t>
            </a:r>
          </a:p>
        </p:txBody>
      </p:sp>
      <p:sp>
        <p:nvSpPr>
          <p:cNvPr id="9" name="Title 8">
            <a:extLst>
              <a:ext uri="{FF2B5EF4-FFF2-40B4-BE49-F238E27FC236}">
                <a16:creationId xmlns:a16="http://schemas.microsoft.com/office/drawing/2014/main" id="{80AE2DF2-849C-72E8-013B-74CCFF6C4882}"/>
              </a:ext>
            </a:extLst>
          </p:cNvPr>
          <p:cNvSpPr>
            <a:spLocks noGrp="1"/>
          </p:cNvSpPr>
          <p:nvPr>
            <p:ph type="title" hasCustomPrompt="1"/>
          </p:nvPr>
        </p:nvSpPr>
        <p:spPr>
          <a:xfrm>
            <a:off x="288303" y="262267"/>
            <a:ext cx="5732002" cy="468590"/>
          </a:xfrm>
        </p:spPr>
        <p:txBody>
          <a:bodyPr/>
          <a:lstStyle/>
          <a:p>
            <a:r>
              <a:rPr lang="en-GB"/>
              <a:t>Master title style</a:t>
            </a:r>
          </a:p>
        </p:txBody>
      </p:sp>
    </p:spTree>
    <p:extLst>
      <p:ext uri="{BB962C8B-B14F-4D97-AF65-F5344CB8AC3E}">
        <p14:creationId xmlns:p14="http://schemas.microsoft.com/office/powerpoint/2010/main" val="25261964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Image and Content Right S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0" y="0"/>
            <a:ext cx="6021385" cy="6858000"/>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p:nvPr>
        </p:nvSpPr>
        <p:spPr>
          <a:xfrm>
            <a:off x="6321758" y="4376738"/>
            <a:ext cx="5580856" cy="1893886"/>
          </a:xfrm>
        </p:spPr>
        <p:txBody>
          <a:bodyPr/>
          <a:lstStyle>
            <a:lvl4pPr>
              <a:defRPr sz="50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6">
            <a:extLst>
              <a:ext uri="{FF2B5EF4-FFF2-40B4-BE49-F238E27FC236}">
                <a16:creationId xmlns:a16="http://schemas.microsoft.com/office/drawing/2014/main" id="{57139A87-57BC-3EA5-1A50-C7A9DA1DB2C1}"/>
              </a:ext>
            </a:extLst>
          </p:cNvPr>
          <p:cNvSpPr>
            <a:spLocks noGrp="1"/>
          </p:cNvSpPr>
          <p:nvPr>
            <p:ph type="title"/>
          </p:nvPr>
        </p:nvSpPr>
        <p:spPr>
          <a:xfrm>
            <a:off x="6323798" y="279525"/>
            <a:ext cx="5578817" cy="2733056"/>
          </a:xfrm>
        </p:spPr>
        <p:txBody>
          <a:bodyPr/>
          <a:lstStyle>
            <a:lvl1pPr>
              <a:lnSpc>
                <a:spcPct val="80000"/>
              </a:lnSpc>
              <a:defRPr sz="7400"/>
            </a:lvl1pPr>
          </a:lstStyle>
          <a:p>
            <a:r>
              <a:rPr lang="en-US"/>
              <a:t>Click to edit Master title style</a:t>
            </a:r>
          </a:p>
        </p:txBody>
      </p:sp>
    </p:spTree>
    <p:extLst>
      <p:ext uri="{BB962C8B-B14F-4D97-AF65-F5344CB8AC3E}">
        <p14:creationId xmlns:p14="http://schemas.microsoft.com/office/powerpoint/2010/main" val="356104739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wo Images and Conten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6170614" y="0"/>
            <a:ext cx="6021385" cy="3429000"/>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4" name="Footer Placeholder 3">
            <a:extLst>
              <a:ext uri="{FF2B5EF4-FFF2-40B4-BE49-F238E27FC236}">
                <a16:creationId xmlns:a16="http://schemas.microsoft.com/office/drawing/2014/main" id="{4C3DE09C-0B1B-D45B-6ABB-863B5E08717C}"/>
              </a:ext>
            </a:extLst>
          </p:cNvPr>
          <p:cNvSpPr>
            <a:spLocks noGrp="1"/>
          </p:cNvSpPr>
          <p:nvPr>
            <p:ph type="ftr" sz="quarter" idx="11"/>
          </p:nvPr>
        </p:nvSpPr>
        <p:spPr/>
        <p:txBody>
          <a:bodyPr/>
          <a:lstStyle/>
          <a:p>
            <a:r>
              <a:rPr lang="en-GB"/>
              <a:t>Slide footer goes here if required</a:t>
            </a: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p:nvPr>
        </p:nvSpPr>
        <p:spPr>
          <a:xfrm>
            <a:off x="289384" y="2338387"/>
            <a:ext cx="5732003" cy="3540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Picture Placeholder 5">
            <a:extLst>
              <a:ext uri="{FF2B5EF4-FFF2-40B4-BE49-F238E27FC236}">
                <a16:creationId xmlns:a16="http://schemas.microsoft.com/office/drawing/2014/main" id="{1CA8347E-5487-FBA2-2DD4-3FD601BD3B4C}"/>
              </a:ext>
            </a:extLst>
          </p:cNvPr>
          <p:cNvSpPr>
            <a:spLocks noGrp="1"/>
          </p:cNvSpPr>
          <p:nvPr>
            <p:ph type="pic" sz="quarter" idx="14" hasCustomPrompt="1"/>
          </p:nvPr>
        </p:nvSpPr>
        <p:spPr>
          <a:xfrm>
            <a:off x="6170614" y="3429000"/>
            <a:ext cx="6021385" cy="3429000"/>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9" name="Title 7">
            <a:extLst>
              <a:ext uri="{FF2B5EF4-FFF2-40B4-BE49-F238E27FC236}">
                <a16:creationId xmlns:a16="http://schemas.microsoft.com/office/drawing/2014/main" id="{B6AE2399-BFCA-491C-607D-8EC33F29B034}"/>
              </a:ext>
            </a:extLst>
          </p:cNvPr>
          <p:cNvSpPr>
            <a:spLocks noGrp="1"/>
          </p:cNvSpPr>
          <p:nvPr>
            <p:ph type="title" hasCustomPrompt="1"/>
          </p:nvPr>
        </p:nvSpPr>
        <p:spPr>
          <a:xfrm>
            <a:off x="288303" y="262800"/>
            <a:ext cx="5733085" cy="454529"/>
          </a:xfrm>
        </p:spPr>
        <p:txBody>
          <a:bodyPr/>
          <a:lstStyle/>
          <a:p>
            <a:r>
              <a:rPr lang="en-US"/>
              <a:t>Master title style</a:t>
            </a:r>
            <a:endParaRPr lang="en-GB"/>
          </a:p>
        </p:txBody>
      </p:sp>
      <p:sp>
        <p:nvSpPr>
          <p:cNvPr id="8" name="Subtitle 2">
            <a:extLst>
              <a:ext uri="{FF2B5EF4-FFF2-40B4-BE49-F238E27FC236}">
                <a16:creationId xmlns:a16="http://schemas.microsoft.com/office/drawing/2014/main" id="{42AEA74B-CBA6-2617-8389-0A8FBEB074F7}"/>
              </a:ext>
            </a:extLst>
          </p:cNvPr>
          <p:cNvSpPr>
            <a:spLocks noGrp="1"/>
          </p:cNvSpPr>
          <p:nvPr>
            <p:ph type="subTitle" idx="16" hasCustomPrompt="1"/>
          </p:nvPr>
        </p:nvSpPr>
        <p:spPr>
          <a:xfrm>
            <a:off x="288302" y="713620"/>
            <a:ext cx="5732003" cy="292965"/>
          </a:xfrm>
        </p:spPr>
        <p:txBody>
          <a:bodyPr vert="horz" wrap="square" lIns="0" tIns="0" rIns="0" bIns="0" rtlCol="0" anchor="t">
            <a:spAutoFit/>
          </a:bodyPr>
          <a:lstStyle>
            <a:lvl1pPr>
              <a:defRPr lang="en-GB" b="1" dirty="0"/>
            </a:lvl1pPr>
          </a:lstStyle>
          <a:p>
            <a:pPr lvl="0">
              <a:spcBef>
                <a:spcPts val="0"/>
              </a:spcBef>
              <a:spcAft>
                <a:spcPts val="0"/>
              </a:spcAft>
            </a:pPr>
            <a:r>
              <a:rPr lang="en-GB"/>
              <a:t>Subtitle goes here if required</a:t>
            </a:r>
          </a:p>
        </p:txBody>
      </p:sp>
    </p:spTree>
    <p:extLst>
      <p:ext uri="{BB962C8B-B14F-4D97-AF65-F5344CB8AC3E}">
        <p14:creationId xmlns:p14="http://schemas.microsoft.com/office/powerpoint/2010/main" val="135678018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hree Images and Conten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6170615" y="0"/>
            <a:ext cx="3010694" cy="3429000"/>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4" name="Footer Placeholder 3">
            <a:extLst>
              <a:ext uri="{FF2B5EF4-FFF2-40B4-BE49-F238E27FC236}">
                <a16:creationId xmlns:a16="http://schemas.microsoft.com/office/drawing/2014/main" id="{4C3DE09C-0B1B-D45B-6ABB-863B5E08717C}"/>
              </a:ext>
            </a:extLst>
          </p:cNvPr>
          <p:cNvSpPr>
            <a:spLocks noGrp="1"/>
          </p:cNvSpPr>
          <p:nvPr>
            <p:ph type="ftr" sz="quarter" idx="11"/>
          </p:nvPr>
        </p:nvSpPr>
        <p:spPr/>
        <p:txBody>
          <a:bodyPr/>
          <a:lstStyle/>
          <a:p>
            <a:r>
              <a:rPr lang="en-GB"/>
              <a:t>Slide footer goes here if required</a:t>
            </a: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p:nvPr>
        </p:nvSpPr>
        <p:spPr>
          <a:xfrm>
            <a:off x="289384" y="2338387"/>
            <a:ext cx="5732003" cy="3540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Picture Placeholder 5">
            <a:extLst>
              <a:ext uri="{FF2B5EF4-FFF2-40B4-BE49-F238E27FC236}">
                <a16:creationId xmlns:a16="http://schemas.microsoft.com/office/drawing/2014/main" id="{1CA8347E-5487-FBA2-2DD4-3FD601BD3B4C}"/>
              </a:ext>
            </a:extLst>
          </p:cNvPr>
          <p:cNvSpPr>
            <a:spLocks noGrp="1"/>
          </p:cNvSpPr>
          <p:nvPr>
            <p:ph type="pic" sz="quarter" idx="14" hasCustomPrompt="1"/>
          </p:nvPr>
        </p:nvSpPr>
        <p:spPr>
          <a:xfrm>
            <a:off x="6170614" y="3429000"/>
            <a:ext cx="6021385" cy="3429000"/>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8" name="Picture Placeholder 5">
            <a:extLst>
              <a:ext uri="{FF2B5EF4-FFF2-40B4-BE49-F238E27FC236}">
                <a16:creationId xmlns:a16="http://schemas.microsoft.com/office/drawing/2014/main" id="{341FD64A-0587-F581-84E0-EA06B4D33540}"/>
              </a:ext>
            </a:extLst>
          </p:cNvPr>
          <p:cNvSpPr>
            <a:spLocks noGrp="1"/>
          </p:cNvSpPr>
          <p:nvPr>
            <p:ph type="pic" sz="quarter" idx="15" hasCustomPrompt="1"/>
          </p:nvPr>
        </p:nvSpPr>
        <p:spPr>
          <a:xfrm>
            <a:off x="9181307" y="0"/>
            <a:ext cx="3010694" cy="3429000"/>
          </a:xfrm>
          <a:solidFill>
            <a:srgbClr val="F6F3F2"/>
          </a:solidFill>
        </p:spPr>
        <p:txBody>
          <a:bodyPr vert="horz" lIns="0" tIns="0" rIns="0" bIns="0" rtlCol="0">
            <a:noAutofit/>
          </a:bodyPr>
          <a:lstStyle>
            <a:lvl1pPr>
              <a:defRPr lang="en-GB"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0" name="Title 7">
            <a:extLst>
              <a:ext uri="{FF2B5EF4-FFF2-40B4-BE49-F238E27FC236}">
                <a16:creationId xmlns:a16="http://schemas.microsoft.com/office/drawing/2014/main" id="{27A145F5-DB46-62B4-C485-DD186AF7BDC2}"/>
              </a:ext>
            </a:extLst>
          </p:cNvPr>
          <p:cNvSpPr>
            <a:spLocks noGrp="1"/>
          </p:cNvSpPr>
          <p:nvPr>
            <p:ph type="title" hasCustomPrompt="1"/>
          </p:nvPr>
        </p:nvSpPr>
        <p:spPr>
          <a:xfrm>
            <a:off x="288303" y="262800"/>
            <a:ext cx="5733085" cy="454529"/>
          </a:xfrm>
        </p:spPr>
        <p:txBody>
          <a:bodyPr/>
          <a:lstStyle/>
          <a:p>
            <a:r>
              <a:rPr lang="en-US"/>
              <a:t>Master title style</a:t>
            </a:r>
            <a:endParaRPr lang="en-GB"/>
          </a:p>
        </p:txBody>
      </p:sp>
      <p:sp>
        <p:nvSpPr>
          <p:cNvPr id="9" name="Subtitle 2">
            <a:extLst>
              <a:ext uri="{FF2B5EF4-FFF2-40B4-BE49-F238E27FC236}">
                <a16:creationId xmlns:a16="http://schemas.microsoft.com/office/drawing/2014/main" id="{A588C0CC-43FB-4401-B34D-842E1E15D0E5}"/>
              </a:ext>
            </a:extLst>
          </p:cNvPr>
          <p:cNvSpPr>
            <a:spLocks noGrp="1"/>
          </p:cNvSpPr>
          <p:nvPr>
            <p:ph type="subTitle" idx="16" hasCustomPrompt="1"/>
          </p:nvPr>
        </p:nvSpPr>
        <p:spPr>
          <a:xfrm>
            <a:off x="288302" y="713620"/>
            <a:ext cx="5732003" cy="292965"/>
          </a:xfrm>
        </p:spPr>
        <p:txBody>
          <a:bodyPr vert="horz" wrap="square" lIns="0" tIns="0" rIns="0" bIns="0" rtlCol="0" anchor="t">
            <a:spAutoFit/>
          </a:bodyPr>
          <a:lstStyle>
            <a:lvl1pPr>
              <a:defRPr lang="en-GB" b="1" dirty="0"/>
            </a:lvl1pPr>
          </a:lstStyle>
          <a:p>
            <a:pPr lvl="0">
              <a:spcBef>
                <a:spcPts val="0"/>
              </a:spcBef>
              <a:spcAft>
                <a:spcPts val="0"/>
              </a:spcAft>
            </a:pPr>
            <a:r>
              <a:rPr lang="en-GB"/>
              <a:t>Subtitle goes here if required</a:t>
            </a:r>
          </a:p>
        </p:txBody>
      </p:sp>
    </p:spTree>
    <p:extLst>
      <p:ext uri="{BB962C8B-B14F-4D97-AF65-F5344CB8AC3E}">
        <p14:creationId xmlns:p14="http://schemas.microsoft.com/office/powerpoint/2010/main" val="182809191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Image, Content and Captio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6165850" y="2338389"/>
            <a:ext cx="5734051" cy="3540855"/>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4" name="Footer Placeholder 3">
            <a:extLst>
              <a:ext uri="{FF2B5EF4-FFF2-40B4-BE49-F238E27FC236}">
                <a16:creationId xmlns:a16="http://schemas.microsoft.com/office/drawing/2014/main" id="{4C3DE09C-0B1B-D45B-6ABB-863B5E08717C}"/>
              </a:ext>
            </a:extLst>
          </p:cNvPr>
          <p:cNvSpPr>
            <a:spLocks noGrp="1"/>
          </p:cNvSpPr>
          <p:nvPr>
            <p:ph type="ftr" sz="quarter" idx="11"/>
          </p:nvPr>
        </p:nvSpPr>
        <p:spPr/>
        <p:txBody>
          <a:bodyPr/>
          <a:lstStyle/>
          <a:p>
            <a:r>
              <a:rPr lang="en-GB"/>
              <a:t>Slide footer goes here if required</a:t>
            </a: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p:nvPr>
        </p:nvSpPr>
        <p:spPr>
          <a:xfrm>
            <a:off x="289384" y="2338387"/>
            <a:ext cx="5732003" cy="3540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3">
            <a:extLst>
              <a:ext uri="{FF2B5EF4-FFF2-40B4-BE49-F238E27FC236}">
                <a16:creationId xmlns:a16="http://schemas.microsoft.com/office/drawing/2014/main" id="{1F2CC53D-B78D-E756-7E3B-FA565E8B9E1D}"/>
              </a:ext>
            </a:extLst>
          </p:cNvPr>
          <p:cNvSpPr>
            <a:spLocks noGrp="1"/>
          </p:cNvSpPr>
          <p:nvPr>
            <p:ph type="body" sz="quarter" idx="14"/>
          </p:nvPr>
        </p:nvSpPr>
        <p:spPr>
          <a:xfrm>
            <a:off x="10083801" y="1306513"/>
            <a:ext cx="1816100" cy="904875"/>
          </a:xfrm>
        </p:spPr>
        <p:txBody>
          <a:bodyPr anchor="b"/>
          <a:lstStyle>
            <a:lvl1pPr>
              <a:spcBef>
                <a:spcPts val="0"/>
              </a:spcBef>
              <a:spcAft>
                <a:spcPts val="300"/>
              </a:spcAft>
              <a:defRPr lang="en-GB" sz="1000" b="0" i="0" kern="1200" dirty="0">
                <a:solidFill>
                  <a:schemeClr val="tx1"/>
                </a:solidFill>
                <a:latin typeface="+mn-lt"/>
                <a:ea typeface="+mn-ea"/>
                <a:cs typeface="+mn-cs"/>
              </a:defRPr>
            </a:lvl1pPr>
            <a:lvl2pPr marL="93663" indent="-93663">
              <a:spcBef>
                <a:spcPts val="0"/>
              </a:spcBef>
              <a:spcAft>
                <a:spcPts val="300"/>
              </a:spcAft>
              <a:tabLst/>
              <a:defRPr lang="en-GB" sz="1000" b="0" i="0" kern="1200" dirty="0">
                <a:solidFill>
                  <a:schemeClr val="tx1"/>
                </a:solidFill>
                <a:latin typeface="+mn-lt"/>
                <a:ea typeface="+mn-ea"/>
                <a:cs typeface="+mn-cs"/>
              </a:defRPr>
            </a:lvl2pPr>
            <a:lvl3pPr marL="179388" indent="-85725">
              <a:spcBef>
                <a:spcPts val="0"/>
              </a:spcBef>
              <a:spcAft>
                <a:spcPts val="300"/>
              </a:spcAft>
              <a:tabLst/>
              <a:defRPr lang="en-GB" sz="1000" b="0" i="0" kern="1200" dirty="0">
                <a:solidFill>
                  <a:schemeClr val="tx1"/>
                </a:solidFill>
                <a:latin typeface="+mn-lt"/>
                <a:ea typeface="+mn-ea"/>
                <a:cs typeface="+mn-cs"/>
              </a:defRPr>
            </a:lvl3pPr>
            <a:lvl4pPr>
              <a:defRPr sz="1000"/>
            </a:lvl4pPr>
            <a:lvl5pPr>
              <a:defRPr sz="1000"/>
            </a:lvl5pPr>
          </a:lstStyle>
          <a:p>
            <a:pPr lvl="0"/>
            <a:r>
              <a:rPr lang="en-US"/>
              <a:t>Click to edit Master text styles</a:t>
            </a:r>
          </a:p>
          <a:p>
            <a:pPr lvl="1"/>
            <a:r>
              <a:rPr lang="en-US"/>
              <a:t>Second level</a:t>
            </a:r>
          </a:p>
          <a:p>
            <a:pPr lvl="2"/>
            <a:r>
              <a:rPr lang="en-US"/>
              <a:t>Third level</a:t>
            </a:r>
          </a:p>
        </p:txBody>
      </p:sp>
      <p:sp>
        <p:nvSpPr>
          <p:cNvPr id="9" name="Title 8">
            <a:extLst>
              <a:ext uri="{FF2B5EF4-FFF2-40B4-BE49-F238E27FC236}">
                <a16:creationId xmlns:a16="http://schemas.microsoft.com/office/drawing/2014/main" id="{86327D50-E20F-7EBC-9440-36E657CCB2B0}"/>
              </a:ext>
            </a:extLst>
          </p:cNvPr>
          <p:cNvSpPr>
            <a:spLocks noGrp="1"/>
          </p:cNvSpPr>
          <p:nvPr>
            <p:ph type="title"/>
          </p:nvPr>
        </p:nvSpPr>
        <p:spPr>
          <a:xfrm>
            <a:off x="288303" y="262267"/>
            <a:ext cx="8672513" cy="457818"/>
          </a:xfrm>
        </p:spPr>
        <p:txBody>
          <a:bodyPr/>
          <a:lstStyle/>
          <a:p>
            <a:r>
              <a:rPr lang="en-US"/>
              <a:t>Click to edit Master title style</a:t>
            </a:r>
            <a:endParaRPr lang="en-GB"/>
          </a:p>
        </p:txBody>
      </p:sp>
      <p:sp>
        <p:nvSpPr>
          <p:cNvPr id="7" name="Subtitle 2">
            <a:extLst>
              <a:ext uri="{FF2B5EF4-FFF2-40B4-BE49-F238E27FC236}">
                <a16:creationId xmlns:a16="http://schemas.microsoft.com/office/drawing/2014/main" id="{28482B98-7AE9-6F29-768C-189744E8C745}"/>
              </a:ext>
            </a:extLst>
          </p:cNvPr>
          <p:cNvSpPr>
            <a:spLocks noGrp="1"/>
          </p:cNvSpPr>
          <p:nvPr>
            <p:ph type="subTitle" idx="16" hasCustomPrompt="1"/>
          </p:nvPr>
        </p:nvSpPr>
        <p:spPr>
          <a:xfrm>
            <a:off x="288301" y="713620"/>
            <a:ext cx="8672513" cy="292965"/>
          </a:xfrm>
        </p:spPr>
        <p:txBody>
          <a:bodyPr vert="horz" wrap="square" lIns="0" tIns="0" rIns="0" bIns="0" rtlCol="0" anchor="t">
            <a:spAutoFit/>
          </a:bodyPr>
          <a:lstStyle>
            <a:lvl1pPr>
              <a:defRPr lang="en-GB" b="1" dirty="0"/>
            </a:lvl1pPr>
          </a:lstStyle>
          <a:p>
            <a:pPr lvl="0">
              <a:spcBef>
                <a:spcPts val="0"/>
              </a:spcBef>
              <a:spcAft>
                <a:spcPts val="0"/>
              </a:spcAft>
            </a:pPr>
            <a:r>
              <a:rPr lang="en-GB"/>
              <a:t>Subtitle goes here if required</a:t>
            </a:r>
          </a:p>
        </p:txBody>
      </p:sp>
    </p:spTree>
    <p:extLst>
      <p:ext uri="{BB962C8B-B14F-4D97-AF65-F5344CB8AC3E}">
        <p14:creationId xmlns:p14="http://schemas.microsoft.com/office/powerpoint/2010/main" val="22250693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wo Images, Content and Captions">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9104313" y="2338386"/>
            <a:ext cx="2795588" cy="3558981"/>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4" name="Footer Placeholder 3">
            <a:extLst>
              <a:ext uri="{FF2B5EF4-FFF2-40B4-BE49-F238E27FC236}">
                <a16:creationId xmlns:a16="http://schemas.microsoft.com/office/drawing/2014/main" id="{4C3DE09C-0B1B-D45B-6ABB-863B5E08717C}"/>
              </a:ext>
            </a:extLst>
          </p:cNvPr>
          <p:cNvSpPr>
            <a:spLocks noGrp="1"/>
          </p:cNvSpPr>
          <p:nvPr>
            <p:ph type="ftr" sz="quarter" idx="11"/>
          </p:nvPr>
        </p:nvSpPr>
        <p:spPr/>
        <p:txBody>
          <a:bodyPr/>
          <a:lstStyle/>
          <a:p>
            <a:r>
              <a:rPr lang="en-GB"/>
              <a:t>Slide footer goes here if required</a:t>
            </a: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p:nvPr>
        </p:nvSpPr>
        <p:spPr>
          <a:xfrm>
            <a:off x="289384" y="2338388"/>
            <a:ext cx="5732003" cy="35589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3">
            <a:extLst>
              <a:ext uri="{FF2B5EF4-FFF2-40B4-BE49-F238E27FC236}">
                <a16:creationId xmlns:a16="http://schemas.microsoft.com/office/drawing/2014/main" id="{1F2CC53D-B78D-E756-7E3B-FA565E8B9E1D}"/>
              </a:ext>
            </a:extLst>
          </p:cNvPr>
          <p:cNvSpPr>
            <a:spLocks noGrp="1"/>
          </p:cNvSpPr>
          <p:nvPr>
            <p:ph type="body" sz="quarter" idx="14"/>
          </p:nvPr>
        </p:nvSpPr>
        <p:spPr>
          <a:xfrm>
            <a:off x="9104313" y="1306513"/>
            <a:ext cx="1816100" cy="904875"/>
          </a:xfrm>
        </p:spPr>
        <p:txBody>
          <a:bodyPr anchor="b"/>
          <a:lstStyle>
            <a:lvl1pPr>
              <a:spcBef>
                <a:spcPts val="0"/>
              </a:spcBef>
              <a:spcAft>
                <a:spcPts val="300"/>
              </a:spcAft>
              <a:defRPr lang="en-GB" sz="1000" b="0" i="0" kern="1200" dirty="0">
                <a:solidFill>
                  <a:schemeClr val="tx1"/>
                </a:solidFill>
                <a:latin typeface="+mn-lt"/>
                <a:ea typeface="+mn-ea"/>
                <a:cs typeface="+mn-cs"/>
              </a:defRPr>
            </a:lvl1pPr>
            <a:lvl2pPr marL="93663" indent="-93663">
              <a:spcBef>
                <a:spcPts val="0"/>
              </a:spcBef>
              <a:spcAft>
                <a:spcPts val="300"/>
              </a:spcAft>
              <a:tabLst/>
              <a:defRPr lang="en-GB" sz="1000" b="0" i="0" kern="1200" dirty="0">
                <a:solidFill>
                  <a:schemeClr val="tx1"/>
                </a:solidFill>
                <a:latin typeface="+mn-lt"/>
                <a:ea typeface="+mn-ea"/>
                <a:cs typeface="+mn-cs"/>
              </a:defRPr>
            </a:lvl2pPr>
            <a:lvl3pPr marL="179388" indent="-85725">
              <a:spcBef>
                <a:spcPts val="0"/>
              </a:spcBef>
              <a:spcAft>
                <a:spcPts val="300"/>
              </a:spcAft>
              <a:tabLst/>
              <a:defRPr lang="en-GB" sz="1000" b="0" i="0" kern="1200" dirty="0">
                <a:solidFill>
                  <a:schemeClr val="tx1"/>
                </a:solidFill>
                <a:latin typeface="+mn-lt"/>
                <a:ea typeface="+mn-ea"/>
                <a:cs typeface="+mn-cs"/>
              </a:defRPr>
            </a:lvl3pPr>
            <a:lvl4pPr>
              <a:defRPr sz="1000"/>
            </a:lvl4pPr>
            <a:lvl5pPr>
              <a:defRPr sz="1000"/>
            </a:lvl5pPr>
          </a:lstStyle>
          <a:p>
            <a:pPr lvl="0"/>
            <a:r>
              <a:rPr lang="en-US"/>
              <a:t>Click to edit Master text styles</a:t>
            </a:r>
          </a:p>
          <a:p>
            <a:pPr lvl="1"/>
            <a:r>
              <a:rPr lang="en-US"/>
              <a:t>Second level</a:t>
            </a:r>
          </a:p>
          <a:p>
            <a:pPr lvl="2"/>
            <a:r>
              <a:rPr lang="en-US"/>
              <a:t>Third level</a:t>
            </a:r>
          </a:p>
        </p:txBody>
      </p:sp>
      <p:sp>
        <p:nvSpPr>
          <p:cNvPr id="7" name="Picture Placeholder 5">
            <a:extLst>
              <a:ext uri="{FF2B5EF4-FFF2-40B4-BE49-F238E27FC236}">
                <a16:creationId xmlns:a16="http://schemas.microsoft.com/office/drawing/2014/main" id="{07C8FFB5-0C36-EA56-18AE-AE4E3A5B96B2}"/>
              </a:ext>
            </a:extLst>
          </p:cNvPr>
          <p:cNvSpPr>
            <a:spLocks noGrp="1"/>
          </p:cNvSpPr>
          <p:nvPr>
            <p:ph type="pic" sz="quarter" idx="15" hasCustomPrompt="1"/>
          </p:nvPr>
        </p:nvSpPr>
        <p:spPr>
          <a:xfrm>
            <a:off x="6165850" y="2338386"/>
            <a:ext cx="2800351" cy="3558981"/>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9" name="Text Placeholder 3">
            <a:extLst>
              <a:ext uri="{FF2B5EF4-FFF2-40B4-BE49-F238E27FC236}">
                <a16:creationId xmlns:a16="http://schemas.microsoft.com/office/drawing/2014/main" id="{D8A04C51-CF13-9F12-8A02-3FDDCF07D12F}"/>
              </a:ext>
            </a:extLst>
          </p:cNvPr>
          <p:cNvSpPr>
            <a:spLocks noGrp="1"/>
          </p:cNvSpPr>
          <p:nvPr>
            <p:ph type="body" sz="quarter" idx="16"/>
          </p:nvPr>
        </p:nvSpPr>
        <p:spPr>
          <a:xfrm>
            <a:off x="6165850" y="1306513"/>
            <a:ext cx="1816100" cy="904875"/>
          </a:xfrm>
        </p:spPr>
        <p:txBody>
          <a:bodyPr anchor="b"/>
          <a:lstStyle>
            <a:lvl1pPr>
              <a:spcBef>
                <a:spcPts val="0"/>
              </a:spcBef>
              <a:spcAft>
                <a:spcPts val="300"/>
              </a:spcAft>
              <a:defRPr lang="en-GB" sz="1000" b="0" i="0" kern="1200" dirty="0">
                <a:solidFill>
                  <a:schemeClr val="tx1"/>
                </a:solidFill>
                <a:latin typeface="+mn-lt"/>
                <a:ea typeface="+mn-ea"/>
                <a:cs typeface="+mn-cs"/>
              </a:defRPr>
            </a:lvl1pPr>
            <a:lvl2pPr marL="93663" indent="-93663">
              <a:spcBef>
                <a:spcPts val="0"/>
              </a:spcBef>
              <a:spcAft>
                <a:spcPts val="300"/>
              </a:spcAft>
              <a:tabLst/>
              <a:defRPr lang="en-GB" sz="1000" b="0" i="0" kern="1200" dirty="0">
                <a:solidFill>
                  <a:schemeClr val="tx1"/>
                </a:solidFill>
                <a:latin typeface="+mn-lt"/>
                <a:ea typeface="+mn-ea"/>
                <a:cs typeface="+mn-cs"/>
              </a:defRPr>
            </a:lvl2pPr>
            <a:lvl3pPr marL="179388" indent="-85725">
              <a:spcBef>
                <a:spcPts val="0"/>
              </a:spcBef>
              <a:spcAft>
                <a:spcPts val="300"/>
              </a:spcAft>
              <a:tabLst/>
              <a:defRPr lang="en-GB" sz="1000" b="0" i="0" kern="1200" dirty="0">
                <a:solidFill>
                  <a:schemeClr val="tx1"/>
                </a:solidFill>
                <a:latin typeface="+mn-lt"/>
                <a:ea typeface="+mn-ea"/>
                <a:cs typeface="+mn-cs"/>
              </a:defRPr>
            </a:lvl3pPr>
            <a:lvl4pPr>
              <a:defRPr sz="1000"/>
            </a:lvl4pPr>
            <a:lvl5pPr>
              <a:defRPr sz="1000"/>
            </a:lvl5pPr>
          </a:lstStyle>
          <a:p>
            <a:pPr lvl="0"/>
            <a:r>
              <a:rPr lang="en-US"/>
              <a:t>Click to edit Master text styles</a:t>
            </a:r>
          </a:p>
          <a:p>
            <a:pPr lvl="1"/>
            <a:r>
              <a:rPr lang="en-US"/>
              <a:t>Second level</a:t>
            </a:r>
          </a:p>
          <a:p>
            <a:pPr lvl="2"/>
            <a:r>
              <a:rPr lang="en-US"/>
              <a:t>Third level</a:t>
            </a:r>
          </a:p>
        </p:txBody>
      </p:sp>
      <p:sp>
        <p:nvSpPr>
          <p:cNvPr id="11" name="Title 7">
            <a:extLst>
              <a:ext uri="{FF2B5EF4-FFF2-40B4-BE49-F238E27FC236}">
                <a16:creationId xmlns:a16="http://schemas.microsoft.com/office/drawing/2014/main" id="{48C95821-C865-9139-DE3E-F11442D8306C}"/>
              </a:ext>
            </a:extLst>
          </p:cNvPr>
          <p:cNvSpPr>
            <a:spLocks noGrp="1"/>
          </p:cNvSpPr>
          <p:nvPr>
            <p:ph type="title" hasCustomPrompt="1"/>
          </p:nvPr>
        </p:nvSpPr>
        <p:spPr>
          <a:xfrm>
            <a:off x="288303" y="262800"/>
            <a:ext cx="8673135" cy="454529"/>
          </a:xfrm>
        </p:spPr>
        <p:txBody>
          <a:bodyPr/>
          <a:lstStyle/>
          <a:p>
            <a:r>
              <a:rPr lang="en-US"/>
              <a:t>Master title style</a:t>
            </a:r>
            <a:endParaRPr lang="en-GB"/>
          </a:p>
        </p:txBody>
      </p:sp>
      <p:sp>
        <p:nvSpPr>
          <p:cNvPr id="10" name="Subtitle 2">
            <a:extLst>
              <a:ext uri="{FF2B5EF4-FFF2-40B4-BE49-F238E27FC236}">
                <a16:creationId xmlns:a16="http://schemas.microsoft.com/office/drawing/2014/main" id="{949BA43B-6BD5-72DE-5D4D-B0BAD4FEEA2B}"/>
              </a:ext>
            </a:extLst>
          </p:cNvPr>
          <p:cNvSpPr>
            <a:spLocks noGrp="1"/>
          </p:cNvSpPr>
          <p:nvPr>
            <p:ph type="subTitle" idx="17" hasCustomPrompt="1"/>
          </p:nvPr>
        </p:nvSpPr>
        <p:spPr>
          <a:xfrm>
            <a:off x="288302" y="713620"/>
            <a:ext cx="8671498" cy="292965"/>
          </a:xfrm>
        </p:spPr>
        <p:txBody>
          <a:bodyPr vert="horz" wrap="square" lIns="0" tIns="0" rIns="0" bIns="0" rtlCol="0" anchor="t">
            <a:spAutoFit/>
          </a:bodyPr>
          <a:lstStyle>
            <a:lvl1pPr>
              <a:defRPr lang="en-GB" b="1" dirty="0"/>
            </a:lvl1pPr>
          </a:lstStyle>
          <a:p>
            <a:pPr lvl="0">
              <a:spcBef>
                <a:spcPts val="0"/>
              </a:spcBef>
              <a:spcAft>
                <a:spcPts val="0"/>
              </a:spcAft>
            </a:pPr>
            <a:r>
              <a:rPr lang="en-GB"/>
              <a:t>Subtitle goes here if required</a:t>
            </a:r>
          </a:p>
        </p:txBody>
      </p:sp>
    </p:spTree>
    <p:extLst>
      <p:ext uri="{BB962C8B-B14F-4D97-AF65-F5344CB8AC3E}">
        <p14:creationId xmlns:p14="http://schemas.microsoft.com/office/powerpoint/2010/main" val="72923845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wo Images, Content and Captions Stacke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8124825" y="291039"/>
            <a:ext cx="3775076" cy="2731958"/>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4" name="Footer Placeholder 3">
            <a:extLst>
              <a:ext uri="{FF2B5EF4-FFF2-40B4-BE49-F238E27FC236}">
                <a16:creationId xmlns:a16="http://schemas.microsoft.com/office/drawing/2014/main" id="{4C3DE09C-0B1B-D45B-6ABB-863B5E08717C}"/>
              </a:ext>
            </a:extLst>
          </p:cNvPr>
          <p:cNvSpPr>
            <a:spLocks noGrp="1"/>
          </p:cNvSpPr>
          <p:nvPr>
            <p:ph type="ftr" sz="quarter" idx="11"/>
          </p:nvPr>
        </p:nvSpPr>
        <p:spPr/>
        <p:txBody>
          <a:bodyPr/>
          <a:lstStyle/>
          <a:p>
            <a:r>
              <a:rPr lang="en-GB"/>
              <a:t>Slide footer goes here if required</a:t>
            </a: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p:nvPr>
        </p:nvSpPr>
        <p:spPr>
          <a:xfrm>
            <a:off x="289385" y="2338387"/>
            <a:ext cx="4750422" cy="3540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ext Placeholder 3">
            <a:extLst>
              <a:ext uri="{FF2B5EF4-FFF2-40B4-BE49-F238E27FC236}">
                <a16:creationId xmlns:a16="http://schemas.microsoft.com/office/drawing/2014/main" id="{D8A04C51-CF13-9F12-8A02-3FDDCF07D12F}"/>
              </a:ext>
            </a:extLst>
          </p:cNvPr>
          <p:cNvSpPr>
            <a:spLocks noGrp="1"/>
          </p:cNvSpPr>
          <p:nvPr>
            <p:ph type="body" sz="quarter" idx="16"/>
          </p:nvPr>
        </p:nvSpPr>
        <p:spPr>
          <a:xfrm>
            <a:off x="6165850" y="263526"/>
            <a:ext cx="1816099" cy="901700"/>
          </a:xfrm>
        </p:spPr>
        <p:txBody>
          <a:bodyPr/>
          <a:lstStyle>
            <a:lvl1pPr>
              <a:spcBef>
                <a:spcPts val="0"/>
              </a:spcBef>
              <a:spcAft>
                <a:spcPts val="300"/>
              </a:spcAft>
              <a:defRPr lang="en-GB" sz="1000" b="0" i="0" kern="1200" dirty="0">
                <a:solidFill>
                  <a:schemeClr val="tx1"/>
                </a:solidFill>
                <a:latin typeface="+mn-lt"/>
                <a:ea typeface="+mn-ea"/>
                <a:cs typeface="+mn-cs"/>
              </a:defRPr>
            </a:lvl1pPr>
            <a:lvl2pPr marL="93663" indent="-93663">
              <a:spcBef>
                <a:spcPts val="0"/>
              </a:spcBef>
              <a:spcAft>
                <a:spcPts val="300"/>
              </a:spcAft>
              <a:tabLst/>
              <a:defRPr lang="en-GB" sz="1000" b="0" i="0" kern="1200" dirty="0">
                <a:solidFill>
                  <a:schemeClr val="tx1"/>
                </a:solidFill>
                <a:latin typeface="+mn-lt"/>
                <a:ea typeface="+mn-ea"/>
                <a:cs typeface="+mn-cs"/>
              </a:defRPr>
            </a:lvl2pPr>
            <a:lvl3pPr marL="179388" indent="-85725">
              <a:spcBef>
                <a:spcPts val="0"/>
              </a:spcBef>
              <a:spcAft>
                <a:spcPts val="300"/>
              </a:spcAft>
              <a:tabLst/>
              <a:defRPr lang="en-GB" sz="1000" b="0" i="0" kern="1200" dirty="0">
                <a:solidFill>
                  <a:schemeClr val="tx1"/>
                </a:solidFill>
                <a:latin typeface="+mn-lt"/>
                <a:ea typeface="+mn-ea"/>
                <a:cs typeface="+mn-cs"/>
              </a:defRPr>
            </a:lvl3pPr>
            <a:lvl4pPr>
              <a:defRPr sz="1000"/>
            </a:lvl4pPr>
            <a:lvl5pPr>
              <a:defRPr sz="1000"/>
            </a:lvl5pPr>
          </a:lstStyle>
          <a:p>
            <a:pPr lvl="0"/>
            <a:r>
              <a:rPr lang="en-US"/>
              <a:t>Click to edit Master text styles</a:t>
            </a:r>
          </a:p>
          <a:p>
            <a:pPr lvl="1"/>
            <a:r>
              <a:rPr lang="en-US"/>
              <a:t>Second level</a:t>
            </a:r>
          </a:p>
          <a:p>
            <a:pPr lvl="2"/>
            <a:r>
              <a:rPr lang="en-US"/>
              <a:t>Third level</a:t>
            </a:r>
          </a:p>
        </p:txBody>
      </p:sp>
      <p:sp>
        <p:nvSpPr>
          <p:cNvPr id="10" name="Picture Placeholder 5">
            <a:extLst>
              <a:ext uri="{FF2B5EF4-FFF2-40B4-BE49-F238E27FC236}">
                <a16:creationId xmlns:a16="http://schemas.microsoft.com/office/drawing/2014/main" id="{7E2F9960-1383-47B5-D5A0-E3568E633105}"/>
              </a:ext>
            </a:extLst>
          </p:cNvPr>
          <p:cNvSpPr>
            <a:spLocks noGrp="1"/>
          </p:cNvSpPr>
          <p:nvPr>
            <p:ph type="pic" sz="quarter" idx="17" hasCustomPrompt="1"/>
          </p:nvPr>
        </p:nvSpPr>
        <p:spPr>
          <a:xfrm>
            <a:off x="8124825" y="3160742"/>
            <a:ext cx="3775076" cy="2723544"/>
          </a:xfrm>
          <a:solidFill>
            <a:srgbClr val="F6F3F2"/>
          </a:solidFill>
        </p:spPr>
        <p:txBody>
          <a:bodyPr vert="horz" lIns="0" tIns="0" rIns="0" bIns="0" rtlCol="0">
            <a:noAutofit/>
          </a:bodyPr>
          <a:lstStyle>
            <a:lvl1pPr>
              <a:defRPr lang="en-GB"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1" name="Text Placeholder 3">
            <a:extLst>
              <a:ext uri="{FF2B5EF4-FFF2-40B4-BE49-F238E27FC236}">
                <a16:creationId xmlns:a16="http://schemas.microsoft.com/office/drawing/2014/main" id="{1157324B-BE85-4E3F-8A71-8D472DC1443F}"/>
              </a:ext>
            </a:extLst>
          </p:cNvPr>
          <p:cNvSpPr>
            <a:spLocks noGrp="1"/>
          </p:cNvSpPr>
          <p:nvPr>
            <p:ph type="body" sz="quarter" idx="18"/>
          </p:nvPr>
        </p:nvSpPr>
        <p:spPr>
          <a:xfrm>
            <a:off x="6170614" y="3137454"/>
            <a:ext cx="1811335" cy="904875"/>
          </a:xfrm>
        </p:spPr>
        <p:txBody>
          <a:bodyPr/>
          <a:lstStyle>
            <a:lvl1pPr>
              <a:spcBef>
                <a:spcPts val="0"/>
              </a:spcBef>
              <a:spcAft>
                <a:spcPts val="300"/>
              </a:spcAft>
              <a:defRPr lang="en-GB" sz="1000" b="0" i="0" kern="1200" dirty="0">
                <a:solidFill>
                  <a:schemeClr val="tx1"/>
                </a:solidFill>
                <a:latin typeface="+mn-lt"/>
                <a:ea typeface="+mn-ea"/>
                <a:cs typeface="+mn-cs"/>
              </a:defRPr>
            </a:lvl1pPr>
            <a:lvl2pPr marL="93663" indent="-93663">
              <a:spcBef>
                <a:spcPts val="0"/>
              </a:spcBef>
              <a:spcAft>
                <a:spcPts val="300"/>
              </a:spcAft>
              <a:tabLst/>
              <a:defRPr lang="en-GB" sz="1000" b="0" i="0" kern="1200" dirty="0">
                <a:solidFill>
                  <a:schemeClr val="tx1"/>
                </a:solidFill>
                <a:latin typeface="+mn-lt"/>
                <a:ea typeface="+mn-ea"/>
                <a:cs typeface="+mn-cs"/>
              </a:defRPr>
            </a:lvl2pPr>
            <a:lvl3pPr marL="179388" indent="-85725">
              <a:spcBef>
                <a:spcPts val="0"/>
              </a:spcBef>
              <a:spcAft>
                <a:spcPts val="300"/>
              </a:spcAft>
              <a:tabLst/>
              <a:defRPr lang="en-GB" sz="1000" b="0" i="0" kern="1200" dirty="0">
                <a:solidFill>
                  <a:schemeClr val="tx1"/>
                </a:solidFill>
                <a:latin typeface="+mn-lt"/>
                <a:ea typeface="+mn-ea"/>
                <a:cs typeface="+mn-cs"/>
              </a:defRPr>
            </a:lvl3pPr>
            <a:lvl4pPr>
              <a:defRPr sz="1000"/>
            </a:lvl4pPr>
            <a:lvl5pPr>
              <a:defRPr sz="1000"/>
            </a:lvl5pPr>
          </a:lstStyle>
          <a:p>
            <a:pPr lvl="0"/>
            <a:r>
              <a:rPr lang="en-US"/>
              <a:t>Click to edit Master text styles</a:t>
            </a:r>
          </a:p>
          <a:p>
            <a:pPr lvl="1"/>
            <a:r>
              <a:rPr lang="en-US"/>
              <a:t>Second level</a:t>
            </a:r>
          </a:p>
          <a:p>
            <a:pPr lvl="2"/>
            <a:r>
              <a:rPr lang="en-US"/>
              <a:t>Third level</a:t>
            </a:r>
          </a:p>
        </p:txBody>
      </p:sp>
      <p:sp>
        <p:nvSpPr>
          <p:cNvPr id="8" name="Title 7">
            <a:extLst>
              <a:ext uri="{FF2B5EF4-FFF2-40B4-BE49-F238E27FC236}">
                <a16:creationId xmlns:a16="http://schemas.microsoft.com/office/drawing/2014/main" id="{A4141273-8612-0373-5CE1-A74C8304F40A}"/>
              </a:ext>
            </a:extLst>
          </p:cNvPr>
          <p:cNvSpPr>
            <a:spLocks noGrp="1"/>
          </p:cNvSpPr>
          <p:nvPr>
            <p:ph type="title" hasCustomPrompt="1"/>
          </p:nvPr>
        </p:nvSpPr>
        <p:spPr>
          <a:xfrm>
            <a:off x="288303" y="262800"/>
            <a:ext cx="4750421" cy="454529"/>
          </a:xfrm>
        </p:spPr>
        <p:txBody>
          <a:bodyPr/>
          <a:lstStyle/>
          <a:p>
            <a:r>
              <a:rPr lang="en-US"/>
              <a:t>Master title style</a:t>
            </a:r>
            <a:endParaRPr lang="en-GB"/>
          </a:p>
        </p:txBody>
      </p:sp>
      <p:sp>
        <p:nvSpPr>
          <p:cNvPr id="7" name="Subtitle 2">
            <a:extLst>
              <a:ext uri="{FF2B5EF4-FFF2-40B4-BE49-F238E27FC236}">
                <a16:creationId xmlns:a16="http://schemas.microsoft.com/office/drawing/2014/main" id="{460EC19D-5C44-4557-54CE-FA6CE565E479}"/>
              </a:ext>
            </a:extLst>
          </p:cNvPr>
          <p:cNvSpPr>
            <a:spLocks noGrp="1"/>
          </p:cNvSpPr>
          <p:nvPr>
            <p:ph type="subTitle" idx="19" hasCustomPrompt="1"/>
          </p:nvPr>
        </p:nvSpPr>
        <p:spPr>
          <a:xfrm>
            <a:off x="288302" y="713620"/>
            <a:ext cx="4750421" cy="292965"/>
          </a:xfrm>
        </p:spPr>
        <p:txBody>
          <a:bodyPr vert="horz" wrap="square" lIns="0" tIns="0" rIns="0" bIns="0" rtlCol="0" anchor="t">
            <a:spAutoFit/>
          </a:bodyPr>
          <a:lstStyle>
            <a:lvl1pPr>
              <a:defRPr lang="en-GB" b="1" dirty="0"/>
            </a:lvl1pPr>
          </a:lstStyle>
          <a:p>
            <a:pPr lvl="0">
              <a:spcBef>
                <a:spcPts val="0"/>
              </a:spcBef>
              <a:spcAft>
                <a:spcPts val="0"/>
              </a:spcAft>
            </a:pPr>
            <a:r>
              <a:rPr lang="en-GB"/>
              <a:t>Subtitle goes here if required</a:t>
            </a:r>
          </a:p>
        </p:txBody>
      </p:sp>
    </p:spTree>
    <p:extLst>
      <p:ext uri="{BB962C8B-B14F-4D97-AF65-F5344CB8AC3E}">
        <p14:creationId xmlns:p14="http://schemas.microsoft.com/office/powerpoint/2010/main" val="379076524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Left Side, Two Images and Text ">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55B8D2-C963-E4A2-E467-94496D231D97}"/>
              </a:ext>
            </a:extLst>
          </p:cNvPr>
          <p:cNvSpPr>
            <a:spLocks noGrp="1"/>
          </p:cNvSpPr>
          <p:nvPr>
            <p:ph type="sldNum" sz="quarter" idx="11"/>
          </p:nvPr>
        </p:nvSpPr>
        <p:spPr/>
        <p:txBody>
          <a:bodyPr/>
          <a:lstStyle/>
          <a:p>
            <a:fld id="{AEC8D767-5246-2244-A4A3-B8AFB218393C}" type="slidenum">
              <a:rPr lang="en-GB" smtClean="0"/>
              <a:pPr/>
              <a:t>‹#›</a:t>
            </a:fld>
            <a:endParaRPr lang="en-GB"/>
          </a:p>
        </p:txBody>
      </p:sp>
      <p:sp>
        <p:nvSpPr>
          <p:cNvPr id="10" name="Picture Placeholder 5">
            <a:extLst>
              <a:ext uri="{FF2B5EF4-FFF2-40B4-BE49-F238E27FC236}">
                <a16:creationId xmlns:a16="http://schemas.microsoft.com/office/drawing/2014/main" id="{BEB95803-75F5-094C-03C0-91A8C27F1AAA}"/>
              </a:ext>
            </a:extLst>
          </p:cNvPr>
          <p:cNvSpPr>
            <a:spLocks noGrp="1"/>
          </p:cNvSpPr>
          <p:nvPr>
            <p:ph type="pic" sz="quarter" idx="13" hasCustomPrompt="1"/>
          </p:nvPr>
        </p:nvSpPr>
        <p:spPr>
          <a:xfrm>
            <a:off x="7150102" y="-1"/>
            <a:ext cx="5041900" cy="3357563"/>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1" name="Picture Placeholder 5">
            <a:extLst>
              <a:ext uri="{FF2B5EF4-FFF2-40B4-BE49-F238E27FC236}">
                <a16:creationId xmlns:a16="http://schemas.microsoft.com/office/drawing/2014/main" id="{8BFC8B65-1954-09E7-5FF2-7014E6C8F04C}"/>
              </a:ext>
            </a:extLst>
          </p:cNvPr>
          <p:cNvSpPr>
            <a:spLocks noGrp="1"/>
          </p:cNvSpPr>
          <p:nvPr>
            <p:ph type="pic" sz="quarter" idx="14" hasCustomPrompt="1"/>
          </p:nvPr>
        </p:nvSpPr>
        <p:spPr>
          <a:xfrm>
            <a:off x="0" y="3357563"/>
            <a:ext cx="6022552" cy="3499955"/>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6" name="Text Placeholder 5">
            <a:extLst>
              <a:ext uri="{FF2B5EF4-FFF2-40B4-BE49-F238E27FC236}">
                <a16:creationId xmlns:a16="http://schemas.microsoft.com/office/drawing/2014/main" id="{899B3B30-291B-0259-955A-B312868ADB24}"/>
              </a:ext>
            </a:extLst>
          </p:cNvPr>
          <p:cNvSpPr>
            <a:spLocks noGrp="1"/>
          </p:cNvSpPr>
          <p:nvPr>
            <p:ph type="body" sz="quarter" idx="15"/>
          </p:nvPr>
        </p:nvSpPr>
        <p:spPr>
          <a:xfrm>
            <a:off x="7150102" y="4376738"/>
            <a:ext cx="4754562" cy="1893887"/>
          </a:xfrm>
        </p:spPr>
        <p:txBody>
          <a:bodyPr/>
          <a:lstStyle>
            <a:lvl4pPr>
              <a:defRPr lang="en-GB" sz="40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1">
            <a:extLst>
              <a:ext uri="{FF2B5EF4-FFF2-40B4-BE49-F238E27FC236}">
                <a16:creationId xmlns:a16="http://schemas.microsoft.com/office/drawing/2014/main" id="{44087789-03A9-0559-7959-C80A1DC0A306}"/>
              </a:ext>
            </a:extLst>
          </p:cNvPr>
          <p:cNvSpPr>
            <a:spLocks noGrp="1"/>
          </p:cNvSpPr>
          <p:nvPr>
            <p:ph type="title"/>
          </p:nvPr>
        </p:nvSpPr>
        <p:spPr>
          <a:xfrm>
            <a:off x="288000" y="530259"/>
            <a:ext cx="4754563" cy="2437590"/>
          </a:xfrm>
        </p:spPr>
        <p:txBody>
          <a:bodyPr anchor="ctr">
            <a:spAutoFit/>
          </a:bodyPr>
          <a:lstStyle>
            <a:lvl1pPr>
              <a:lnSpc>
                <a:spcPct val="80000"/>
              </a:lnSpc>
              <a:defRPr sz="6500">
                <a:solidFill>
                  <a:schemeClr val="tx2"/>
                </a:solidFill>
              </a:defRPr>
            </a:lvl1pPr>
          </a:lstStyle>
          <a:p>
            <a:r>
              <a:rPr lang="en-US"/>
              <a:t>Click to edit Master title style</a:t>
            </a:r>
            <a:endParaRPr lang="en-GB"/>
          </a:p>
        </p:txBody>
      </p:sp>
    </p:spTree>
    <p:extLst>
      <p:ext uri="{BB962C8B-B14F-4D97-AF65-F5344CB8AC3E}">
        <p14:creationId xmlns:p14="http://schemas.microsoft.com/office/powerpoint/2010/main" val="260873981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Right Side, Two Images and Text ">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55B8D2-C963-E4A2-E467-94496D231D97}"/>
              </a:ext>
            </a:extLst>
          </p:cNvPr>
          <p:cNvSpPr>
            <a:spLocks noGrp="1"/>
          </p:cNvSpPr>
          <p:nvPr>
            <p:ph type="sldNum" sz="quarter" idx="11"/>
          </p:nvPr>
        </p:nvSpPr>
        <p:spPr/>
        <p:txBody>
          <a:bodyPr/>
          <a:lstStyle/>
          <a:p>
            <a:fld id="{AEC8D767-5246-2244-A4A3-B8AFB218393C}" type="slidenum">
              <a:rPr lang="en-GB" smtClean="0"/>
              <a:pPr/>
              <a:t>‹#›</a:t>
            </a:fld>
            <a:endParaRPr lang="en-GB"/>
          </a:p>
        </p:txBody>
      </p:sp>
      <p:sp>
        <p:nvSpPr>
          <p:cNvPr id="10" name="Picture Placeholder 5">
            <a:extLst>
              <a:ext uri="{FF2B5EF4-FFF2-40B4-BE49-F238E27FC236}">
                <a16:creationId xmlns:a16="http://schemas.microsoft.com/office/drawing/2014/main" id="{BEB95803-75F5-094C-03C0-91A8C27F1AAA}"/>
              </a:ext>
            </a:extLst>
          </p:cNvPr>
          <p:cNvSpPr>
            <a:spLocks noGrp="1"/>
          </p:cNvSpPr>
          <p:nvPr>
            <p:ph type="pic" sz="quarter" idx="13" hasCustomPrompt="1"/>
          </p:nvPr>
        </p:nvSpPr>
        <p:spPr>
          <a:xfrm>
            <a:off x="0" y="-1"/>
            <a:ext cx="5041900" cy="3357563"/>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1" name="Picture Placeholder 5">
            <a:extLst>
              <a:ext uri="{FF2B5EF4-FFF2-40B4-BE49-F238E27FC236}">
                <a16:creationId xmlns:a16="http://schemas.microsoft.com/office/drawing/2014/main" id="{8BFC8B65-1954-09E7-5FF2-7014E6C8F04C}"/>
              </a:ext>
            </a:extLst>
          </p:cNvPr>
          <p:cNvSpPr>
            <a:spLocks noGrp="1"/>
          </p:cNvSpPr>
          <p:nvPr>
            <p:ph type="pic" sz="quarter" idx="14" hasCustomPrompt="1"/>
          </p:nvPr>
        </p:nvSpPr>
        <p:spPr>
          <a:xfrm>
            <a:off x="6165850" y="3357563"/>
            <a:ext cx="6022552" cy="3499955"/>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6" name="Text Placeholder 5">
            <a:extLst>
              <a:ext uri="{FF2B5EF4-FFF2-40B4-BE49-F238E27FC236}">
                <a16:creationId xmlns:a16="http://schemas.microsoft.com/office/drawing/2014/main" id="{899B3B30-291B-0259-955A-B312868ADB24}"/>
              </a:ext>
            </a:extLst>
          </p:cNvPr>
          <p:cNvSpPr>
            <a:spLocks noGrp="1"/>
          </p:cNvSpPr>
          <p:nvPr>
            <p:ph type="body" sz="quarter" idx="15"/>
          </p:nvPr>
        </p:nvSpPr>
        <p:spPr>
          <a:xfrm>
            <a:off x="287338" y="4376738"/>
            <a:ext cx="4754562" cy="1893887"/>
          </a:xfrm>
        </p:spPr>
        <p:txBody>
          <a:bodyPr/>
          <a:lstStyle>
            <a:lvl4pPr>
              <a:defRPr lang="en-GB" sz="4000" dirty="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1">
            <a:extLst>
              <a:ext uri="{FF2B5EF4-FFF2-40B4-BE49-F238E27FC236}">
                <a16:creationId xmlns:a16="http://schemas.microsoft.com/office/drawing/2014/main" id="{44087789-03A9-0559-7959-C80A1DC0A306}"/>
              </a:ext>
            </a:extLst>
          </p:cNvPr>
          <p:cNvSpPr>
            <a:spLocks noGrp="1"/>
          </p:cNvSpPr>
          <p:nvPr>
            <p:ph type="title"/>
          </p:nvPr>
        </p:nvSpPr>
        <p:spPr>
          <a:xfrm>
            <a:off x="6165850" y="530259"/>
            <a:ext cx="4754563" cy="2437590"/>
          </a:xfrm>
        </p:spPr>
        <p:txBody>
          <a:bodyPr anchor="ctr">
            <a:spAutoFit/>
          </a:bodyPr>
          <a:lstStyle>
            <a:lvl1pPr>
              <a:lnSpc>
                <a:spcPct val="80000"/>
              </a:lnSpc>
              <a:defRPr sz="6500">
                <a:solidFill>
                  <a:schemeClr val="tx2"/>
                </a:solidFill>
              </a:defRPr>
            </a:lvl1pPr>
          </a:lstStyle>
          <a:p>
            <a:r>
              <a:rPr lang="en-US"/>
              <a:t>Click to edit Master title style</a:t>
            </a:r>
            <a:endParaRPr lang="en-GB"/>
          </a:p>
        </p:txBody>
      </p:sp>
    </p:spTree>
    <p:extLst>
      <p:ext uri="{BB962C8B-B14F-4D97-AF65-F5344CB8AC3E}">
        <p14:creationId xmlns:p14="http://schemas.microsoft.com/office/powerpoint/2010/main" val="188008819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hree Images and Captio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55B8D2-C963-E4A2-E467-94496D231D97}"/>
              </a:ext>
            </a:extLst>
          </p:cNvPr>
          <p:cNvSpPr>
            <a:spLocks noGrp="1"/>
          </p:cNvSpPr>
          <p:nvPr>
            <p:ph type="sldNum" sz="quarter" idx="11"/>
          </p:nvPr>
        </p:nvSpPr>
        <p:spPr/>
        <p:txBody>
          <a:bodyPr/>
          <a:lstStyle/>
          <a:p>
            <a:fld id="{AEC8D767-5246-2244-A4A3-B8AFB218393C}" type="slidenum">
              <a:rPr lang="en-GB" smtClean="0"/>
              <a:pPr/>
              <a:t>‹#›</a:t>
            </a:fld>
            <a:endParaRPr lang="en-GB"/>
          </a:p>
        </p:txBody>
      </p:sp>
      <p:sp>
        <p:nvSpPr>
          <p:cNvPr id="10" name="Picture Placeholder 5">
            <a:extLst>
              <a:ext uri="{FF2B5EF4-FFF2-40B4-BE49-F238E27FC236}">
                <a16:creationId xmlns:a16="http://schemas.microsoft.com/office/drawing/2014/main" id="{BEB95803-75F5-094C-03C0-91A8C27F1AAA}"/>
              </a:ext>
            </a:extLst>
          </p:cNvPr>
          <p:cNvSpPr>
            <a:spLocks noGrp="1"/>
          </p:cNvSpPr>
          <p:nvPr>
            <p:ph type="pic" sz="quarter" idx="13" hasCustomPrompt="1"/>
          </p:nvPr>
        </p:nvSpPr>
        <p:spPr>
          <a:xfrm>
            <a:off x="0" y="3357563"/>
            <a:ext cx="4152900" cy="3500438"/>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1" name="Picture Placeholder 5">
            <a:extLst>
              <a:ext uri="{FF2B5EF4-FFF2-40B4-BE49-F238E27FC236}">
                <a16:creationId xmlns:a16="http://schemas.microsoft.com/office/drawing/2014/main" id="{8BFC8B65-1954-09E7-5FF2-7014E6C8F04C}"/>
              </a:ext>
            </a:extLst>
          </p:cNvPr>
          <p:cNvSpPr>
            <a:spLocks noGrp="1"/>
          </p:cNvSpPr>
          <p:nvPr>
            <p:ph type="pic" sz="quarter" idx="14" hasCustomPrompt="1"/>
          </p:nvPr>
        </p:nvSpPr>
        <p:spPr>
          <a:xfrm>
            <a:off x="4152900" y="1"/>
            <a:ext cx="3912062" cy="6857518"/>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6" name="Text Placeholder 5">
            <a:extLst>
              <a:ext uri="{FF2B5EF4-FFF2-40B4-BE49-F238E27FC236}">
                <a16:creationId xmlns:a16="http://schemas.microsoft.com/office/drawing/2014/main" id="{899B3B30-291B-0259-955A-B312868ADB24}"/>
              </a:ext>
            </a:extLst>
          </p:cNvPr>
          <p:cNvSpPr>
            <a:spLocks noGrp="1"/>
          </p:cNvSpPr>
          <p:nvPr>
            <p:ph type="body" sz="quarter" idx="15"/>
          </p:nvPr>
        </p:nvSpPr>
        <p:spPr>
          <a:xfrm>
            <a:off x="9104313" y="4376738"/>
            <a:ext cx="2795587" cy="1893887"/>
          </a:xfrm>
        </p:spPr>
        <p:txBody>
          <a:bodyPr/>
          <a:lstStyle>
            <a:lvl4pPr>
              <a:defRPr sz="40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Picture Placeholder 5">
            <a:extLst>
              <a:ext uri="{FF2B5EF4-FFF2-40B4-BE49-F238E27FC236}">
                <a16:creationId xmlns:a16="http://schemas.microsoft.com/office/drawing/2014/main" id="{274C72C0-D5F1-8526-2BDA-0E6460C330CF}"/>
              </a:ext>
            </a:extLst>
          </p:cNvPr>
          <p:cNvSpPr>
            <a:spLocks noGrp="1"/>
          </p:cNvSpPr>
          <p:nvPr>
            <p:ph type="pic" sz="quarter" idx="16" hasCustomPrompt="1"/>
          </p:nvPr>
        </p:nvSpPr>
        <p:spPr>
          <a:xfrm>
            <a:off x="8064961" y="0"/>
            <a:ext cx="4114339" cy="3357563"/>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5" name="Title 4">
            <a:extLst>
              <a:ext uri="{FF2B5EF4-FFF2-40B4-BE49-F238E27FC236}">
                <a16:creationId xmlns:a16="http://schemas.microsoft.com/office/drawing/2014/main" id="{6D8318B1-25E6-EF2C-0244-43CD92F8BF97}"/>
              </a:ext>
            </a:extLst>
          </p:cNvPr>
          <p:cNvSpPr>
            <a:spLocks noGrp="1"/>
          </p:cNvSpPr>
          <p:nvPr>
            <p:ph type="title"/>
          </p:nvPr>
        </p:nvSpPr>
        <p:spPr>
          <a:xfrm>
            <a:off x="288000" y="696913"/>
            <a:ext cx="3770934" cy="1765868"/>
          </a:xfrm>
        </p:spPr>
        <p:txBody>
          <a:bodyPr/>
          <a:lstStyle>
            <a:lvl1pPr>
              <a:defRPr sz="4500"/>
            </a:lvl1pPr>
          </a:lstStyle>
          <a:p>
            <a:r>
              <a:rPr lang="en-US"/>
              <a:t>Click to edit Master title style</a:t>
            </a:r>
            <a:endParaRPr lang="en-GB"/>
          </a:p>
        </p:txBody>
      </p:sp>
    </p:spTree>
    <p:extLst>
      <p:ext uri="{BB962C8B-B14F-4D97-AF65-F5344CB8AC3E}">
        <p14:creationId xmlns:p14="http://schemas.microsoft.com/office/powerpoint/2010/main" val="10466179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Animated Title and Image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53FA985-3B61-CED4-73DE-1DFA4E2DD7DA}"/>
              </a:ext>
            </a:extLst>
          </p:cNvPr>
          <p:cNvSpPr>
            <a:spLocks noGrp="1"/>
          </p:cNvSpPr>
          <p:nvPr>
            <p:ph type="ftr" sz="quarter" idx="10"/>
          </p:nvPr>
        </p:nvSpPr>
        <p:spPr/>
        <p:txBody>
          <a:bodyPr/>
          <a:lstStyle/>
          <a:p>
            <a:r>
              <a:rPr lang="en-GB"/>
              <a:t>Slide footer goes here if required</a:t>
            </a:r>
          </a:p>
        </p:txBody>
      </p:sp>
      <p:sp>
        <p:nvSpPr>
          <p:cNvPr id="4" name="Slide Number Placeholder 3">
            <a:extLst>
              <a:ext uri="{FF2B5EF4-FFF2-40B4-BE49-F238E27FC236}">
                <a16:creationId xmlns:a16="http://schemas.microsoft.com/office/drawing/2014/main" id="{4155B8D2-C963-E4A2-E467-94496D231D97}"/>
              </a:ext>
            </a:extLst>
          </p:cNvPr>
          <p:cNvSpPr>
            <a:spLocks noGrp="1"/>
          </p:cNvSpPr>
          <p:nvPr>
            <p:ph type="sldNum" sz="quarter" idx="11"/>
          </p:nvPr>
        </p:nvSpPr>
        <p:spPr/>
        <p:txBody>
          <a:bodyPr/>
          <a:lstStyle/>
          <a:p>
            <a:fld id="{AEC8D767-5246-2244-A4A3-B8AFB218393C}" type="slidenum">
              <a:rPr lang="en-GB" smtClean="0"/>
              <a:pPr/>
              <a:t>‹#›</a:t>
            </a:fld>
            <a:endParaRPr lang="en-GB"/>
          </a:p>
        </p:txBody>
      </p:sp>
      <p:sp>
        <p:nvSpPr>
          <p:cNvPr id="10" name="Picture Placeholder 5">
            <a:extLst>
              <a:ext uri="{FF2B5EF4-FFF2-40B4-BE49-F238E27FC236}">
                <a16:creationId xmlns:a16="http://schemas.microsoft.com/office/drawing/2014/main" id="{BEB95803-75F5-094C-03C0-91A8C27F1AAA}"/>
              </a:ext>
            </a:extLst>
          </p:cNvPr>
          <p:cNvSpPr>
            <a:spLocks noGrp="1"/>
          </p:cNvSpPr>
          <p:nvPr>
            <p:ph type="pic" sz="quarter" idx="13" hasCustomPrompt="1"/>
          </p:nvPr>
        </p:nvSpPr>
        <p:spPr>
          <a:xfrm>
            <a:off x="0" y="-1"/>
            <a:ext cx="5041900" cy="3357563"/>
          </a:xfrm>
          <a:solidFill>
            <a:srgbClr val="F6F3F2"/>
          </a:solidFill>
        </p:spPr>
        <p:txBody>
          <a:bodyPr vert="horz" lIns="0" tIns="0" rIns="0" bIns="0" rtlCol="0">
            <a:noAutofit/>
          </a:bodyPr>
          <a:lstStyle>
            <a:lvl1pPr marL="0" marR="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1" name="Picture Placeholder 5">
            <a:extLst>
              <a:ext uri="{FF2B5EF4-FFF2-40B4-BE49-F238E27FC236}">
                <a16:creationId xmlns:a16="http://schemas.microsoft.com/office/drawing/2014/main" id="{8BFC8B65-1954-09E7-5FF2-7014E6C8F04C}"/>
              </a:ext>
            </a:extLst>
          </p:cNvPr>
          <p:cNvSpPr>
            <a:spLocks noGrp="1"/>
          </p:cNvSpPr>
          <p:nvPr>
            <p:ph type="pic" sz="quarter" idx="14" hasCustomPrompt="1"/>
          </p:nvPr>
        </p:nvSpPr>
        <p:spPr>
          <a:xfrm>
            <a:off x="6165850" y="3357563"/>
            <a:ext cx="6022552" cy="3499955"/>
          </a:xfrm>
          <a:solidFill>
            <a:srgbClr val="F6F3F2"/>
          </a:solidFill>
        </p:spPr>
        <p:txBody>
          <a:bodyPr vert="horz" lIns="0" tIns="0" rIns="0" bIns="0" rtlCol="0">
            <a:noAutofit/>
          </a:bodyPr>
          <a:lstStyle>
            <a:lvl1pPr marL="0" marR="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photo or illustration.</a:t>
            </a:r>
          </a:p>
        </p:txBody>
      </p:sp>
      <p:sp>
        <p:nvSpPr>
          <p:cNvPr id="12" name="Text Placeholder 5">
            <a:extLst>
              <a:ext uri="{FF2B5EF4-FFF2-40B4-BE49-F238E27FC236}">
                <a16:creationId xmlns:a16="http://schemas.microsoft.com/office/drawing/2014/main" id="{769031AD-BE5D-A3B7-1DEC-6584F4E4BF8D}"/>
              </a:ext>
            </a:extLst>
          </p:cNvPr>
          <p:cNvSpPr>
            <a:spLocks noGrp="1"/>
          </p:cNvSpPr>
          <p:nvPr>
            <p:ph type="body" sz="quarter" idx="12" hasCustomPrompt="1"/>
          </p:nvPr>
        </p:nvSpPr>
        <p:spPr>
          <a:xfrm>
            <a:off x="6165850" y="1306512"/>
            <a:ext cx="5736764" cy="911019"/>
          </a:xfrm>
        </p:spPr>
        <p:txBody>
          <a:bodyPr wrap="square" anchor="ctr">
            <a:spAutoFit/>
          </a:bodyPr>
          <a:lstStyle>
            <a:lvl1pPr>
              <a:lnSpc>
                <a:spcPct val="80000"/>
              </a:lnSpc>
              <a:defRPr sz="7400" b="0" i="0">
                <a:solidFill>
                  <a:schemeClr val="accent1"/>
                </a:solidFill>
                <a:latin typeface="+mj-lt"/>
              </a:defRPr>
            </a:lvl1pPr>
            <a:lvl2pPr>
              <a:lnSpc>
                <a:spcPct val="80000"/>
              </a:lnSpc>
              <a:defRPr lang="en-GB" dirty="0" smtClean="0"/>
            </a:lvl2pPr>
            <a:lvl3pPr>
              <a:lnSpc>
                <a:spcPct val="80000"/>
              </a:lnSpc>
              <a:defRPr lang="en-GB" dirty="0" smtClean="0"/>
            </a:lvl3pPr>
            <a:lvl4pPr>
              <a:lnSpc>
                <a:spcPct val="80000"/>
              </a:lnSpc>
              <a:defRPr lang="en-GB" dirty="0" smtClean="0"/>
            </a:lvl4pPr>
            <a:lvl5pPr>
              <a:lnSpc>
                <a:spcPct val="80000"/>
              </a:lnSpc>
              <a:defRPr lang="en-GB" dirty="0"/>
            </a:lvl5pPr>
          </a:lstStyle>
          <a:p>
            <a:pPr lvl="0"/>
            <a:r>
              <a:rPr lang="en-GB"/>
              <a:t>Key text</a:t>
            </a:r>
          </a:p>
        </p:txBody>
      </p:sp>
      <p:sp>
        <p:nvSpPr>
          <p:cNvPr id="13" name="Text Placeholder 5">
            <a:extLst>
              <a:ext uri="{FF2B5EF4-FFF2-40B4-BE49-F238E27FC236}">
                <a16:creationId xmlns:a16="http://schemas.microsoft.com/office/drawing/2014/main" id="{C02A894D-CD72-8370-90B3-68756CDFCBE0}"/>
              </a:ext>
            </a:extLst>
          </p:cNvPr>
          <p:cNvSpPr>
            <a:spLocks noGrp="1"/>
          </p:cNvSpPr>
          <p:nvPr>
            <p:ph type="body" sz="quarter" idx="15" hasCustomPrompt="1"/>
          </p:nvPr>
        </p:nvSpPr>
        <p:spPr>
          <a:xfrm>
            <a:off x="1266825" y="4377028"/>
            <a:ext cx="4754562" cy="911019"/>
          </a:xfrm>
        </p:spPr>
        <p:txBody>
          <a:bodyPr wrap="square" anchor="ctr">
            <a:spAutoFit/>
          </a:bodyPr>
          <a:lstStyle>
            <a:lvl1pPr>
              <a:lnSpc>
                <a:spcPct val="80000"/>
              </a:lnSpc>
              <a:defRPr sz="7400" b="0" i="0">
                <a:solidFill>
                  <a:schemeClr val="accent1"/>
                </a:solidFill>
                <a:latin typeface="+mj-lt"/>
              </a:defRPr>
            </a:lvl1pPr>
            <a:lvl2pPr>
              <a:lnSpc>
                <a:spcPct val="80000"/>
              </a:lnSpc>
              <a:defRPr lang="en-GB" dirty="0" smtClean="0"/>
            </a:lvl2pPr>
            <a:lvl3pPr>
              <a:lnSpc>
                <a:spcPct val="80000"/>
              </a:lnSpc>
              <a:defRPr lang="en-GB" dirty="0" smtClean="0"/>
            </a:lvl3pPr>
            <a:lvl4pPr>
              <a:lnSpc>
                <a:spcPct val="80000"/>
              </a:lnSpc>
              <a:defRPr lang="en-GB" dirty="0" smtClean="0"/>
            </a:lvl4pPr>
            <a:lvl5pPr>
              <a:lnSpc>
                <a:spcPct val="80000"/>
              </a:lnSpc>
              <a:defRPr lang="en-GB" dirty="0"/>
            </a:lvl5pPr>
          </a:lstStyle>
          <a:p>
            <a:pPr lvl="0"/>
            <a:r>
              <a:rPr lang="en-GB"/>
              <a:t>goes here</a:t>
            </a:r>
          </a:p>
        </p:txBody>
      </p:sp>
    </p:spTree>
    <p:extLst>
      <p:ext uri="{BB962C8B-B14F-4D97-AF65-F5344CB8AC3E}">
        <p14:creationId xmlns:p14="http://schemas.microsoft.com/office/powerpoint/2010/main" val="207974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63" presetClass="path" presetSubtype="0" accel="50000" decel="50000" fill="hold" grpId="1" nodeType="withEffect">
                                  <p:stCondLst>
                                    <p:cond delay="0"/>
                                  </p:stCondLst>
                                  <p:childTnLst>
                                    <p:animMotion origin="layout" path="M 1.45833E-6 -4.07407E-6 L 0.03906 -4.07407E-6 " pathEditMode="relative" rAng="0" ptsTypes="AA">
                                      <p:cBhvr>
                                        <p:cTn id="9" dur="1000" spd="-100000" fill="hold"/>
                                        <p:tgtEl>
                                          <p:spTgt spid="12"/>
                                        </p:tgtEl>
                                        <p:attrNameLst>
                                          <p:attrName>ppt_x</p:attrName>
                                          <p:attrName>ppt_y</p:attrName>
                                        </p:attrNameLst>
                                      </p:cBhvr>
                                      <p:rCtr x="1953" y="0"/>
                                    </p:animMotion>
                                  </p:childTnLst>
                                </p:cTn>
                              </p:par>
                              <p:par>
                                <p:cTn id="10" presetID="10"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63" presetClass="path" presetSubtype="0" accel="50000" decel="50000" fill="hold" grpId="1" nodeType="withEffect">
                                  <p:stCondLst>
                                    <p:cond delay="0"/>
                                  </p:stCondLst>
                                  <p:childTnLst>
                                    <p:animMotion origin="layout" path="M -3.33333E-6 -3.7037E-6 L -0.03437 -3.7037E-6 " pathEditMode="relative" rAng="0" ptsTypes="AA">
                                      <p:cBhvr>
                                        <p:cTn id="18" dur="1000" spd="-100000" fill="hold"/>
                                        <p:tgtEl>
                                          <p:spTgt spid="13"/>
                                        </p:tgtEl>
                                        <p:attrNameLst>
                                          <p:attrName>ppt_x</p:attrName>
                                          <p:attrName>ppt_y</p:attrName>
                                        </p:attrNameLst>
                                      </p:cBhvr>
                                      <p:rCtr x="-1719" y="0"/>
                                    </p:animMotion>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tmplLst>
          <p:tmpl>
            <p:tnLst>
              <p:par>
                <p:cTn presetID="10" presetClass="entr" presetSubtype="0" fill="hold" nodeType="after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P spid="12" grpId="1"/>
      <p:bldP spid="13" grpId="0">
        <p:tmplLst>
          <p:tmpl>
            <p:tnLst>
              <p:par>
                <p:cTn presetID="10" presetClass="entr" presetSubtype="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3" grpId="1"/>
    </p:bld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Team Slide x 1">
    <p:bg>
      <p:bgPr>
        <a:solidFill>
          <a:schemeClr val="tx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lvl1pPr>
              <a:defRPr>
                <a:solidFill>
                  <a:schemeClr val="bg1"/>
                </a:solidFill>
              </a:defRPr>
            </a:lvl1pPr>
          </a:lstStyle>
          <a:p>
            <a:fld id="{AEC8D767-5246-2244-A4A3-B8AFB218393C}" type="slidenum">
              <a:rPr lang="en-GB" smtClean="0"/>
              <a:pPr/>
              <a:t>‹#›</a:t>
            </a:fld>
            <a:endParaRPr lang="en-GB"/>
          </a:p>
        </p:txBody>
      </p:sp>
      <p:sp>
        <p:nvSpPr>
          <p:cNvPr id="23" name="Picture Placeholder 3">
            <a:extLst>
              <a:ext uri="{FF2B5EF4-FFF2-40B4-BE49-F238E27FC236}">
                <a16:creationId xmlns:a16="http://schemas.microsoft.com/office/drawing/2014/main" id="{9858E5CC-B320-8459-7BD7-5CE14C5E3AC9}"/>
              </a:ext>
            </a:extLst>
          </p:cNvPr>
          <p:cNvSpPr>
            <a:spLocks noGrp="1"/>
          </p:cNvSpPr>
          <p:nvPr>
            <p:ph type="pic" sz="quarter" idx="23" hasCustomPrompt="1"/>
          </p:nvPr>
        </p:nvSpPr>
        <p:spPr>
          <a:xfrm>
            <a:off x="6096000" y="0"/>
            <a:ext cx="6095999" cy="6858000"/>
          </a:xfrm>
          <a:solidFill>
            <a:srgbClr val="F6F3F2"/>
          </a:solidFill>
        </p:spPr>
        <p:txBody>
          <a:bodyPr vert="horz" lIns="0" tIns="0" rIns="0" bIns="0" rtlCol="0">
            <a:noAutofit/>
          </a:bodyPr>
          <a:lstStyle>
            <a:lvl1pPr>
              <a:defRPr lang="en-GB" dirty="0">
                <a:solidFill>
                  <a:schemeClr val="tx1"/>
                </a:solidFill>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4" name="Text Placeholder 10">
            <a:extLst>
              <a:ext uri="{FF2B5EF4-FFF2-40B4-BE49-F238E27FC236}">
                <a16:creationId xmlns:a16="http://schemas.microsoft.com/office/drawing/2014/main" id="{9C68E616-CAC0-EE06-D15E-AFFEF3740EFF}"/>
              </a:ext>
            </a:extLst>
          </p:cNvPr>
          <p:cNvSpPr>
            <a:spLocks noGrp="1"/>
          </p:cNvSpPr>
          <p:nvPr>
            <p:ph type="body" sz="quarter" idx="26" hasCustomPrompt="1"/>
          </p:nvPr>
        </p:nvSpPr>
        <p:spPr>
          <a:xfrm>
            <a:off x="288925" y="5000999"/>
            <a:ext cx="2795587" cy="876300"/>
          </a:xfrm>
        </p:spPr>
        <p:txBody>
          <a:bodyPr anchor="t"/>
          <a:lstStyle>
            <a:lvl1pPr>
              <a:spcBef>
                <a:spcPts val="0"/>
              </a:spcBef>
              <a:spcAft>
                <a:spcPts val="0"/>
              </a:spcAft>
              <a:defRPr lang="en-GB" sz="1400" b="1" i="0" kern="1200" dirty="0">
                <a:solidFill>
                  <a:schemeClr val="bg1"/>
                </a:solidFill>
                <a:latin typeface="Johnson Text" pitchFamily="2" charset="77"/>
                <a:ea typeface="+mn-ea"/>
                <a:cs typeface="+mn-cs"/>
              </a:defRPr>
            </a:lvl1pPr>
            <a:lvl2pPr marL="0" indent="0">
              <a:spcBef>
                <a:spcPts val="0"/>
              </a:spcBef>
              <a:spcAft>
                <a:spcPts val="0"/>
              </a:spcAft>
              <a:buNone/>
              <a:defRPr sz="1400" b="0" i="0">
                <a:solidFill>
                  <a:schemeClr val="bg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5" name="Text Placeholder 7">
            <a:extLst>
              <a:ext uri="{FF2B5EF4-FFF2-40B4-BE49-F238E27FC236}">
                <a16:creationId xmlns:a16="http://schemas.microsoft.com/office/drawing/2014/main" id="{D8DD8F62-9521-0227-75CF-0AE636418711}"/>
              </a:ext>
            </a:extLst>
          </p:cNvPr>
          <p:cNvSpPr>
            <a:spLocks noGrp="1"/>
          </p:cNvSpPr>
          <p:nvPr>
            <p:ph type="body" sz="quarter" idx="15"/>
          </p:nvPr>
        </p:nvSpPr>
        <p:spPr>
          <a:xfrm>
            <a:off x="288925" y="2338388"/>
            <a:ext cx="3778250" cy="1893887"/>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
        <p:nvSpPr>
          <p:cNvPr id="9" name="Title 7">
            <a:extLst>
              <a:ext uri="{FF2B5EF4-FFF2-40B4-BE49-F238E27FC236}">
                <a16:creationId xmlns:a16="http://schemas.microsoft.com/office/drawing/2014/main" id="{B09A4C51-350E-EA65-5ABE-B10E6D298CF1}"/>
              </a:ext>
            </a:extLst>
          </p:cNvPr>
          <p:cNvSpPr>
            <a:spLocks noGrp="1"/>
          </p:cNvSpPr>
          <p:nvPr>
            <p:ph type="title" hasCustomPrompt="1"/>
          </p:nvPr>
        </p:nvSpPr>
        <p:spPr>
          <a:xfrm>
            <a:off x="288303" y="262800"/>
            <a:ext cx="5733085" cy="468590"/>
          </a:xfrm>
        </p:spPr>
        <p:txBody>
          <a:bodyPr/>
          <a:lstStyle>
            <a:lvl1pPr>
              <a:defRPr>
                <a:solidFill>
                  <a:schemeClr val="bg1"/>
                </a:solidFill>
              </a:defRPr>
            </a:lvl1pPr>
          </a:lstStyle>
          <a:p>
            <a:r>
              <a:rPr lang="en-US"/>
              <a:t>Master title style</a:t>
            </a:r>
            <a:endParaRPr lang="en-GB"/>
          </a:p>
        </p:txBody>
      </p:sp>
      <p:sp>
        <p:nvSpPr>
          <p:cNvPr id="2" name="Subtitle 2">
            <a:extLst>
              <a:ext uri="{FF2B5EF4-FFF2-40B4-BE49-F238E27FC236}">
                <a16:creationId xmlns:a16="http://schemas.microsoft.com/office/drawing/2014/main" id="{5751BFC5-7E94-8966-6D2A-5204BCB942D2}"/>
              </a:ext>
            </a:extLst>
          </p:cNvPr>
          <p:cNvSpPr>
            <a:spLocks noGrp="1"/>
          </p:cNvSpPr>
          <p:nvPr>
            <p:ph type="subTitle" idx="16" hasCustomPrompt="1"/>
          </p:nvPr>
        </p:nvSpPr>
        <p:spPr>
          <a:xfrm>
            <a:off x="288302" y="713620"/>
            <a:ext cx="5733085" cy="292965"/>
          </a:xfrm>
        </p:spPr>
        <p:txBody>
          <a:bodyPr vert="horz" wrap="square" lIns="0" tIns="0" rIns="0" bIns="0" rtlCol="0" anchor="t">
            <a:spAutoFit/>
          </a:bodyPr>
          <a:lstStyle>
            <a:lvl1pPr>
              <a:defRPr lang="en-GB" b="1" dirty="0">
                <a:solidFill>
                  <a:schemeClr val="bg1"/>
                </a:solidFill>
              </a:defRPr>
            </a:lvl1pPr>
          </a:lstStyle>
          <a:p>
            <a:pPr lvl="0">
              <a:spcBef>
                <a:spcPts val="0"/>
              </a:spcBef>
              <a:spcAft>
                <a:spcPts val="0"/>
              </a:spcAft>
            </a:pPr>
            <a:r>
              <a:rPr lang="en-GB"/>
              <a:t>Subtitle goes here if required</a:t>
            </a:r>
          </a:p>
        </p:txBody>
      </p:sp>
      <p:sp>
        <p:nvSpPr>
          <p:cNvPr id="11" name="Graphic 8">
            <a:extLst>
              <a:ext uri="{FF2B5EF4-FFF2-40B4-BE49-F238E27FC236}">
                <a16:creationId xmlns:a16="http://schemas.microsoft.com/office/drawing/2014/main" id="{7D4F0C08-E03B-66AE-1CCB-C718FD31011D}"/>
              </a:ext>
            </a:extLst>
          </p:cNvPr>
          <p:cNvSpPr>
            <a:spLocks noChangeAspect="1"/>
          </p:cNvSpPr>
          <p:nvPr userDrawn="1"/>
        </p:nvSpPr>
        <p:spPr>
          <a:xfrm>
            <a:off x="288304" y="6417655"/>
            <a:ext cx="1159200" cy="144618"/>
          </a:xfrm>
          <a:custGeom>
            <a:avLst/>
            <a:gdLst>
              <a:gd name="connsiteX0" fmla="*/ 5490245 w 10740954"/>
              <a:gd name="connsiteY0" fmla="*/ 754143 h 1339999"/>
              <a:gd name="connsiteX1" fmla="*/ 5740115 w 10740954"/>
              <a:gd name="connsiteY1" fmla="*/ 501451 h 1339999"/>
              <a:gd name="connsiteX2" fmla="*/ 5964018 w 10740954"/>
              <a:gd name="connsiteY2" fmla="*/ 754143 h 1339999"/>
              <a:gd name="connsiteX3" fmla="*/ 5490245 w 10740954"/>
              <a:gd name="connsiteY3" fmla="*/ 754143 h 1339999"/>
              <a:gd name="connsiteX4" fmla="*/ 5739850 w 10740954"/>
              <a:gd name="connsiteY4" fmla="*/ 377202 h 1339999"/>
              <a:gd name="connsiteX5" fmla="*/ 5325432 w 10740954"/>
              <a:gd name="connsiteY5" fmla="*/ 860567 h 1339999"/>
              <a:gd name="connsiteX6" fmla="*/ 5739850 w 10740954"/>
              <a:gd name="connsiteY6" fmla="*/ 1329252 h 1339999"/>
              <a:gd name="connsiteX7" fmla="*/ 6117437 w 10740954"/>
              <a:gd name="connsiteY7" fmla="*/ 1030950 h 1339999"/>
              <a:gd name="connsiteX8" fmla="*/ 5976736 w 10740954"/>
              <a:gd name="connsiteY8" fmla="*/ 994252 h 1339999"/>
              <a:gd name="connsiteX9" fmla="*/ 5754689 w 10740954"/>
              <a:gd name="connsiteY9" fmla="*/ 1201071 h 1339999"/>
              <a:gd name="connsiteX10" fmla="*/ 5484416 w 10740954"/>
              <a:gd name="connsiteY10" fmla="*/ 862402 h 1339999"/>
              <a:gd name="connsiteX11" fmla="*/ 6119027 w 10740954"/>
              <a:gd name="connsiteY11" fmla="*/ 862402 h 1339999"/>
              <a:gd name="connsiteX12" fmla="*/ 6119027 w 10740954"/>
              <a:gd name="connsiteY12" fmla="*/ 811025 h 1339999"/>
              <a:gd name="connsiteX13" fmla="*/ 5739850 w 10740954"/>
              <a:gd name="connsiteY13" fmla="*/ 377202 h 1339999"/>
              <a:gd name="connsiteX14" fmla="*/ 8274584 w 10740954"/>
              <a:gd name="connsiteY14" fmla="*/ 754143 h 1339999"/>
              <a:gd name="connsiteX15" fmla="*/ 8524454 w 10740954"/>
              <a:gd name="connsiteY15" fmla="*/ 501451 h 1339999"/>
              <a:gd name="connsiteX16" fmla="*/ 8748356 w 10740954"/>
              <a:gd name="connsiteY16" fmla="*/ 754143 h 1339999"/>
              <a:gd name="connsiteX17" fmla="*/ 8274584 w 10740954"/>
              <a:gd name="connsiteY17" fmla="*/ 754143 h 1339999"/>
              <a:gd name="connsiteX18" fmla="*/ 8524454 w 10740954"/>
              <a:gd name="connsiteY18" fmla="*/ 377202 h 1339999"/>
              <a:gd name="connsiteX19" fmla="*/ 8110035 w 10740954"/>
              <a:gd name="connsiteY19" fmla="*/ 860567 h 1339999"/>
              <a:gd name="connsiteX20" fmla="*/ 8524454 w 10740954"/>
              <a:gd name="connsiteY20" fmla="*/ 1329252 h 1339999"/>
              <a:gd name="connsiteX21" fmla="*/ 8902041 w 10740954"/>
              <a:gd name="connsiteY21" fmla="*/ 1030950 h 1339999"/>
              <a:gd name="connsiteX22" fmla="*/ 8761340 w 10740954"/>
              <a:gd name="connsiteY22" fmla="*/ 994252 h 1339999"/>
              <a:gd name="connsiteX23" fmla="*/ 8539292 w 10740954"/>
              <a:gd name="connsiteY23" fmla="*/ 1201071 h 1339999"/>
              <a:gd name="connsiteX24" fmla="*/ 8269019 w 10740954"/>
              <a:gd name="connsiteY24" fmla="*/ 862402 h 1339999"/>
              <a:gd name="connsiteX25" fmla="*/ 8903630 w 10740954"/>
              <a:gd name="connsiteY25" fmla="*/ 862402 h 1339999"/>
              <a:gd name="connsiteX26" fmla="*/ 8903630 w 10740954"/>
              <a:gd name="connsiteY26" fmla="*/ 811025 h 1339999"/>
              <a:gd name="connsiteX27" fmla="*/ 8524454 w 10740954"/>
              <a:gd name="connsiteY27" fmla="*/ 377202 h 1339999"/>
              <a:gd name="connsiteX28" fmla="*/ 9484716 w 10740954"/>
              <a:gd name="connsiteY28" fmla="*/ 377202 h 1339999"/>
              <a:gd name="connsiteX29" fmla="*/ 9059169 w 10740954"/>
              <a:gd name="connsiteY29" fmla="*/ 862402 h 1339999"/>
              <a:gd name="connsiteX30" fmla="*/ 9477297 w 10740954"/>
              <a:gd name="connsiteY30" fmla="*/ 1329252 h 1339999"/>
              <a:gd name="connsiteX31" fmla="*/ 9856739 w 10740954"/>
              <a:gd name="connsiteY31" fmla="*/ 1003427 h 1339999"/>
              <a:gd name="connsiteX32" fmla="*/ 9710473 w 10740954"/>
              <a:gd name="connsiteY32" fmla="*/ 968564 h 1339999"/>
              <a:gd name="connsiteX33" fmla="*/ 9488426 w 10740954"/>
              <a:gd name="connsiteY33" fmla="*/ 1199236 h 1339999"/>
              <a:gd name="connsiteX34" fmla="*/ 9220008 w 10740954"/>
              <a:gd name="connsiteY34" fmla="*/ 851392 h 1339999"/>
              <a:gd name="connsiteX35" fmla="*/ 9481006 w 10740954"/>
              <a:gd name="connsiteY35" fmla="*/ 507218 h 1339999"/>
              <a:gd name="connsiteX36" fmla="*/ 9710473 w 10740954"/>
              <a:gd name="connsiteY36" fmla="*/ 726881 h 1339999"/>
              <a:gd name="connsiteX37" fmla="*/ 9856739 w 10740954"/>
              <a:gd name="connsiteY37" fmla="*/ 692018 h 1339999"/>
              <a:gd name="connsiteX38" fmla="*/ 9484716 w 10740954"/>
              <a:gd name="connsiteY38" fmla="*/ 377202 h 1339999"/>
              <a:gd name="connsiteX39" fmla="*/ 5112923 w 10740954"/>
              <a:gd name="connsiteY39" fmla="*/ 29358 h 1339999"/>
              <a:gd name="connsiteX40" fmla="*/ 4868618 w 10740954"/>
              <a:gd name="connsiteY40" fmla="*/ 29358 h 1339999"/>
              <a:gd name="connsiteX41" fmla="*/ 4485467 w 10740954"/>
              <a:gd name="connsiteY41" fmla="*/ 1061881 h 1339999"/>
              <a:gd name="connsiteX42" fmla="*/ 4100726 w 10740954"/>
              <a:gd name="connsiteY42" fmla="*/ 29358 h 1339999"/>
              <a:gd name="connsiteX43" fmla="*/ 3845291 w 10740954"/>
              <a:gd name="connsiteY43" fmla="*/ 29358 h 1339999"/>
              <a:gd name="connsiteX44" fmla="*/ 3845291 w 10740954"/>
              <a:gd name="connsiteY44" fmla="*/ 1310641 h 1339999"/>
              <a:gd name="connsiteX45" fmla="*/ 4006130 w 10740954"/>
              <a:gd name="connsiteY45" fmla="*/ 1310641 h 1339999"/>
              <a:gd name="connsiteX46" fmla="*/ 4006130 w 10740954"/>
              <a:gd name="connsiteY46" fmla="*/ 206819 h 1339999"/>
              <a:gd name="connsiteX47" fmla="*/ 4418694 w 10740954"/>
              <a:gd name="connsiteY47" fmla="*/ 1310641 h 1339999"/>
              <a:gd name="connsiteX48" fmla="*/ 4542701 w 10740954"/>
              <a:gd name="connsiteY48" fmla="*/ 1310641 h 1339999"/>
              <a:gd name="connsiteX49" fmla="*/ 4951820 w 10740954"/>
              <a:gd name="connsiteY49" fmla="*/ 204984 h 1339999"/>
              <a:gd name="connsiteX50" fmla="*/ 4951820 w 10740954"/>
              <a:gd name="connsiteY50" fmla="*/ 1310641 h 1339999"/>
              <a:gd name="connsiteX51" fmla="*/ 5112923 w 10740954"/>
              <a:gd name="connsiteY51" fmla="*/ 1310641 h 1339999"/>
              <a:gd name="connsiteX52" fmla="*/ 5112923 w 10740954"/>
              <a:gd name="connsiteY52" fmla="*/ 29358 h 1339999"/>
              <a:gd name="connsiteX53" fmla="*/ 6688984 w 10740954"/>
              <a:gd name="connsiteY53" fmla="*/ 1198974 h 1339999"/>
              <a:gd name="connsiteX54" fmla="*/ 6435405 w 10740954"/>
              <a:gd name="connsiteY54" fmla="*/ 852965 h 1339999"/>
              <a:gd name="connsiteX55" fmla="*/ 6688984 w 10740954"/>
              <a:gd name="connsiteY55" fmla="*/ 506956 h 1339999"/>
              <a:gd name="connsiteX56" fmla="*/ 6942564 w 10740954"/>
              <a:gd name="connsiteY56" fmla="*/ 852965 h 1339999"/>
              <a:gd name="connsiteX57" fmla="*/ 6688984 w 10740954"/>
              <a:gd name="connsiteY57" fmla="*/ 1198974 h 1339999"/>
              <a:gd name="connsiteX58" fmla="*/ 7092538 w 10740954"/>
              <a:gd name="connsiteY58" fmla="*/ 29358 h 1339999"/>
              <a:gd name="connsiteX59" fmla="*/ 6938854 w 10740954"/>
              <a:gd name="connsiteY59" fmla="*/ 29358 h 1339999"/>
              <a:gd name="connsiteX60" fmla="*/ 6938854 w 10740954"/>
              <a:gd name="connsiteY60" fmla="*/ 571177 h 1339999"/>
              <a:gd name="connsiteX61" fmla="*/ 6663017 w 10740954"/>
              <a:gd name="connsiteY61" fmla="*/ 377202 h 1339999"/>
              <a:gd name="connsiteX62" fmla="*/ 6274301 w 10740954"/>
              <a:gd name="connsiteY62" fmla="*/ 858732 h 1339999"/>
              <a:gd name="connsiteX63" fmla="*/ 6650033 w 10740954"/>
              <a:gd name="connsiteY63" fmla="*/ 1329252 h 1339999"/>
              <a:gd name="connsiteX64" fmla="*/ 6938854 w 10740954"/>
              <a:gd name="connsiteY64" fmla="*/ 1126103 h 1339999"/>
              <a:gd name="connsiteX65" fmla="*/ 6938854 w 10740954"/>
              <a:gd name="connsiteY65" fmla="*/ 1195567 h 1339999"/>
              <a:gd name="connsiteX66" fmla="*/ 6948128 w 10740954"/>
              <a:gd name="connsiteY66" fmla="*/ 1310903 h 1339999"/>
              <a:gd name="connsiteX67" fmla="*/ 7103667 w 10740954"/>
              <a:gd name="connsiteY67" fmla="*/ 1310903 h 1339999"/>
              <a:gd name="connsiteX68" fmla="*/ 7092538 w 10740954"/>
              <a:gd name="connsiteY68" fmla="*/ 1120598 h 1339999"/>
              <a:gd name="connsiteX69" fmla="*/ 7092538 w 10740954"/>
              <a:gd name="connsiteY69" fmla="*/ 29358 h 1339999"/>
              <a:gd name="connsiteX70" fmla="*/ 8258155 w 10740954"/>
              <a:gd name="connsiteY70" fmla="*/ 29358 h 1339999"/>
              <a:gd name="connsiteX71" fmla="*/ 7258942 w 10740954"/>
              <a:gd name="connsiteY71" fmla="*/ 29358 h 1339999"/>
              <a:gd name="connsiteX72" fmla="*/ 7258942 w 10740954"/>
              <a:gd name="connsiteY72" fmla="*/ 163044 h 1339999"/>
              <a:gd name="connsiteX73" fmla="*/ 7678924 w 10740954"/>
              <a:gd name="connsiteY73" fmla="*/ 163044 h 1339999"/>
              <a:gd name="connsiteX74" fmla="*/ 7678924 w 10740954"/>
              <a:gd name="connsiteY74" fmla="*/ 1310903 h 1339999"/>
              <a:gd name="connsiteX75" fmla="*/ 7840028 w 10740954"/>
              <a:gd name="connsiteY75" fmla="*/ 1310903 h 1339999"/>
              <a:gd name="connsiteX76" fmla="*/ 7840028 w 10740954"/>
              <a:gd name="connsiteY76" fmla="*/ 163044 h 1339999"/>
              <a:gd name="connsiteX77" fmla="*/ 8258155 w 10740954"/>
              <a:gd name="connsiteY77" fmla="*/ 163044 h 1339999"/>
              <a:gd name="connsiteX78" fmla="*/ 8258155 w 10740954"/>
              <a:gd name="connsiteY78" fmla="*/ 29358 h 1339999"/>
              <a:gd name="connsiteX79" fmla="*/ 10185835 w 10740954"/>
              <a:gd name="connsiteY79" fmla="*/ 29358 h 1339999"/>
              <a:gd name="connsiteX80" fmla="*/ 10032151 w 10740954"/>
              <a:gd name="connsiteY80" fmla="*/ 29358 h 1339999"/>
              <a:gd name="connsiteX81" fmla="*/ 10032151 w 10740954"/>
              <a:gd name="connsiteY81" fmla="*/ 1310641 h 1339999"/>
              <a:gd name="connsiteX82" fmla="*/ 10185835 w 10740954"/>
              <a:gd name="connsiteY82" fmla="*/ 1310641 h 1339999"/>
              <a:gd name="connsiteX83" fmla="*/ 10185835 w 10740954"/>
              <a:gd name="connsiteY83" fmla="*/ 708532 h 1339999"/>
              <a:gd name="connsiteX84" fmla="*/ 10387480 w 10740954"/>
              <a:gd name="connsiteY84" fmla="*/ 494374 h 1339999"/>
              <a:gd name="connsiteX85" fmla="*/ 10587270 w 10740954"/>
              <a:gd name="connsiteY85" fmla="*/ 708532 h 1339999"/>
              <a:gd name="connsiteX86" fmla="*/ 10587270 w 10740954"/>
              <a:gd name="connsiteY86" fmla="*/ 1310903 h 1339999"/>
              <a:gd name="connsiteX87" fmla="*/ 10740955 w 10740954"/>
              <a:gd name="connsiteY87" fmla="*/ 1310903 h 1339999"/>
              <a:gd name="connsiteX88" fmla="*/ 10740955 w 10740954"/>
              <a:gd name="connsiteY88" fmla="*/ 677339 h 1339999"/>
              <a:gd name="connsiteX89" fmla="*/ 10443125 w 10740954"/>
              <a:gd name="connsiteY89" fmla="*/ 377202 h 1339999"/>
              <a:gd name="connsiteX90" fmla="*/ 10185835 w 10740954"/>
              <a:gd name="connsiteY90" fmla="*/ 536576 h 1339999"/>
              <a:gd name="connsiteX91" fmla="*/ 10185835 w 10740954"/>
              <a:gd name="connsiteY91" fmla="*/ 29358 h 1339999"/>
              <a:gd name="connsiteX92" fmla="*/ 2759431 w 10740954"/>
              <a:gd name="connsiteY92" fmla="*/ 1339999 h 1339999"/>
              <a:gd name="connsiteX93" fmla="*/ 3188688 w 10740954"/>
              <a:gd name="connsiteY93" fmla="*/ 917186 h 1339999"/>
              <a:gd name="connsiteX94" fmla="*/ 3188688 w 10740954"/>
              <a:gd name="connsiteY94" fmla="*/ 29358 h 1339999"/>
              <a:gd name="connsiteX95" fmla="*/ 2959221 w 10740954"/>
              <a:gd name="connsiteY95" fmla="*/ 29358 h 1339999"/>
              <a:gd name="connsiteX96" fmla="*/ 2959221 w 10740954"/>
              <a:gd name="connsiteY96" fmla="*/ 975903 h 1339999"/>
              <a:gd name="connsiteX97" fmla="*/ 2759431 w 10740954"/>
              <a:gd name="connsiteY97" fmla="*/ 1221255 h 1339999"/>
              <a:gd name="connsiteX98" fmla="*/ 2559641 w 10740954"/>
              <a:gd name="connsiteY98" fmla="*/ 957554 h 1339999"/>
              <a:gd name="connsiteX99" fmla="*/ 2559641 w 10740954"/>
              <a:gd name="connsiteY99" fmla="*/ 781928 h 1339999"/>
              <a:gd name="connsiteX100" fmla="*/ 2330175 w 10740954"/>
              <a:gd name="connsiteY100" fmla="*/ 838548 h 1339999"/>
              <a:gd name="connsiteX101" fmla="*/ 2330175 w 10740954"/>
              <a:gd name="connsiteY101" fmla="*/ 917186 h 1339999"/>
              <a:gd name="connsiteX102" fmla="*/ 2759431 w 10740954"/>
              <a:gd name="connsiteY102" fmla="*/ 1339999 h 1339999"/>
              <a:gd name="connsiteX103" fmla="*/ 1537905 w 10740954"/>
              <a:gd name="connsiteY103" fmla="*/ 1206314 h 1339999"/>
              <a:gd name="connsiteX104" fmla="*/ 1251204 w 10740954"/>
              <a:gd name="connsiteY104" fmla="*/ 911682 h 1339999"/>
              <a:gd name="connsiteX105" fmla="*/ 1364082 w 10740954"/>
              <a:gd name="connsiteY105" fmla="*/ 679174 h 1339999"/>
              <a:gd name="connsiteX106" fmla="*/ 1782210 w 10740954"/>
              <a:gd name="connsiteY106" fmla="*/ 1131345 h 1339999"/>
              <a:gd name="connsiteX107" fmla="*/ 1537905 w 10740954"/>
              <a:gd name="connsiteY107" fmla="*/ 1206314 h 1339999"/>
              <a:gd name="connsiteX108" fmla="*/ 1761807 w 10740954"/>
              <a:gd name="connsiteY108" fmla="*/ 550993 h 1339999"/>
              <a:gd name="connsiteX109" fmla="*/ 2004258 w 10740954"/>
              <a:gd name="connsiteY109" fmla="*/ 785336 h 1339999"/>
              <a:gd name="connsiteX110" fmla="*/ 1945168 w 10740954"/>
              <a:gd name="connsiteY110" fmla="*/ 981146 h 1339999"/>
              <a:gd name="connsiteX111" fmla="*/ 1582420 w 10740954"/>
              <a:gd name="connsiteY111" fmla="*/ 585856 h 1339999"/>
              <a:gd name="connsiteX112" fmla="*/ 1761807 w 10740954"/>
              <a:gd name="connsiteY112" fmla="*/ 550993 h 1339999"/>
              <a:gd name="connsiteX113" fmla="*/ 1537905 w 10740954"/>
              <a:gd name="connsiteY113" fmla="*/ 96987 h 1339999"/>
              <a:gd name="connsiteX114" fmla="*/ 1711727 w 10740954"/>
              <a:gd name="connsiteY114" fmla="*/ 272613 h 1339999"/>
              <a:gd name="connsiteX115" fmla="*/ 1532340 w 10740954"/>
              <a:gd name="connsiteY115" fmla="*/ 532644 h 1339999"/>
              <a:gd name="connsiteX116" fmla="*/ 1452848 w 10740954"/>
              <a:gd name="connsiteY116" fmla="*/ 444831 h 1339999"/>
              <a:gd name="connsiteX117" fmla="*/ 1362227 w 10740954"/>
              <a:gd name="connsiteY117" fmla="*/ 263701 h 1339999"/>
              <a:gd name="connsiteX118" fmla="*/ 1537905 w 10740954"/>
              <a:gd name="connsiteY118" fmla="*/ 96987 h 1339999"/>
              <a:gd name="connsiteX119" fmla="*/ 2002403 w 10740954"/>
              <a:gd name="connsiteY119" fmla="*/ 1043532 h 1339999"/>
              <a:gd name="connsiteX120" fmla="*/ 2159797 w 10740954"/>
              <a:gd name="connsiteY120" fmla="*/ 686514 h 1339999"/>
              <a:gd name="connsiteX121" fmla="*/ 1917346 w 10740954"/>
              <a:gd name="connsiteY121" fmla="*/ 454006 h 1339999"/>
              <a:gd name="connsiteX122" fmla="*/ 1695299 w 10740954"/>
              <a:gd name="connsiteY122" fmla="*/ 498044 h 1339999"/>
              <a:gd name="connsiteX123" fmla="*/ 1691589 w 10740954"/>
              <a:gd name="connsiteY123" fmla="*/ 490704 h 1339999"/>
              <a:gd name="connsiteX124" fmla="*/ 1891379 w 10740954"/>
              <a:gd name="connsiteY124" fmla="*/ 249022 h 1339999"/>
              <a:gd name="connsiteX125" fmla="*/ 1543469 w 10740954"/>
              <a:gd name="connsiteY125" fmla="*/ 0 h 1339999"/>
              <a:gd name="connsiteX126" fmla="*/ 1162173 w 10740954"/>
              <a:gd name="connsiteY126" fmla="*/ 316651 h 1339999"/>
              <a:gd name="connsiteX127" fmla="*/ 1310293 w 10740954"/>
              <a:gd name="connsiteY127" fmla="*/ 622292 h 1339999"/>
              <a:gd name="connsiteX128" fmla="*/ 1312147 w 10740954"/>
              <a:gd name="connsiteY128" fmla="*/ 625962 h 1339999"/>
              <a:gd name="connsiteX129" fmla="*/ 1047439 w 10740954"/>
              <a:gd name="connsiteY129" fmla="*/ 993990 h 1339999"/>
              <a:gd name="connsiteX130" fmla="*/ 1419462 w 10740954"/>
              <a:gd name="connsiteY130" fmla="*/ 1339999 h 1339999"/>
              <a:gd name="connsiteX131" fmla="*/ 1837589 w 10740954"/>
              <a:gd name="connsiteY131" fmla="*/ 1191635 h 1339999"/>
              <a:gd name="connsiteX132" fmla="*/ 1948613 w 10740954"/>
              <a:gd name="connsiteY132" fmla="*/ 1310641 h 1339999"/>
              <a:gd name="connsiteX133" fmla="*/ 2239024 w 10740954"/>
              <a:gd name="connsiteY133" fmla="*/ 1310641 h 1339999"/>
              <a:gd name="connsiteX134" fmla="*/ 2239024 w 10740954"/>
              <a:gd name="connsiteY134" fmla="*/ 1301466 h 1339999"/>
              <a:gd name="connsiteX135" fmla="*/ 2002403 w 10740954"/>
              <a:gd name="connsiteY135" fmla="*/ 1043532 h 1339999"/>
              <a:gd name="connsiteX136" fmla="*/ 429257 w 10740954"/>
              <a:gd name="connsiteY136" fmla="*/ 1339999 h 1339999"/>
              <a:gd name="connsiteX137" fmla="*/ 858513 w 10740954"/>
              <a:gd name="connsiteY137" fmla="*/ 917186 h 1339999"/>
              <a:gd name="connsiteX138" fmla="*/ 858513 w 10740954"/>
              <a:gd name="connsiteY138" fmla="*/ 29358 h 1339999"/>
              <a:gd name="connsiteX139" fmla="*/ 629046 w 10740954"/>
              <a:gd name="connsiteY139" fmla="*/ 29358 h 1339999"/>
              <a:gd name="connsiteX140" fmla="*/ 629046 w 10740954"/>
              <a:gd name="connsiteY140" fmla="*/ 975903 h 1339999"/>
              <a:gd name="connsiteX141" fmla="*/ 429257 w 10740954"/>
              <a:gd name="connsiteY141" fmla="*/ 1221255 h 1339999"/>
              <a:gd name="connsiteX142" fmla="*/ 229467 w 10740954"/>
              <a:gd name="connsiteY142" fmla="*/ 957554 h 1339999"/>
              <a:gd name="connsiteX143" fmla="*/ 229467 w 10740954"/>
              <a:gd name="connsiteY143" fmla="*/ 781928 h 1339999"/>
              <a:gd name="connsiteX144" fmla="*/ 0 w 10740954"/>
              <a:gd name="connsiteY144" fmla="*/ 838548 h 1339999"/>
              <a:gd name="connsiteX145" fmla="*/ 0 w 10740954"/>
              <a:gd name="connsiteY145" fmla="*/ 917186 h 1339999"/>
              <a:gd name="connsiteX146" fmla="*/ 429257 w 10740954"/>
              <a:gd name="connsiteY146" fmla="*/ 1339999 h 133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0740954" h="1339999">
                <a:moveTo>
                  <a:pt x="5490245" y="754143"/>
                </a:moveTo>
                <a:cubicBezTo>
                  <a:pt x="5510648" y="592934"/>
                  <a:pt x="5593850" y="501451"/>
                  <a:pt x="5740115" y="501451"/>
                </a:cubicBezTo>
                <a:cubicBezTo>
                  <a:pt x="5878961" y="501451"/>
                  <a:pt x="5960308" y="583759"/>
                  <a:pt x="5964018" y="754143"/>
                </a:cubicBezTo>
                <a:lnTo>
                  <a:pt x="5490245" y="754143"/>
                </a:lnTo>
                <a:moveTo>
                  <a:pt x="5739850" y="377202"/>
                </a:moveTo>
                <a:cubicBezTo>
                  <a:pt x="5495545" y="377202"/>
                  <a:pt x="5325432" y="547586"/>
                  <a:pt x="5325432" y="860567"/>
                </a:cubicBezTo>
                <a:cubicBezTo>
                  <a:pt x="5325432" y="1160704"/>
                  <a:pt x="5482826" y="1329252"/>
                  <a:pt x="5739850" y="1329252"/>
                </a:cubicBezTo>
                <a:cubicBezTo>
                  <a:pt x="5950769" y="1329252"/>
                  <a:pt x="6084050" y="1210246"/>
                  <a:pt x="6117437" y="1030950"/>
                </a:cubicBezTo>
                <a:lnTo>
                  <a:pt x="5976736" y="994252"/>
                </a:lnTo>
                <a:cubicBezTo>
                  <a:pt x="5952624" y="1148121"/>
                  <a:pt x="5869422" y="1201071"/>
                  <a:pt x="5754689" y="1201071"/>
                </a:cubicBezTo>
                <a:cubicBezTo>
                  <a:pt x="5571592" y="1201071"/>
                  <a:pt x="5489981" y="1067386"/>
                  <a:pt x="5484416" y="862402"/>
                </a:cubicBezTo>
                <a:lnTo>
                  <a:pt x="6119027" y="862402"/>
                </a:lnTo>
                <a:lnTo>
                  <a:pt x="6119027" y="811025"/>
                </a:lnTo>
                <a:cubicBezTo>
                  <a:pt x="6119292" y="490704"/>
                  <a:pt x="5943615" y="377202"/>
                  <a:pt x="5739850" y="377202"/>
                </a:cubicBezTo>
                <a:moveTo>
                  <a:pt x="8274584" y="754143"/>
                </a:moveTo>
                <a:cubicBezTo>
                  <a:pt x="8294987" y="592934"/>
                  <a:pt x="8378188" y="501451"/>
                  <a:pt x="8524454" y="501451"/>
                </a:cubicBezTo>
                <a:cubicBezTo>
                  <a:pt x="8663299" y="501451"/>
                  <a:pt x="8744646" y="583759"/>
                  <a:pt x="8748356" y="754143"/>
                </a:cubicBezTo>
                <a:lnTo>
                  <a:pt x="8274584" y="754143"/>
                </a:lnTo>
                <a:moveTo>
                  <a:pt x="8524454" y="377202"/>
                </a:moveTo>
                <a:cubicBezTo>
                  <a:pt x="8280149" y="377202"/>
                  <a:pt x="8110035" y="547586"/>
                  <a:pt x="8110035" y="860567"/>
                </a:cubicBezTo>
                <a:cubicBezTo>
                  <a:pt x="8110035" y="1160704"/>
                  <a:pt x="8267430" y="1329252"/>
                  <a:pt x="8524454" y="1329252"/>
                </a:cubicBezTo>
                <a:cubicBezTo>
                  <a:pt x="8735372" y="1329252"/>
                  <a:pt x="8868654" y="1210246"/>
                  <a:pt x="8902041" y="1030950"/>
                </a:cubicBezTo>
                <a:lnTo>
                  <a:pt x="8761340" y="994252"/>
                </a:lnTo>
                <a:cubicBezTo>
                  <a:pt x="8737227" y="1148121"/>
                  <a:pt x="8654025" y="1201071"/>
                  <a:pt x="8539292" y="1201071"/>
                </a:cubicBezTo>
                <a:cubicBezTo>
                  <a:pt x="8356196" y="1201071"/>
                  <a:pt x="8274584" y="1067386"/>
                  <a:pt x="8269019" y="862402"/>
                </a:cubicBezTo>
                <a:lnTo>
                  <a:pt x="8903630" y="862402"/>
                </a:lnTo>
                <a:lnTo>
                  <a:pt x="8903630" y="811025"/>
                </a:lnTo>
                <a:cubicBezTo>
                  <a:pt x="8903895" y="490704"/>
                  <a:pt x="8727953" y="377202"/>
                  <a:pt x="8524454" y="377202"/>
                </a:cubicBezTo>
                <a:moveTo>
                  <a:pt x="9484716" y="377202"/>
                </a:moveTo>
                <a:cubicBezTo>
                  <a:pt x="9231137" y="377202"/>
                  <a:pt x="9059169" y="552828"/>
                  <a:pt x="9059169" y="862402"/>
                </a:cubicBezTo>
                <a:cubicBezTo>
                  <a:pt x="9059169" y="1166208"/>
                  <a:pt x="9227428" y="1329252"/>
                  <a:pt x="9477297" y="1329252"/>
                </a:cubicBezTo>
                <a:cubicBezTo>
                  <a:pt x="9703054" y="1329252"/>
                  <a:pt x="9830771" y="1191897"/>
                  <a:pt x="9856739" y="1003427"/>
                </a:cubicBezTo>
                <a:lnTo>
                  <a:pt x="9710473" y="968564"/>
                </a:lnTo>
                <a:cubicBezTo>
                  <a:pt x="9684506" y="1140520"/>
                  <a:pt x="9610579" y="1199236"/>
                  <a:pt x="9488426" y="1199236"/>
                </a:cubicBezTo>
                <a:cubicBezTo>
                  <a:pt x="9310894" y="1199236"/>
                  <a:pt x="9220008" y="1071056"/>
                  <a:pt x="9220008" y="851392"/>
                </a:cubicBezTo>
                <a:cubicBezTo>
                  <a:pt x="9220008" y="622554"/>
                  <a:pt x="9316193" y="507218"/>
                  <a:pt x="9481006" y="507218"/>
                </a:cubicBezTo>
                <a:cubicBezTo>
                  <a:pt x="9597595" y="507218"/>
                  <a:pt x="9682651" y="564100"/>
                  <a:pt x="9710473" y="726881"/>
                </a:cubicBezTo>
                <a:lnTo>
                  <a:pt x="9856739" y="692018"/>
                </a:lnTo>
                <a:cubicBezTo>
                  <a:pt x="9830771" y="505383"/>
                  <a:pt x="9703054" y="377202"/>
                  <a:pt x="9484716" y="377202"/>
                </a:cubicBezTo>
                <a:moveTo>
                  <a:pt x="5112923" y="29358"/>
                </a:moveTo>
                <a:lnTo>
                  <a:pt x="4868618" y="29358"/>
                </a:lnTo>
                <a:lnTo>
                  <a:pt x="4485467" y="1061881"/>
                </a:lnTo>
                <a:lnTo>
                  <a:pt x="4100726" y="29358"/>
                </a:lnTo>
                <a:lnTo>
                  <a:pt x="3845291" y="29358"/>
                </a:lnTo>
                <a:lnTo>
                  <a:pt x="3845291" y="1310641"/>
                </a:lnTo>
                <a:lnTo>
                  <a:pt x="4006130" y="1310641"/>
                </a:lnTo>
                <a:lnTo>
                  <a:pt x="4006130" y="206819"/>
                </a:lnTo>
                <a:lnTo>
                  <a:pt x="4418694" y="1310641"/>
                </a:lnTo>
                <a:lnTo>
                  <a:pt x="4542701" y="1310641"/>
                </a:lnTo>
                <a:lnTo>
                  <a:pt x="4951820" y="204984"/>
                </a:lnTo>
                <a:lnTo>
                  <a:pt x="4951820" y="1310641"/>
                </a:lnTo>
                <a:lnTo>
                  <a:pt x="5112923" y="1310641"/>
                </a:lnTo>
                <a:lnTo>
                  <a:pt x="5112923" y="29358"/>
                </a:lnTo>
                <a:moveTo>
                  <a:pt x="6688984" y="1198974"/>
                </a:moveTo>
                <a:cubicBezTo>
                  <a:pt x="6537154" y="1198974"/>
                  <a:pt x="6435405" y="1090977"/>
                  <a:pt x="6435405" y="852965"/>
                </a:cubicBezTo>
                <a:cubicBezTo>
                  <a:pt x="6435405" y="613118"/>
                  <a:pt x="6537154" y="506956"/>
                  <a:pt x="6688984" y="506956"/>
                </a:cubicBezTo>
                <a:cubicBezTo>
                  <a:pt x="6840814" y="506956"/>
                  <a:pt x="6942564" y="613118"/>
                  <a:pt x="6942564" y="852965"/>
                </a:cubicBezTo>
                <a:cubicBezTo>
                  <a:pt x="6942564" y="1090977"/>
                  <a:pt x="6840814" y="1198974"/>
                  <a:pt x="6688984" y="1198974"/>
                </a:cubicBezTo>
                <a:moveTo>
                  <a:pt x="7092538" y="29358"/>
                </a:moveTo>
                <a:lnTo>
                  <a:pt x="6938854" y="29358"/>
                </a:lnTo>
                <a:lnTo>
                  <a:pt x="6938854" y="571177"/>
                </a:lnTo>
                <a:cubicBezTo>
                  <a:pt x="6905467" y="470520"/>
                  <a:pt x="6824120" y="377202"/>
                  <a:pt x="6663017" y="377202"/>
                </a:cubicBezTo>
                <a:cubicBezTo>
                  <a:pt x="6455808" y="377202"/>
                  <a:pt x="6274301" y="538411"/>
                  <a:pt x="6274301" y="858732"/>
                </a:cubicBezTo>
                <a:cubicBezTo>
                  <a:pt x="6274301" y="1182722"/>
                  <a:pt x="6455543" y="1329252"/>
                  <a:pt x="6650033" y="1329252"/>
                </a:cubicBezTo>
                <a:cubicBezTo>
                  <a:pt x="6796299" y="1329252"/>
                  <a:pt x="6903612" y="1245109"/>
                  <a:pt x="6938854" y="1126103"/>
                </a:cubicBezTo>
                <a:lnTo>
                  <a:pt x="6938854" y="1195567"/>
                </a:lnTo>
                <a:cubicBezTo>
                  <a:pt x="6938854" y="1237769"/>
                  <a:pt x="6942564" y="1283380"/>
                  <a:pt x="6948128" y="1310903"/>
                </a:cubicBezTo>
                <a:lnTo>
                  <a:pt x="7103667" y="1310903"/>
                </a:lnTo>
                <a:cubicBezTo>
                  <a:pt x="7096248" y="1266865"/>
                  <a:pt x="7092538" y="1202906"/>
                  <a:pt x="7092538" y="1120598"/>
                </a:cubicBezTo>
                <a:lnTo>
                  <a:pt x="7092538" y="29358"/>
                </a:lnTo>
                <a:moveTo>
                  <a:pt x="8258155" y="29358"/>
                </a:moveTo>
                <a:lnTo>
                  <a:pt x="7258942" y="29358"/>
                </a:lnTo>
                <a:lnTo>
                  <a:pt x="7258942" y="163044"/>
                </a:lnTo>
                <a:lnTo>
                  <a:pt x="7678924" y="163044"/>
                </a:lnTo>
                <a:lnTo>
                  <a:pt x="7678924" y="1310903"/>
                </a:lnTo>
                <a:lnTo>
                  <a:pt x="7840028" y="1310903"/>
                </a:lnTo>
                <a:lnTo>
                  <a:pt x="7840028" y="163044"/>
                </a:lnTo>
                <a:lnTo>
                  <a:pt x="8258155" y="163044"/>
                </a:lnTo>
                <a:lnTo>
                  <a:pt x="8258155" y="29358"/>
                </a:lnTo>
                <a:moveTo>
                  <a:pt x="10185835" y="29358"/>
                </a:moveTo>
                <a:lnTo>
                  <a:pt x="10032151" y="29358"/>
                </a:lnTo>
                <a:lnTo>
                  <a:pt x="10032151" y="1310641"/>
                </a:lnTo>
                <a:lnTo>
                  <a:pt x="10185835" y="1310641"/>
                </a:lnTo>
                <a:lnTo>
                  <a:pt x="10185835" y="708532"/>
                </a:lnTo>
                <a:cubicBezTo>
                  <a:pt x="10185835" y="580352"/>
                  <a:pt x="10250489" y="494374"/>
                  <a:pt x="10387480" y="494374"/>
                </a:cubicBezTo>
                <a:cubicBezTo>
                  <a:pt x="10522617" y="494374"/>
                  <a:pt x="10587270" y="580352"/>
                  <a:pt x="10587270" y="708532"/>
                </a:cubicBezTo>
                <a:lnTo>
                  <a:pt x="10587270" y="1310903"/>
                </a:lnTo>
                <a:lnTo>
                  <a:pt x="10740955" y="1310903"/>
                </a:lnTo>
                <a:lnTo>
                  <a:pt x="10740955" y="677339"/>
                </a:lnTo>
                <a:cubicBezTo>
                  <a:pt x="10740955" y="505383"/>
                  <a:pt x="10633640" y="377202"/>
                  <a:pt x="10443125" y="377202"/>
                </a:cubicBezTo>
                <a:cubicBezTo>
                  <a:pt x="10315408" y="377202"/>
                  <a:pt x="10221077" y="434084"/>
                  <a:pt x="10185835" y="536576"/>
                </a:cubicBezTo>
                <a:lnTo>
                  <a:pt x="10185835" y="29358"/>
                </a:lnTo>
                <a:moveTo>
                  <a:pt x="2759431" y="1339999"/>
                </a:moveTo>
                <a:cubicBezTo>
                  <a:pt x="3068390" y="1339999"/>
                  <a:pt x="3188688" y="1157034"/>
                  <a:pt x="3188688" y="917186"/>
                </a:cubicBezTo>
                <a:lnTo>
                  <a:pt x="3188688" y="29358"/>
                </a:lnTo>
                <a:lnTo>
                  <a:pt x="2959221" y="29358"/>
                </a:lnTo>
                <a:lnTo>
                  <a:pt x="2959221" y="975903"/>
                </a:lnTo>
                <a:cubicBezTo>
                  <a:pt x="2959221" y="1129772"/>
                  <a:pt x="2900132" y="1221255"/>
                  <a:pt x="2759431" y="1221255"/>
                </a:cubicBezTo>
                <a:cubicBezTo>
                  <a:pt x="2620585" y="1221255"/>
                  <a:pt x="2559641" y="1124268"/>
                  <a:pt x="2559641" y="957554"/>
                </a:cubicBezTo>
                <a:lnTo>
                  <a:pt x="2559641" y="781928"/>
                </a:lnTo>
                <a:lnTo>
                  <a:pt x="2330175" y="838548"/>
                </a:lnTo>
                <a:lnTo>
                  <a:pt x="2330175" y="917186"/>
                </a:lnTo>
                <a:cubicBezTo>
                  <a:pt x="2329910" y="1157034"/>
                  <a:pt x="2450207" y="1339999"/>
                  <a:pt x="2759431" y="1339999"/>
                </a:cubicBezTo>
                <a:moveTo>
                  <a:pt x="1537905" y="1206314"/>
                </a:moveTo>
                <a:cubicBezTo>
                  <a:pt x="1360373" y="1206314"/>
                  <a:pt x="1251204" y="1063454"/>
                  <a:pt x="1251204" y="911682"/>
                </a:cubicBezTo>
                <a:cubicBezTo>
                  <a:pt x="1251204" y="816529"/>
                  <a:pt x="1293864" y="728716"/>
                  <a:pt x="1364082" y="679174"/>
                </a:cubicBezTo>
                <a:lnTo>
                  <a:pt x="1782210" y="1131345"/>
                </a:lnTo>
                <a:cubicBezTo>
                  <a:pt x="1704573" y="1176955"/>
                  <a:pt x="1617662" y="1206314"/>
                  <a:pt x="1537905" y="1206314"/>
                </a:cubicBezTo>
                <a:moveTo>
                  <a:pt x="1761807" y="550993"/>
                </a:moveTo>
                <a:cubicBezTo>
                  <a:pt x="1911782" y="550993"/>
                  <a:pt x="2004258" y="636971"/>
                  <a:pt x="2004258" y="785336"/>
                </a:cubicBezTo>
                <a:cubicBezTo>
                  <a:pt x="2004258" y="851130"/>
                  <a:pt x="1985709" y="919021"/>
                  <a:pt x="1945168" y="981146"/>
                </a:cubicBezTo>
                <a:lnTo>
                  <a:pt x="1582420" y="585856"/>
                </a:lnTo>
                <a:cubicBezTo>
                  <a:pt x="1647074" y="560168"/>
                  <a:pt x="1710137" y="550993"/>
                  <a:pt x="1761807" y="550993"/>
                </a:cubicBezTo>
                <a:moveTo>
                  <a:pt x="1537905" y="96987"/>
                </a:moveTo>
                <a:cubicBezTo>
                  <a:pt x="1647074" y="96987"/>
                  <a:pt x="1711727" y="159112"/>
                  <a:pt x="1711727" y="272613"/>
                </a:cubicBezTo>
                <a:cubicBezTo>
                  <a:pt x="1711727" y="376940"/>
                  <a:pt x="1659792" y="475763"/>
                  <a:pt x="1532340" y="532644"/>
                </a:cubicBezTo>
                <a:lnTo>
                  <a:pt x="1452848" y="444831"/>
                </a:lnTo>
                <a:cubicBezTo>
                  <a:pt x="1382630" y="368028"/>
                  <a:pt x="1362227" y="320321"/>
                  <a:pt x="1362227" y="263701"/>
                </a:cubicBezTo>
                <a:cubicBezTo>
                  <a:pt x="1362227" y="157539"/>
                  <a:pt x="1430590" y="96987"/>
                  <a:pt x="1537905" y="96987"/>
                </a:cubicBezTo>
                <a:moveTo>
                  <a:pt x="2002403" y="1043532"/>
                </a:moveTo>
                <a:cubicBezTo>
                  <a:pt x="2102298" y="926361"/>
                  <a:pt x="2159797" y="798180"/>
                  <a:pt x="2159797" y="686514"/>
                </a:cubicBezTo>
                <a:cubicBezTo>
                  <a:pt x="2159797" y="547324"/>
                  <a:pt x="2065466" y="454006"/>
                  <a:pt x="1917346" y="454006"/>
                </a:cubicBezTo>
                <a:cubicBezTo>
                  <a:pt x="1839709" y="454006"/>
                  <a:pt x="1752533" y="476025"/>
                  <a:pt x="1695299" y="498044"/>
                </a:cubicBezTo>
                <a:lnTo>
                  <a:pt x="1691589" y="490704"/>
                </a:lnTo>
                <a:cubicBezTo>
                  <a:pt x="1832290" y="415735"/>
                  <a:pt x="1891379" y="346009"/>
                  <a:pt x="1891379" y="249022"/>
                </a:cubicBezTo>
                <a:cubicBezTo>
                  <a:pt x="1891379" y="109832"/>
                  <a:pt x="1765517" y="0"/>
                  <a:pt x="1543469" y="0"/>
                </a:cubicBezTo>
                <a:cubicBezTo>
                  <a:pt x="1288035" y="0"/>
                  <a:pt x="1162173" y="141025"/>
                  <a:pt x="1162173" y="316651"/>
                </a:cubicBezTo>
                <a:cubicBezTo>
                  <a:pt x="1162173" y="411803"/>
                  <a:pt x="1202978" y="506956"/>
                  <a:pt x="1310293" y="622292"/>
                </a:cubicBezTo>
                <a:lnTo>
                  <a:pt x="1312147" y="625962"/>
                </a:lnTo>
                <a:cubicBezTo>
                  <a:pt x="1130906" y="711940"/>
                  <a:pt x="1047439" y="851130"/>
                  <a:pt x="1047439" y="993990"/>
                </a:cubicBezTo>
                <a:cubicBezTo>
                  <a:pt x="1047439" y="1182460"/>
                  <a:pt x="1193704" y="1339999"/>
                  <a:pt x="1419462" y="1339999"/>
                </a:cubicBezTo>
                <a:cubicBezTo>
                  <a:pt x="1549033" y="1339999"/>
                  <a:pt x="1700863" y="1286787"/>
                  <a:pt x="1837589" y="1191635"/>
                </a:cubicBezTo>
                <a:lnTo>
                  <a:pt x="1948613" y="1310641"/>
                </a:lnTo>
                <a:lnTo>
                  <a:pt x="2239024" y="1310641"/>
                </a:lnTo>
                <a:lnTo>
                  <a:pt x="2239024" y="1301466"/>
                </a:lnTo>
                <a:lnTo>
                  <a:pt x="2002403" y="1043532"/>
                </a:lnTo>
                <a:close/>
                <a:moveTo>
                  <a:pt x="429257" y="1339999"/>
                </a:moveTo>
                <a:cubicBezTo>
                  <a:pt x="738215" y="1339999"/>
                  <a:pt x="858513" y="1157034"/>
                  <a:pt x="858513" y="917186"/>
                </a:cubicBezTo>
                <a:lnTo>
                  <a:pt x="858513" y="29358"/>
                </a:lnTo>
                <a:lnTo>
                  <a:pt x="629046" y="29358"/>
                </a:lnTo>
                <a:lnTo>
                  <a:pt x="629046" y="975903"/>
                </a:lnTo>
                <a:cubicBezTo>
                  <a:pt x="629046" y="1129772"/>
                  <a:pt x="569957" y="1221255"/>
                  <a:pt x="429257" y="1221255"/>
                </a:cubicBezTo>
                <a:cubicBezTo>
                  <a:pt x="290411" y="1221255"/>
                  <a:pt x="229467" y="1124268"/>
                  <a:pt x="229467" y="957554"/>
                </a:cubicBezTo>
                <a:lnTo>
                  <a:pt x="229467" y="781928"/>
                </a:lnTo>
                <a:lnTo>
                  <a:pt x="0" y="838548"/>
                </a:lnTo>
                <a:lnTo>
                  <a:pt x="0" y="917186"/>
                </a:lnTo>
                <a:cubicBezTo>
                  <a:pt x="0" y="1157034"/>
                  <a:pt x="120298" y="1339999"/>
                  <a:pt x="429257" y="1339999"/>
                </a:cubicBezTo>
              </a:path>
            </a:pathLst>
          </a:custGeom>
          <a:solidFill>
            <a:schemeClr val="bg1"/>
          </a:solidFill>
          <a:ln w="26484" cap="flat">
            <a:noFill/>
            <a:prstDash val="solid"/>
            <a:miter/>
          </a:ln>
        </p:spPr>
        <p:txBody>
          <a:bodyPr rtlCol="0" anchor="ctr"/>
          <a:lstStyle/>
          <a:p>
            <a:endParaRPr lang="en-GB"/>
          </a:p>
        </p:txBody>
      </p:sp>
      <p:sp>
        <p:nvSpPr>
          <p:cNvPr id="3" name="TextBox 2">
            <a:extLst>
              <a:ext uri="{FF2B5EF4-FFF2-40B4-BE49-F238E27FC236}">
                <a16:creationId xmlns:a16="http://schemas.microsoft.com/office/drawing/2014/main" id="{4E9E4F05-5329-80AB-AC14-0D40B475940E}"/>
              </a:ext>
            </a:extLst>
          </p:cNvPr>
          <p:cNvSpPr txBox="1"/>
          <p:nvPr userDrawn="1"/>
        </p:nvSpPr>
        <p:spPr>
          <a:xfrm>
            <a:off x="3338703" y="6419850"/>
            <a:ext cx="931467" cy="138114"/>
          </a:xfrm>
          <a:prstGeom prst="rect">
            <a:avLst/>
          </a:prstGeom>
          <a:noFill/>
        </p:spPr>
        <p:txBody>
          <a:bodyPr wrap="square" lIns="0" tIns="0" rIns="0" bIns="0" rtlCol="0" anchor="ctr" anchorCtr="0">
            <a:noAutofit/>
          </a:bodyPr>
          <a:lstStyle/>
          <a:p>
            <a:pPr algn="l"/>
            <a:r>
              <a:rPr lang="en-US" sz="1100" kern="1200" noProof="1">
                <a:solidFill>
                  <a:schemeClr val="bg1"/>
                </a:solidFill>
                <a:latin typeface="+mn-lt"/>
                <a:ea typeface="+mn-ea"/>
                <a:cs typeface="+mn-cs"/>
              </a:rPr>
              <a:t>Orthopaedics</a:t>
            </a:r>
          </a:p>
        </p:txBody>
      </p:sp>
      <p:sp>
        <p:nvSpPr>
          <p:cNvPr id="12" name="Rectangle 11">
            <a:extLst>
              <a:ext uri="{FF2B5EF4-FFF2-40B4-BE49-F238E27FC236}">
                <a16:creationId xmlns:a16="http://schemas.microsoft.com/office/drawing/2014/main" id="{F4884BCD-4262-288B-A57E-901CF3D92008}"/>
              </a:ext>
            </a:extLst>
          </p:cNvPr>
          <p:cNvSpPr/>
          <p:nvPr userDrawn="1"/>
        </p:nvSpPr>
        <p:spPr>
          <a:xfrm>
            <a:off x="3228976" y="6335072"/>
            <a:ext cx="18288" cy="3108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Tree>
    <p:extLst>
      <p:ext uri="{BB962C8B-B14F-4D97-AF65-F5344CB8AC3E}">
        <p14:creationId xmlns:p14="http://schemas.microsoft.com/office/powerpoint/2010/main" val="427555326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Team Slide x 1-2">
    <p:bg>
      <p:bgPr>
        <a:solidFill>
          <a:schemeClr val="tx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lvl1pPr>
              <a:defRPr>
                <a:solidFill>
                  <a:schemeClr val="bg1"/>
                </a:solidFill>
              </a:defRPr>
            </a:lvl1pPr>
          </a:lstStyle>
          <a:p>
            <a:fld id="{AEC8D767-5246-2244-A4A3-B8AFB218393C}" type="slidenum">
              <a:rPr lang="en-GB" smtClean="0"/>
              <a:pPr/>
              <a:t>‹#›</a:t>
            </a:fld>
            <a:endParaRPr lang="en-GB"/>
          </a:p>
        </p:txBody>
      </p:sp>
      <p:sp>
        <p:nvSpPr>
          <p:cNvPr id="23" name="Picture Placeholder 3">
            <a:extLst>
              <a:ext uri="{FF2B5EF4-FFF2-40B4-BE49-F238E27FC236}">
                <a16:creationId xmlns:a16="http://schemas.microsoft.com/office/drawing/2014/main" id="{9858E5CC-B320-8459-7BD7-5CE14C5E3AC9}"/>
              </a:ext>
            </a:extLst>
          </p:cNvPr>
          <p:cNvSpPr>
            <a:spLocks noGrp="1"/>
          </p:cNvSpPr>
          <p:nvPr>
            <p:ph type="pic" sz="quarter" idx="23" hasCustomPrompt="1"/>
          </p:nvPr>
        </p:nvSpPr>
        <p:spPr>
          <a:xfrm>
            <a:off x="8124825" y="285158"/>
            <a:ext cx="3775075" cy="3947118"/>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24" name="Text Placeholder 10">
            <a:extLst>
              <a:ext uri="{FF2B5EF4-FFF2-40B4-BE49-F238E27FC236}">
                <a16:creationId xmlns:a16="http://schemas.microsoft.com/office/drawing/2014/main" id="{BA241006-FA7F-3ABD-E9C0-8E177A254F71}"/>
              </a:ext>
            </a:extLst>
          </p:cNvPr>
          <p:cNvSpPr>
            <a:spLocks noGrp="1"/>
          </p:cNvSpPr>
          <p:nvPr>
            <p:ph type="body" sz="quarter" idx="24" hasCustomPrompt="1"/>
          </p:nvPr>
        </p:nvSpPr>
        <p:spPr>
          <a:xfrm>
            <a:off x="8124825" y="4376738"/>
            <a:ext cx="3775075" cy="1893887"/>
          </a:xfrm>
        </p:spPr>
        <p:txBody>
          <a:bodyPr/>
          <a:lstStyle>
            <a:lvl1pPr>
              <a:spcBef>
                <a:spcPts val="0"/>
              </a:spcBef>
              <a:spcAft>
                <a:spcPts val="0"/>
              </a:spcAft>
              <a:defRPr lang="en-GB" sz="1400" b="1" i="0" kern="1200" dirty="0">
                <a:solidFill>
                  <a:schemeClr val="bg1"/>
                </a:solidFill>
                <a:latin typeface="Johnson Text" pitchFamily="2" charset="77"/>
                <a:ea typeface="+mn-ea"/>
                <a:cs typeface="+mn-cs"/>
              </a:defRPr>
            </a:lvl1pPr>
            <a:lvl2pPr marL="0" indent="0">
              <a:spcBef>
                <a:spcPts val="0"/>
              </a:spcBef>
              <a:spcAft>
                <a:spcPts val="0"/>
              </a:spcAft>
              <a:buNone/>
              <a:defRPr sz="1400" b="0" i="0">
                <a:solidFill>
                  <a:schemeClr val="bg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3" name="Text Placeholder 7">
            <a:extLst>
              <a:ext uri="{FF2B5EF4-FFF2-40B4-BE49-F238E27FC236}">
                <a16:creationId xmlns:a16="http://schemas.microsoft.com/office/drawing/2014/main" id="{AE887C0B-D804-38AD-7676-333BDBFC1AF7}"/>
              </a:ext>
            </a:extLst>
          </p:cNvPr>
          <p:cNvSpPr>
            <a:spLocks noGrp="1"/>
          </p:cNvSpPr>
          <p:nvPr>
            <p:ph type="body" sz="quarter" idx="15"/>
          </p:nvPr>
        </p:nvSpPr>
        <p:spPr>
          <a:xfrm>
            <a:off x="288925" y="4376738"/>
            <a:ext cx="3778250" cy="1893887"/>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
        <p:nvSpPr>
          <p:cNvPr id="2" name="Picture Placeholder 3">
            <a:extLst>
              <a:ext uri="{FF2B5EF4-FFF2-40B4-BE49-F238E27FC236}">
                <a16:creationId xmlns:a16="http://schemas.microsoft.com/office/drawing/2014/main" id="{AE4666F2-0E72-5C8A-DFF8-2DD7C6E4BAAE}"/>
              </a:ext>
            </a:extLst>
          </p:cNvPr>
          <p:cNvSpPr>
            <a:spLocks noGrp="1"/>
          </p:cNvSpPr>
          <p:nvPr>
            <p:ph type="pic" sz="quarter" idx="25" hasCustomPrompt="1"/>
          </p:nvPr>
        </p:nvSpPr>
        <p:spPr>
          <a:xfrm>
            <a:off x="4207732" y="285158"/>
            <a:ext cx="3775075" cy="3947118"/>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4" name="Text Placeholder 10">
            <a:extLst>
              <a:ext uri="{FF2B5EF4-FFF2-40B4-BE49-F238E27FC236}">
                <a16:creationId xmlns:a16="http://schemas.microsoft.com/office/drawing/2014/main" id="{9C68E616-CAC0-EE06-D15E-AFFEF3740EFF}"/>
              </a:ext>
            </a:extLst>
          </p:cNvPr>
          <p:cNvSpPr>
            <a:spLocks noGrp="1"/>
          </p:cNvSpPr>
          <p:nvPr>
            <p:ph type="body" sz="quarter" idx="26" hasCustomPrompt="1"/>
          </p:nvPr>
        </p:nvSpPr>
        <p:spPr>
          <a:xfrm>
            <a:off x="4207732" y="4376738"/>
            <a:ext cx="3775075" cy="1893887"/>
          </a:xfrm>
        </p:spPr>
        <p:txBody>
          <a:bodyPr/>
          <a:lstStyle>
            <a:lvl1pPr>
              <a:spcBef>
                <a:spcPts val="0"/>
              </a:spcBef>
              <a:spcAft>
                <a:spcPts val="0"/>
              </a:spcAft>
              <a:defRPr lang="en-GB" sz="1400" b="1" i="0" kern="1200" dirty="0">
                <a:solidFill>
                  <a:schemeClr val="bg1"/>
                </a:solidFill>
                <a:latin typeface="Johnson Text" pitchFamily="2" charset="77"/>
                <a:ea typeface="+mn-ea"/>
                <a:cs typeface="+mn-cs"/>
              </a:defRPr>
            </a:lvl1pPr>
            <a:lvl2pPr marL="0" indent="0">
              <a:spcBef>
                <a:spcPts val="0"/>
              </a:spcBef>
              <a:spcAft>
                <a:spcPts val="0"/>
              </a:spcAft>
              <a:buNone/>
              <a:defRPr sz="1400" b="0" i="0">
                <a:solidFill>
                  <a:schemeClr val="bg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10" name="Title 7">
            <a:extLst>
              <a:ext uri="{FF2B5EF4-FFF2-40B4-BE49-F238E27FC236}">
                <a16:creationId xmlns:a16="http://schemas.microsoft.com/office/drawing/2014/main" id="{E80529FD-0171-E552-588C-C152AED56261}"/>
              </a:ext>
            </a:extLst>
          </p:cNvPr>
          <p:cNvSpPr>
            <a:spLocks noGrp="1"/>
          </p:cNvSpPr>
          <p:nvPr>
            <p:ph type="title" hasCustomPrompt="1"/>
          </p:nvPr>
        </p:nvSpPr>
        <p:spPr>
          <a:xfrm>
            <a:off x="288303" y="262800"/>
            <a:ext cx="3775073" cy="454529"/>
          </a:xfrm>
        </p:spPr>
        <p:txBody>
          <a:bodyPr/>
          <a:lstStyle>
            <a:lvl1pPr>
              <a:defRPr>
                <a:solidFill>
                  <a:schemeClr val="bg1"/>
                </a:solidFill>
              </a:defRPr>
            </a:lvl1pPr>
          </a:lstStyle>
          <a:p>
            <a:r>
              <a:rPr lang="en-US"/>
              <a:t>Master title style</a:t>
            </a:r>
            <a:endParaRPr lang="en-GB"/>
          </a:p>
        </p:txBody>
      </p:sp>
      <p:sp>
        <p:nvSpPr>
          <p:cNvPr id="5" name="Subtitle 2">
            <a:extLst>
              <a:ext uri="{FF2B5EF4-FFF2-40B4-BE49-F238E27FC236}">
                <a16:creationId xmlns:a16="http://schemas.microsoft.com/office/drawing/2014/main" id="{EA79EF84-4162-265E-6156-177364480E50}"/>
              </a:ext>
            </a:extLst>
          </p:cNvPr>
          <p:cNvSpPr>
            <a:spLocks noGrp="1"/>
          </p:cNvSpPr>
          <p:nvPr>
            <p:ph type="subTitle" idx="16" hasCustomPrompt="1"/>
          </p:nvPr>
        </p:nvSpPr>
        <p:spPr>
          <a:xfrm>
            <a:off x="288302" y="713620"/>
            <a:ext cx="3775075" cy="292965"/>
          </a:xfrm>
        </p:spPr>
        <p:txBody>
          <a:bodyPr vert="horz" wrap="square" lIns="0" tIns="0" rIns="0" bIns="0" rtlCol="0" anchor="t">
            <a:spAutoFit/>
          </a:bodyPr>
          <a:lstStyle>
            <a:lvl1pPr>
              <a:defRPr lang="en-GB" b="1" dirty="0">
                <a:solidFill>
                  <a:schemeClr val="bg1"/>
                </a:solidFill>
              </a:defRPr>
            </a:lvl1pPr>
          </a:lstStyle>
          <a:p>
            <a:pPr lvl="0">
              <a:spcBef>
                <a:spcPts val="0"/>
              </a:spcBef>
              <a:spcAft>
                <a:spcPts val="0"/>
              </a:spcAft>
            </a:pPr>
            <a:r>
              <a:rPr lang="en-GB"/>
              <a:t>Subtitle goes here if required</a:t>
            </a:r>
          </a:p>
        </p:txBody>
      </p:sp>
      <p:sp>
        <p:nvSpPr>
          <p:cNvPr id="12" name="Graphic 8">
            <a:extLst>
              <a:ext uri="{FF2B5EF4-FFF2-40B4-BE49-F238E27FC236}">
                <a16:creationId xmlns:a16="http://schemas.microsoft.com/office/drawing/2014/main" id="{C73E160C-6851-6DEC-18B6-DB6E30D4889E}"/>
              </a:ext>
            </a:extLst>
          </p:cNvPr>
          <p:cNvSpPr>
            <a:spLocks noChangeAspect="1"/>
          </p:cNvSpPr>
          <p:nvPr userDrawn="1"/>
        </p:nvSpPr>
        <p:spPr>
          <a:xfrm>
            <a:off x="288304" y="6417655"/>
            <a:ext cx="1159200" cy="144618"/>
          </a:xfrm>
          <a:custGeom>
            <a:avLst/>
            <a:gdLst>
              <a:gd name="connsiteX0" fmla="*/ 5490245 w 10740954"/>
              <a:gd name="connsiteY0" fmla="*/ 754143 h 1339999"/>
              <a:gd name="connsiteX1" fmla="*/ 5740115 w 10740954"/>
              <a:gd name="connsiteY1" fmla="*/ 501451 h 1339999"/>
              <a:gd name="connsiteX2" fmla="*/ 5964018 w 10740954"/>
              <a:gd name="connsiteY2" fmla="*/ 754143 h 1339999"/>
              <a:gd name="connsiteX3" fmla="*/ 5490245 w 10740954"/>
              <a:gd name="connsiteY3" fmla="*/ 754143 h 1339999"/>
              <a:gd name="connsiteX4" fmla="*/ 5739850 w 10740954"/>
              <a:gd name="connsiteY4" fmla="*/ 377202 h 1339999"/>
              <a:gd name="connsiteX5" fmla="*/ 5325432 w 10740954"/>
              <a:gd name="connsiteY5" fmla="*/ 860567 h 1339999"/>
              <a:gd name="connsiteX6" fmla="*/ 5739850 w 10740954"/>
              <a:gd name="connsiteY6" fmla="*/ 1329252 h 1339999"/>
              <a:gd name="connsiteX7" fmla="*/ 6117437 w 10740954"/>
              <a:gd name="connsiteY7" fmla="*/ 1030950 h 1339999"/>
              <a:gd name="connsiteX8" fmla="*/ 5976736 w 10740954"/>
              <a:gd name="connsiteY8" fmla="*/ 994252 h 1339999"/>
              <a:gd name="connsiteX9" fmla="*/ 5754689 w 10740954"/>
              <a:gd name="connsiteY9" fmla="*/ 1201071 h 1339999"/>
              <a:gd name="connsiteX10" fmla="*/ 5484416 w 10740954"/>
              <a:gd name="connsiteY10" fmla="*/ 862402 h 1339999"/>
              <a:gd name="connsiteX11" fmla="*/ 6119027 w 10740954"/>
              <a:gd name="connsiteY11" fmla="*/ 862402 h 1339999"/>
              <a:gd name="connsiteX12" fmla="*/ 6119027 w 10740954"/>
              <a:gd name="connsiteY12" fmla="*/ 811025 h 1339999"/>
              <a:gd name="connsiteX13" fmla="*/ 5739850 w 10740954"/>
              <a:gd name="connsiteY13" fmla="*/ 377202 h 1339999"/>
              <a:gd name="connsiteX14" fmla="*/ 8274584 w 10740954"/>
              <a:gd name="connsiteY14" fmla="*/ 754143 h 1339999"/>
              <a:gd name="connsiteX15" fmla="*/ 8524454 w 10740954"/>
              <a:gd name="connsiteY15" fmla="*/ 501451 h 1339999"/>
              <a:gd name="connsiteX16" fmla="*/ 8748356 w 10740954"/>
              <a:gd name="connsiteY16" fmla="*/ 754143 h 1339999"/>
              <a:gd name="connsiteX17" fmla="*/ 8274584 w 10740954"/>
              <a:gd name="connsiteY17" fmla="*/ 754143 h 1339999"/>
              <a:gd name="connsiteX18" fmla="*/ 8524454 w 10740954"/>
              <a:gd name="connsiteY18" fmla="*/ 377202 h 1339999"/>
              <a:gd name="connsiteX19" fmla="*/ 8110035 w 10740954"/>
              <a:gd name="connsiteY19" fmla="*/ 860567 h 1339999"/>
              <a:gd name="connsiteX20" fmla="*/ 8524454 w 10740954"/>
              <a:gd name="connsiteY20" fmla="*/ 1329252 h 1339999"/>
              <a:gd name="connsiteX21" fmla="*/ 8902041 w 10740954"/>
              <a:gd name="connsiteY21" fmla="*/ 1030950 h 1339999"/>
              <a:gd name="connsiteX22" fmla="*/ 8761340 w 10740954"/>
              <a:gd name="connsiteY22" fmla="*/ 994252 h 1339999"/>
              <a:gd name="connsiteX23" fmla="*/ 8539292 w 10740954"/>
              <a:gd name="connsiteY23" fmla="*/ 1201071 h 1339999"/>
              <a:gd name="connsiteX24" fmla="*/ 8269019 w 10740954"/>
              <a:gd name="connsiteY24" fmla="*/ 862402 h 1339999"/>
              <a:gd name="connsiteX25" fmla="*/ 8903630 w 10740954"/>
              <a:gd name="connsiteY25" fmla="*/ 862402 h 1339999"/>
              <a:gd name="connsiteX26" fmla="*/ 8903630 w 10740954"/>
              <a:gd name="connsiteY26" fmla="*/ 811025 h 1339999"/>
              <a:gd name="connsiteX27" fmla="*/ 8524454 w 10740954"/>
              <a:gd name="connsiteY27" fmla="*/ 377202 h 1339999"/>
              <a:gd name="connsiteX28" fmla="*/ 9484716 w 10740954"/>
              <a:gd name="connsiteY28" fmla="*/ 377202 h 1339999"/>
              <a:gd name="connsiteX29" fmla="*/ 9059169 w 10740954"/>
              <a:gd name="connsiteY29" fmla="*/ 862402 h 1339999"/>
              <a:gd name="connsiteX30" fmla="*/ 9477297 w 10740954"/>
              <a:gd name="connsiteY30" fmla="*/ 1329252 h 1339999"/>
              <a:gd name="connsiteX31" fmla="*/ 9856739 w 10740954"/>
              <a:gd name="connsiteY31" fmla="*/ 1003427 h 1339999"/>
              <a:gd name="connsiteX32" fmla="*/ 9710473 w 10740954"/>
              <a:gd name="connsiteY32" fmla="*/ 968564 h 1339999"/>
              <a:gd name="connsiteX33" fmla="*/ 9488426 w 10740954"/>
              <a:gd name="connsiteY33" fmla="*/ 1199236 h 1339999"/>
              <a:gd name="connsiteX34" fmla="*/ 9220008 w 10740954"/>
              <a:gd name="connsiteY34" fmla="*/ 851392 h 1339999"/>
              <a:gd name="connsiteX35" fmla="*/ 9481006 w 10740954"/>
              <a:gd name="connsiteY35" fmla="*/ 507218 h 1339999"/>
              <a:gd name="connsiteX36" fmla="*/ 9710473 w 10740954"/>
              <a:gd name="connsiteY36" fmla="*/ 726881 h 1339999"/>
              <a:gd name="connsiteX37" fmla="*/ 9856739 w 10740954"/>
              <a:gd name="connsiteY37" fmla="*/ 692018 h 1339999"/>
              <a:gd name="connsiteX38" fmla="*/ 9484716 w 10740954"/>
              <a:gd name="connsiteY38" fmla="*/ 377202 h 1339999"/>
              <a:gd name="connsiteX39" fmla="*/ 5112923 w 10740954"/>
              <a:gd name="connsiteY39" fmla="*/ 29358 h 1339999"/>
              <a:gd name="connsiteX40" fmla="*/ 4868618 w 10740954"/>
              <a:gd name="connsiteY40" fmla="*/ 29358 h 1339999"/>
              <a:gd name="connsiteX41" fmla="*/ 4485467 w 10740954"/>
              <a:gd name="connsiteY41" fmla="*/ 1061881 h 1339999"/>
              <a:gd name="connsiteX42" fmla="*/ 4100726 w 10740954"/>
              <a:gd name="connsiteY42" fmla="*/ 29358 h 1339999"/>
              <a:gd name="connsiteX43" fmla="*/ 3845291 w 10740954"/>
              <a:gd name="connsiteY43" fmla="*/ 29358 h 1339999"/>
              <a:gd name="connsiteX44" fmla="*/ 3845291 w 10740954"/>
              <a:gd name="connsiteY44" fmla="*/ 1310641 h 1339999"/>
              <a:gd name="connsiteX45" fmla="*/ 4006130 w 10740954"/>
              <a:gd name="connsiteY45" fmla="*/ 1310641 h 1339999"/>
              <a:gd name="connsiteX46" fmla="*/ 4006130 w 10740954"/>
              <a:gd name="connsiteY46" fmla="*/ 206819 h 1339999"/>
              <a:gd name="connsiteX47" fmla="*/ 4418694 w 10740954"/>
              <a:gd name="connsiteY47" fmla="*/ 1310641 h 1339999"/>
              <a:gd name="connsiteX48" fmla="*/ 4542701 w 10740954"/>
              <a:gd name="connsiteY48" fmla="*/ 1310641 h 1339999"/>
              <a:gd name="connsiteX49" fmla="*/ 4951820 w 10740954"/>
              <a:gd name="connsiteY49" fmla="*/ 204984 h 1339999"/>
              <a:gd name="connsiteX50" fmla="*/ 4951820 w 10740954"/>
              <a:gd name="connsiteY50" fmla="*/ 1310641 h 1339999"/>
              <a:gd name="connsiteX51" fmla="*/ 5112923 w 10740954"/>
              <a:gd name="connsiteY51" fmla="*/ 1310641 h 1339999"/>
              <a:gd name="connsiteX52" fmla="*/ 5112923 w 10740954"/>
              <a:gd name="connsiteY52" fmla="*/ 29358 h 1339999"/>
              <a:gd name="connsiteX53" fmla="*/ 6688984 w 10740954"/>
              <a:gd name="connsiteY53" fmla="*/ 1198974 h 1339999"/>
              <a:gd name="connsiteX54" fmla="*/ 6435405 w 10740954"/>
              <a:gd name="connsiteY54" fmla="*/ 852965 h 1339999"/>
              <a:gd name="connsiteX55" fmla="*/ 6688984 w 10740954"/>
              <a:gd name="connsiteY55" fmla="*/ 506956 h 1339999"/>
              <a:gd name="connsiteX56" fmla="*/ 6942564 w 10740954"/>
              <a:gd name="connsiteY56" fmla="*/ 852965 h 1339999"/>
              <a:gd name="connsiteX57" fmla="*/ 6688984 w 10740954"/>
              <a:gd name="connsiteY57" fmla="*/ 1198974 h 1339999"/>
              <a:gd name="connsiteX58" fmla="*/ 7092538 w 10740954"/>
              <a:gd name="connsiteY58" fmla="*/ 29358 h 1339999"/>
              <a:gd name="connsiteX59" fmla="*/ 6938854 w 10740954"/>
              <a:gd name="connsiteY59" fmla="*/ 29358 h 1339999"/>
              <a:gd name="connsiteX60" fmla="*/ 6938854 w 10740954"/>
              <a:gd name="connsiteY60" fmla="*/ 571177 h 1339999"/>
              <a:gd name="connsiteX61" fmla="*/ 6663017 w 10740954"/>
              <a:gd name="connsiteY61" fmla="*/ 377202 h 1339999"/>
              <a:gd name="connsiteX62" fmla="*/ 6274301 w 10740954"/>
              <a:gd name="connsiteY62" fmla="*/ 858732 h 1339999"/>
              <a:gd name="connsiteX63" fmla="*/ 6650033 w 10740954"/>
              <a:gd name="connsiteY63" fmla="*/ 1329252 h 1339999"/>
              <a:gd name="connsiteX64" fmla="*/ 6938854 w 10740954"/>
              <a:gd name="connsiteY64" fmla="*/ 1126103 h 1339999"/>
              <a:gd name="connsiteX65" fmla="*/ 6938854 w 10740954"/>
              <a:gd name="connsiteY65" fmla="*/ 1195567 h 1339999"/>
              <a:gd name="connsiteX66" fmla="*/ 6948128 w 10740954"/>
              <a:gd name="connsiteY66" fmla="*/ 1310903 h 1339999"/>
              <a:gd name="connsiteX67" fmla="*/ 7103667 w 10740954"/>
              <a:gd name="connsiteY67" fmla="*/ 1310903 h 1339999"/>
              <a:gd name="connsiteX68" fmla="*/ 7092538 w 10740954"/>
              <a:gd name="connsiteY68" fmla="*/ 1120598 h 1339999"/>
              <a:gd name="connsiteX69" fmla="*/ 7092538 w 10740954"/>
              <a:gd name="connsiteY69" fmla="*/ 29358 h 1339999"/>
              <a:gd name="connsiteX70" fmla="*/ 8258155 w 10740954"/>
              <a:gd name="connsiteY70" fmla="*/ 29358 h 1339999"/>
              <a:gd name="connsiteX71" fmla="*/ 7258942 w 10740954"/>
              <a:gd name="connsiteY71" fmla="*/ 29358 h 1339999"/>
              <a:gd name="connsiteX72" fmla="*/ 7258942 w 10740954"/>
              <a:gd name="connsiteY72" fmla="*/ 163044 h 1339999"/>
              <a:gd name="connsiteX73" fmla="*/ 7678924 w 10740954"/>
              <a:gd name="connsiteY73" fmla="*/ 163044 h 1339999"/>
              <a:gd name="connsiteX74" fmla="*/ 7678924 w 10740954"/>
              <a:gd name="connsiteY74" fmla="*/ 1310903 h 1339999"/>
              <a:gd name="connsiteX75" fmla="*/ 7840028 w 10740954"/>
              <a:gd name="connsiteY75" fmla="*/ 1310903 h 1339999"/>
              <a:gd name="connsiteX76" fmla="*/ 7840028 w 10740954"/>
              <a:gd name="connsiteY76" fmla="*/ 163044 h 1339999"/>
              <a:gd name="connsiteX77" fmla="*/ 8258155 w 10740954"/>
              <a:gd name="connsiteY77" fmla="*/ 163044 h 1339999"/>
              <a:gd name="connsiteX78" fmla="*/ 8258155 w 10740954"/>
              <a:gd name="connsiteY78" fmla="*/ 29358 h 1339999"/>
              <a:gd name="connsiteX79" fmla="*/ 10185835 w 10740954"/>
              <a:gd name="connsiteY79" fmla="*/ 29358 h 1339999"/>
              <a:gd name="connsiteX80" fmla="*/ 10032151 w 10740954"/>
              <a:gd name="connsiteY80" fmla="*/ 29358 h 1339999"/>
              <a:gd name="connsiteX81" fmla="*/ 10032151 w 10740954"/>
              <a:gd name="connsiteY81" fmla="*/ 1310641 h 1339999"/>
              <a:gd name="connsiteX82" fmla="*/ 10185835 w 10740954"/>
              <a:gd name="connsiteY82" fmla="*/ 1310641 h 1339999"/>
              <a:gd name="connsiteX83" fmla="*/ 10185835 w 10740954"/>
              <a:gd name="connsiteY83" fmla="*/ 708532 h 1339999"/>
              <a:gd name="connsiteX84" fmla="*/ 10387480 w 10740954"/>
              <a:gd name="connsiteY84" fmla="*/ 494374 h 1339999"/>
              <a:gd name="connsiteX85" fmla="*/ 10587270 w 10740954"/>
              <a:gd name="connsiteY85" fmla="*/ 708532 h 1339999"/>
              <a:gd name="connsiteX86" fmla="*/ 10587270 w 10740954"/>
              <a:gd name="connsiteY86" fmla="*/ 1310903 h 1339999"/>
              <a:gd name="connsiteX87" fmla="*/ 10740955 w 10740954"/>
              <a:gd name="connsiteY87" fmla="*/ 1310903 h 1339999"/>
              <a:gd name="connsiteX88" fmla="*/ 10740955 w 10740954"/>
              <a:gd name="connsiteY88" fmla="*/ 677339 h 1339999"/>
              <a:gd name="connsiteX89" fmla="*/ 10443125 w 10740954"/>
              <a:gd name="connsiteY89" fmla="*/ 377202 h 1339999"/>
              <a:gd name="connsiteX90" fmla="*/ 10185835 w 10740954"/>
              <a:gd name="connsiteY90" fmla="*/ 536576 h 1339999"/>
              <a:gd name="connsiteX91" fmla="*/ 10185835 w 10740954"/>
              <a:gd name="connsiteY91" fmla="*/ 29358 h 1339999"/>
              <a:gd name="connsiteX92" fmla="*/ 2759431 w 10740954"/>
              <a:gd name="connsiteY92" fmla="*/ 1339999 h 1339999"/>
              <a:gd name="connsiteX93" fmla="*/ 3188688 w 10740954"/>
              <a:gd name="connsiteY93" fmla="*/ 917186 h 1339999"/>
              <a:gd name="connsiteX94" fmla="*/ 3188688 w 10740954"/>
              <a:gd name="connsiteY94" fmla="*/ 29358 h 1339999"/>
              <a:gd name="connsiteX95" fmla="*/ 2959221 w 10740954"/>
              <a:gd name="connsiteY95" fmla="*/ 29358 h 1339999"/>
              <a:gd name="connsiteX96" fmla="*/ 2959221 w 10740954"/>
              <a:gd name="connsiteY96" fmla="*/ 975903 h 1339999"/>
              <a:gd name="connsiteX97" fmla="*/ 2759431 w 10740954"/>
              <a:gd name="connsiteY97" fmla="*/ 1221255 h 1339999"/>
              <a:gd name="connsiteX98" fmla="*/ 2559641 w 10740954"/>
              <a:gd name="connsiteY98" fmla="*/ 957554 h 1339999"/>
              <a:gd name="connsiteX99" fmla="*/ 2559641 w 10740954"/>
              <a:gd name="connsiteY99" fmla="*/ 781928 h 1339999"/>
              <a:gd name="connsiteX100" fmla="*/ 2330175 w 10740954"/>
              <a:gd name="connsiteY100" fmla="*/ 838548 h 1339999"/>
              <a:gd name="connsiteX101" fmla="*/ 2330175 w 10740954"/>
              <a:gd name="connsiteY101" fmla="*/ 917186 h 1339999"/>
              <a:gd name="connsiteX102" fmla="*/ 2759431 w 10740954"/>
              <a:gd name="connsiteY102" fmla="*/ 1339999 h 1339999"/>
              <a:gd name="connsiteX103" fmla="*/ 1537905 w 10740954"/>
              <a:gd name="connsiteY103" fmla="*/ 1206314 h 1339999"/>
              <a:gd name="connsiteX104" fmla="*/ 1251204 w 10740954"/>
              <a:gd name="connsiteY104" fmla="*/ 911682 h 1339999"/>
              <a:gd name="connsiteX105" fmla="*/ 1364082 w 10740954"/>
              <a:gd name="connsiteY105" fmla="*/ 679174 h 1339999"/>
              <a:gd name="connsiteX106" fmla="*/ 1782210 w 10740954"/>
              <a:gd name="connsiteY106" fmla="*/ 1131345 h 1339999"/>
              <a:gd name="connsiteX107" fmla="*/ 1537905 w 10740954"/>
              <a:gd name="connsiteY107" fmla="*/ 1206314 h 1339999"/>
              <a:gd name="connsiteX108" fmla="*/ 1761807 w 10740954"/>
              <a:gd name="connsiteY108" fmla="*/ 550993 h 1339999"/>
              <a:gd name="connsiteX109" fmla="*/ 2004258 w 10740954"/>
              <a:gd name="connsiteY109" fmla="*/ 785336 h 1339999"/>
              <a:gd name="connsiteX110" fmla="*/ 1945168 w 10740954"/>
              <a:gd name="connsiteY110" fmla="*/ 981146 h 1339999"/>
              <a:gd name="connsiteX111" fmla="*/ 1582420 w 10740954"/>
              <a:gd name="connsiteY111" fmla="*/ 585856 h 1339999"/>
              <a:gd name="connsiteX112" fmla="*/ 1761807 w 10740954"/>
              <a:gd name="connsiteY112" fmla="*/ 550993 h 1339999"/>
              <a:gd name="connsiteX113" fmla="*/ 1537905 w 10740954"/>
              <a:gd name="connsiteY113" fmla="*/ 96987 h 1339999"/>
              <a:gd name="connsiteX114" fmla="*/ 1711727 w 10740954"/>
              <a:gd name="connsiteY114" fmla="*/ 272613 h 1339999"/>
              <a:gd name="connsiteX115" fmla="*/ 1532340 w 10740954"/>
              <a:gd name="connsiteY115" fmla="*/ 532644 h 1339999"/>
              <a:gd name="connsiteX116" fmla="*/ 1452848 w 10740954"/>
              <a:gd name="connsiteY116" fmla="*/ 444831 h 1339999"/>
              <a:gd name="connsiteX117" fmla="*/ 1362227 w 10740954"/>
              <a:gd name="connsiteY117" fmla="*/ 263701 h 1339999"/>
              <a:gd name="connsiteX118" fmla="*/ 1537905 w 10740954"/>
              <a:gd name="connsiteY118" fmla="*/ 96987 h 1339999"/>
              <a:gd name="connsiteX119" fmla="*/ 2002403 w 10740954"/>
              <a:gd name="connsiteY119" fmla="*/ 1043532 h 1339999"/>
              <a:gd name="connsiteX120" fmla="*/ 2159797 w 10740954"/>
              <a:gd name="connsiteY120" fmla="*/ 686514 h 1339999"/>
              <a:gd name="connsiteX121" fmla="*/ 1917346 w 10740954"/>
              <a:gd name="connsiteY121" fmla="*/ 454006 h 1339999"/>
              <a:gd name="connsiteX122" fmla="*/ 1695299 w 10740954"/>
              <a:gd name="connsiteY122" fmla="*/ 498044 h 1339999"/>
              <a:gd name="connsiteX123" fmla="*/ 1691589 w 10740954"/>
              <a:gd name="connsiteY123" fmla="*/ 490704 h 1339999"/>
              <a:gd name="connsiteX124" fmla="*/ 1891379 w 10740954"/>
              <a:gd name="connsiteY124" fmla="*/ 249022 h 1339999"/>
              <a:gd name="connsiteX125" fmla="*/ 1543469 w 10740954"/>
              <a:gd name="connsiteY125" fmla="*/ 0 h 1339999"/>
              <a:gd name="connsiteX126" fmla="*/ 1162173 w 10740954"/>
              <a:gd name="connsiteY126" fmla="*/ 316651 h 1339999"/>
              <a:gd name="connsiteX127" fmla="*/ 1310293 w 10740954"/>
              <a:gd name="connsiteY127" fmla="*/ 622292 h 1339999"/>
              <a:gd name="connsiteX128" fmla="*/ 1312147 w 10740954"/>
              <a:gd name="connsiteY128" fmla="*/ 625962 h 1339999"/>
              <a:gd name="connsiteX129" fmla="*/ 1047439 w 10740954"/>
              <a:gd name="connsiteY129" fmla="*/ 993990 h 1339999"/>
              <a:gd name="connsiteX130" fmla="*/ 1419462 w 10740954"/>
              <a:gd name="connsiteY130" fmla="*/ 1339999 h 1339999"/>
              <a:gd name="connsiteX131" fmla="*/ 1837589 w 10740954"/>
              <a:gd name="connsiteY131" fmla="*/ 1191635 h 1339999"/>
              <a:gd name="connsiteX132" fmla="*/ 1948613 w 10740954"/>
              <a:gd name="connsiteY132" fmla="*/ 1310641 h 1339999"/>
              <a:gd name="connsiteX133" fmla="*/ 2239024 w 10740954"/>
              <a:gd name="connsiteY133" fmla="*/ 1310641 h 1339999"/>
              <a:gd name="connsiteX134" fmla="*/ 2239024 w 10740954"/>
              <a:gd name="connsiteY134" fmla="*/ 1301466 h 1339999"/>
              <a:gd name="connsiteX135" fmla="*/ 2002403 w 10740954"/>
              <a:gd name="connsiteY135" fmla="*/ 1043532 h 1339999"/>
              <a:gd name="connsiteX136" fmla="*/ 429257 w 10740954"/>
              <a:gd name="connsiteY136" fmla="*/ 1339999 h 1339999"/>
              <a:gd name="connsiteX137" fmla="*/ 858513 w 10740954"/>
              <a:gd name="connsiteY137" fmla="*/ 917186 h 1339999"/>
              <a:gd name="connsiteX138" fmla="*/ 858513 w 10740954"/>
              <a:gd name="connsiteY138" fmla="*/ 29358 h 1339999"/>
              <a:gd name="connsiteX139" fmla="*/ 629046 w 10740954"/>
              <a:gd name="connsiteY139" fmla="*/ 29358 h 1339999"/>
              <a:gd name="connsiteX140" fmla="*/ 629046 w 10740954"/>
              <a:gd name="connsiteY140" fmla="*/ 975903 h 1339999"/>
              <a:gd name="connsiteX141" fmla="*/ 429257 w 10740954"/>
              <a:gd name="connsiteY141" fmla="*/ 1221255 h 1339999"/>
              <a:gd name="connsiteX142" fmla="*/ 229467 w 10740954"/>
              <a:gd name="connsiteY142" fmla="*/ 957554 h 1339999"/>
              <a:gd name="connsiteX143" fmla="*/ 229467 w 10740954"/>
              <a:gd name="connsiteY143" fmla="*/ 781928 h 1339999"/>
              <a:gd name="connsiteX144" fmla="*/ 0 w 10740954"/>
              <a:gd name="connsiteY144" fmla="*/ 838548 h 1339999"/>
              <a:gd name="connsiteX145" fmla="*/ 0 w 10740954"/>
              <a:gd name="connsiteY145" fmla="*/ 917186 h 1339999"/>
              <a:gd name="connsiteX146" fmla="*/ 429257 w 10740954"/>
              <a:gd name="connsiteY146" fmla="*/ 1339999 h 133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0740954" h="1339999">
                <a:moveTo>
                  <a:pt x="5490245" y="754143"/>
                </a:moveTo>
                <a:cubicBezTo>
                  <a:pt x="5510648" y="592934"/>
                  <a:pt x="5593850" y="501451"/>
                  <a:pt x="5740115" y="501451"/>
                </a:cubicBezTo>
                <a:cubicBezTo>
                  <a:pt x="5878961" y="501451"/>
                  <a:pt x="5960308" y="583759"/>
                  <a:pt x="5964018" y="754143"/>
                </a:cubicBezTo>
                <a:lnTo>
                  <a:pt x="5490245" y="754143"/>
                </a:lnTo>
                <a:moveTo>
                  <a:pt x="5739850" y="377202"/>
                </a:moveTo>
                <a:cubicBezTo>
                  <a:pt x="5495545" y="377202"/>
                  <a:pt x="5325432" y="547586"/>
                  <a:pt x="5325432" y="860567"/>
                </a:cubicBezTo>
                <a:cubicBezTo>
                  <a:pt x="5325432" y="1160704"/>
                  <a:pt x="5482826" y="1329252"/>
                  <a:pt x="5739850" y="1329252"/>
                </a:cubicBezTo>
                <a:cubicBezTo>
                  <a:pt x="5950769" y="1329252"/>
                  <a:pt x="6084050" y="1210246"/>
                  <a:pt x="6117437" y="1030950"/>
                </a:cubicBezTo>
                <a:lnTo>
                  <a:pt x="5976736" y="994252"/>
                </a:lnTo>
                <a:cubicBezTo>
                  <a:pt x="5952624" y="1148121"/>
                  <a:pt x="5869422" y="1201071"/>
                  <a:pt x="5754689" y="1201071"/>
                </a:cubicBezTo>
                <a:cubicBezTo>
                  <a:pt x="5571592" y="1201071"/>
                  <a:pt x="5489981" y="1067386"/>
                  <a:pt x="5484416" y="862402"/>
                </a:cubicBezTo>
                <a:lnTo>
                  <a:pt x="6119027" y="862402"/>
                </a:lnTo>
                <a:lnTo>
                  <a:pt x="6119027" y="811025"/>
                </a:lnTo>
                <a:cubicBezTo>
                  <a:pt x="6119292" y="490704"/>
                  <a:pt x="5943615" y="377202"/>
                  <a:pt x="5739850" y="377202"/>
                </a:cubicBezTo>
                <a:moveTo>
                  <a:pt x="8274584" y="754143"/>
                </a:moveTo>
                <a:cubicBezTo>
                  <a:pt x="8294987" y="592934"/>
                  <a:pt x="8378188" y="501451"/>
                  <a:pt x="8524454" y="501451"/>
                </a:cubicBezTo>
                <a:cubicBezTo>
                  <a:pt x="8663299" y="501451"/>
                  <a:pt x="8744646" y="583759"/>
                  <a:pt x="8748356" y="754143"/>
                </a:cubicBezTo>
                <a:lnTo>
                  <a:pt x="8274584" y="754143"/>
                </a:lnTo>
                <a:moveTo>
                  <a:pt x="8524454" y="377202"/>
                </a:moveTo>
                <a:cubicBezTo>
                  <a:pt x="8280149" y="377202"/>
                  <a:pt x="8110035" y="547586"/>
                  <a:pt x="8110035" y="860567"/>
                </a:cubicBezTo>
                <a:cubicBezTo>
                  <a:pt x="8110035" y="1160704"/>
                  <a:pt x="8267430" y="1329252"/>
                  <a:pt x="8524454" y="1329252"/>
                </a:cubicBezTo>
                <a:cubicBezTo>
                  <a:pt x="8735372" y="1329252"/>
                  <a:pt x="8868654" y="1210246"/>
                  <a:pt x="8902041" y="1030950"/>
                </a:cubicBezTo>
                <a:lnTo>
                  <a:pt x="8761340" y="994252"/>
                </a:lnTo>
                <a:cubicBezTo>
                  <a:pt x="8737227" y="1148121"/>
                  <a:pt x="8654025" y="1201071"/>
                  <a:pt x="8539292" y="1201071"/>
                </a:cubicBezTo>
                <a:cubicBezTo>
                  <a:pt x="8356196" y="1201071"/>
                  <a:pt x="8274584" y="1067386"/>
                  <a:pt x="8269019" y="862402"/>
                </a:cubicBezTo>
                <a:lnTo>
                  <a:pt x="8903630" y="862402"/>
                </a:lnTo>
                <a:lnTo>
                  <a:pt x="8903630" y="811025"/>
                </a:lnTo>
                <a:cubicBezTo>
                  <a:pt x="8903895" y="490704"/>
                  <a:pt x="8727953" y="377202"/>
                  <a:pt x="8524454" y="377202"/>
                </a:cubicBezTo>
                <a:moveTo>
                  <a:pt x="9484716" y="377202"/>
                </a:moveTo>
                <a:cubicBezTo>
                  <a:pt x="9231137" y="377202"/>
                  <a:pt x="9059169" y="552828"/>
                  <a:pt x="9059169" y="862402"/>
                </a:cubicBezTo>
                <a:cubicBezTo>
                  <a:pt x="9059169" y="1166208"/>
                  <a:pt x="9227428" y="1329252"/>
                  <a:pt x="9477297" y="1329252"/>
                </a:cubicBezTo>
                <a:cubicBezTo>
                  <a:pt x="9703054" y="1329252"/>
                  <a:pt x="9830771" y="1191897"/>
                  <a:pt x="9856739" y="1003427"/>
                </a:cubicBezTo>
                <a:lnTo>
                  <a:pt x="9710473" y="968564"/>
                </a:lnTo>
                <a:cubicBezTo>
                  <a:pt x="9684506" y="1140520"/>
                  <a:pt x="9610579" y="1199236"/>
                  <a:pt x="9488426" y="1199236"/>
                </a:cubicBezTo>
                <a:cubicBezTo>
                  <a:pt x="9310894" y="1199236"/>
                  <a:pt x="9220008" y="1071056"/>
                  <a:pt x="9220008" y="851392"/>
                </a:cubicBezTo>
                <a:cubicBezTo>
                  <a:pt x="9220008" y="622554"/>
                  <a:pt x="9316193" y="507218"/>
                  <a:pt x="9481006" y="507218"/>
                </a:cubicBezTo>
                <a:cubicBezTo>
                  <a:pt x="9597595" y="507218"/>
                  <a:pt x="9682651" y="564100"/>
                  <a:pt x="9710473" y="726881"/>
                </a:cubicBezTo>
                <a:lnTo>
                  <a:pt x="9856739" y="692018"/>
                </a:lnTo>
                <a:cubicBezTo>
                  <a:pt x="9830771" y="505383"/>
                  <a:pt x="9703054" y="377202"/>
                  <a:pt x="9484716" y="377202"/>
                </a:cubicBezTo>
                <a:moveTo>
                  <a:pt x="5112923" y="29358"/>
                </a:moveTo>
                <a:lnTo>
                  <a:pt x="4868618" y="29358"/>
                </a:lnTo>
                <a:lnTo>
                  <a:pt x="4485467" y="1061881"/>
                </a:lnTo>
                <a:lnTo>
                  <a:pt x="4100726" y="29358"/>
                </a:lnTo>
                <a:lnTo>
                  <a:pt x="3845291" y="29358"/>
                </a:lnTo>
                <a:lnTo>
                  <a:pt x="3845291" y="1310641"/>
                </a:lnTo>
                <a:lnTo>
                  <a:pt x="4006130" y="1310641"/>
                </a:lnTo>
                <a:lnTo>
                  <a:pt x="4006130" y="206819"/>
                </a:lnTo>
                <a:lnTo>
                  <a:pt x="4418694" y="1310641"/>
                </a:lnTo>
                <a:lnTo>
                  <a:pt x="4542701" y="1310641"/>
                </a:lnTo>
                <a:lnTo>
                  <a:pt x="4951820" y="204984"/>
                </a:lnTo>
                <a:lnTo>
                  <a:pt x="4951820" y="1310641"/>
                </a:lnTo>
                <a:lnTo>
                  <a:pt x="5112923" y="1310641"/>
                </a:lnTo>
                <a:lnTo>
                  <a:pt x="5112923" y="29358"/>
                </a:lnTo>
                <a:moveTo>
                  <a:pt x="6688984" y="1198974"/>
                </a:moveTo>
                <a:cubicBezTo>
                  <a:pt x="6537154" y="1198974"/>
                  <a:pt x="6435405" y="1090977"/>
                  <a:pt x="6435405" y="852965"/>
                </a:cubicBezTo>
                <a:cubicBezTo>
                  <a:pt x="6435405" y="613118"/>
                  <a:pt x="6537154" y="506956"/>
                  <a:pt x="6688984" y="506956"/>
                </a:cubicBezTo>
                <a:cubicBezTo>
                  <a:pt x="6840814" y="506956"/>
                  <a:pt x="6942564" y="613118"/>
                  <a:pt x="6942564" y="852965"/>
                </a:cubicBezTo>
                <a:cubicBezTo>
                  <a:pt x="6942564" y="1090977"/>
                  <a:pt x="6840814" y="1198974"/>
                  <a:pt x="6688984" y="1198974"/>
                </a:cubicBezTo>
                <a:moveTo>
                  <a:pt x="7092538" y="29358"/>
                </a:moveTo>
                <a:lnTo>
                  <a:pt x="6938854" y="29358"/>
                </a:lnTo>
                <a:lnTo>
                  <a:pt x="6938854" y="571177"/>
                </a:lnTo>
                <a:cubicBezTo>
                  <a:pt x="6905467" y="470520"/>
                  <a:pt x="6824120" y="377202"/>
                  <a:pt x="6663017" y="377202"/>
                </a:cubicBezTo>
                <a:cubicBezTo>
                  <a:pt x="6455808" y="377202"/>
                  <a:pt x="6274301" y="538411"/>
                  <a:pt x="6274301" y="858732"/>
                </a:cubicBezTo>
                <a:cubicBezTo>
                  <a:pt x="6274301" y="1182722"/>
                  <a:pt x="6455543" y="1329252"/>
                  <a:pt x="6650033" y="1329252"/>
                </a:cubicBezTo>
                <a:cubicBezTo>
                  <a:pt x="6796299" y="1329252"/>
                  <a:pt x="6903612" y="1245109"/>
                  <a:pt x="6938854" y="1126103"/>
                </a:cubicBezTo>
                <a:lnTo>
                  <a:pt x="6938854" y="1195567"/>
                </a:lnTo>
                <a:cubicBezTo>
                  <a:pt x="6938854" y="1237769"/>
                  <a:pt x="6942564" y="1283380"/>
                  <a:pt x="6948128" y="1310903"/>
                </a:cubicBezTo>
                <a:lnTo>
                  <a:pt x="7103667" y="1310903"/>
                </a:lnTo>
                <a:cubicBezTo>
                  <a:pt x="7096248" y="1266865"/>
                  <a:pt x="7092538" y="1202906"/>
                  <a:pt x="7092538" y="1120598"/>
                </a:cubicBezTo>
                <a:lnTo>
                  <a:pt x="7092538" y="29358"/>
                </a:lnTo>
                <a:moveTo>
                  <a:pt x="8258155" y="29358"/>
                </a:moveTo>
                <a:lnTo>
                  <a:pt x="7258942" y="29358"/>
                </a:lnTo>
                <a:lnTo>
                  <a:pt x="7258942" y="163044"/>
                </a:lnTo>
                <a:lnTo>
                  <a:pt x="7678924" y="163044"/>
                </a:lnTo>
                <a:lnTo>
                  <a:pt x="7678924" y="1310903"/>
                </a:lnTo>
                <a:lnTo>
                  <a:pt x="7840028" y="1310903"/>
                </a:lnTo>
                <a:lnTo>
                  <a:pt x="7840028" y="163044"/>
                </a:lnTo>
                <a:lnTo>
                  <a:pt x="8258155" y="163044"/>
                </a:lnTo>
                <a:lnTo>
                  <a:pt x="8258155" y="29358"/>
                </a:lnTo>
                <a:moveTo>
                  <a:pt x="10185835" y="29358"/>
                </a:moveTo>
                <a:lnTo>
                  <a:pt x="10032151" y="29358"/>
                </a:lnTo>
                <a:lnTo>
                  <a:pt x="10032151" y="1310641"/>
                </a:lnTo>
                <a:lnTo>
                  <a:pt x="10185835" y="1310641"/>
                </a:lnTo>
                <a:lnTo>
                  <a:pt x="10185835" y="708532"/>
                </a:lnTo>
                <a:cubicBezTo>
                  <a:pt x="10185835" y="580352"/>
                  <a:pt x="10250489" y="494374"/>
                  <a:pt x="10387480" y="494374"/>
                </a:cubicBezTo>
                <a:cubicBezTo>
                  <a:pt x="10522617" y="494374"/>
                  <a:pt x="10587270" y="580352"/>
                  <a:pt x="10587270" y="708532"/>
                </a:cubicBezTo>
                <a:lnTo>
                  <a:pt x="10587270" y="1310903"/>
                </a:lnTo>
                <a:lnTo>
                  <a:pt x="10740955" y="1310903"/>
                </a:lnTo>
                <a:lnTo>
                  <a:pt x="10740955" y="677339"/>
                </a:lnTo>
                <a:cubicBezTo>
                  <a:pt x="10740955" y="505383"/>
                  <a:pt x="10633640" y="377202"/>
                  <a:pt x="10443125" y="377202"/>
                </a:cubicBezTo>
                <a:cubicBezTo>
                  <a:pt x="10315408" y="377202"/>
                  <a:pt x="10221077" y="434084"/>
                  <a:pt x="10185835" y="536576"/>
                </a:cubicBezTo>
                <a:lnTo>
                  <a:pt x="10185835" y="29358"/>
                </a:lnTo>
                <a:moveTo>
                  <a:pt x="2759431" y="1339999"/>
                </a:moveTo>
                <a:cubicBezTo>
                  <a:pt x="3068390" y="1339999"/>
                  <a:pt x="3188688" y="1157034"/>
                  <a:pt x="3188688" y="917186"/>
                </a:cubicBezTo>
                <a:lnTo>
                  <a:pt x="3188688" y="29358"/>
                </a:lnTo>
                <a:lnTo>
                  <a:pt x="2959221" y="29358"/>
                </a:lnTo>
                <a:lnTo>
                  <a:pt x="2959221" y="975903"/>
                </a:lnTo>
                <a:cubicBezTo>
                  <a:pt x="2959221" y="1129772"/>
                  <a:pt x="2900132" y="1221255"/>
                  <a:pt x="2759431" y="1221255"/>
                </a:cubicBezTo>
                <a:cubicBezTo>
                  <a:pt x="2620585" y="1221255"/>
                  <a:pt x="2559641" y="1124268"/>
                  <a:pt x="2559641" y="957554"/>
                </a:cubicBezTo>
                <a:lnTo>
                  <a:pt x="2559641" y="781928"/>
                </a:lnTo>
                <a:lnTo>
                  <a:pt x="2330175" y="838548"/>
                </a:lnTo>
                <a:lnTo>
                  <a:pt x="2330175" y="917186"/>
                </a:lnTo>
                <a:cubicBezTo>
                  <a:pt x="2329910" y="1157034"/>
                  <a:pt x="2450207" y="1339999"/>
                  <a:pt x="2759431" y="1339999"/>
                </a:cubicBezTo>
                <a:moveTo>
                  <a:pt x="1537905" y="1206314"/>
                </a:moveTo>
                <a:cubicBezTo>
                  <a:pt x="1360373" y="1206314"/>
                  <a:pt x="1251204" y="1063454"/>
                  <a:pt x="1251204" y="911682"/>
                </a:cubicBezTo>
                <a:cubicBezTo>
                  <a:pt x="1251204" y="816529"/>
                  <a:pt x="1293864" y="728716"/>
                  <a:pt x="1364082" y="679174"/>
                </a:cubicBezTo>
                <a:lnTo>
                  <a:pt x="1782210" y="1131345"/>
                </a:lnTo>
                <a:cubicBezTo>
                  <a:pt x="1704573" y="1176955"/>
                  <a:pt x="1617662" y="1206314"/>
                  <a:pt x="1537905" y="1206314"/>
                </a:cubicBezTo>
                <a:moveTo>
                  <a:pt x="1761807" y="550993"/>
                </a:moveTo>
                <a:cubicBezTo>
                  <a:pt x="1911782" y="550993"/>
                  <a:pt x="2004258" y="636971"/>
                  <a:pt x="2004258" y="785336"/>
                </a:cubicBezTo>
                <a:cubicBezTo>
                  <a:pt x="2004258" y="851130"/>
                  <a:pt x="1985709" y="919021"/>
                  <a:pt x="1945168" y="981146"/>
                </a:cubicBezTo>
                <a:lnTo>
                  <a:pt x="1582420" y="585856"/>
                </a:lnTo>
                <a:cubicBezTo>
                  <a:pt x="1647074" y="560168"/>
                  <a:pt x="1710137" y="550993"/>
                  <a:pt x="1761807" y="550993"/>
                </a:cubicBezTo>
                <a:moveTo>
                  <a:pt x="1537905" y="96987"/>
                </a:moveTo>
                <a:cubicBezTo>
                  <a:pt x="1647074" y="96987"/>
                  <a:pt x="1711727" y="159112"/>
                  <a:pt x="1711727" y="272613"/>
                </a:cubicBezTo>
                <a:cubicBezTo>
                  <a:pt x="1711727" y="376940"/>
                  <a:pt x="1659792" y="475763"/>
                  <a:pt x="1532340" y="532644"/>
                </a:cubicBezTo>
                <a:lnTo>
                  <a:pt x="1452848" y="444831"/>
                </a:lnTo>
                <a:cubicBezTo>
                  <a:pt x="1382630" y="368028"/>
                  <a:pt x="1362227" y="320321"/>
                  <a:pt x="1362227" y="263701"/>
                </a:cubicBezTo>
                <a:cubicBezTo>
                  <a:pt x="1362227" y="157539"/>
                  <a:pt x="1430590" y="96987"/>
                  <a:pt x="1537905" y="96987"/>
                </a:cubicBezTo>
                <a:moveTo>
                  <a:pt x="2002403" y="1043532"/>
                </a:moveTo>
                <a:cubicBezTo>
                  <a:pt x="2102298" y="926361"/>
                  <a:pt x="2159797" y="798180"/>
                  <a:pt x="2159797" y="686514"/>
                </a:cubicBezTo>
                <a:cubicBezTo>
                  <a:pt x="2159797" y="547324"/>
                  <a:pt x="2065466" y="454006"/>
                  <a:pt x="1917346" y="454006"/>
                </a:cubicBezTo>
                <a:cubicBezTo>
                  <a:pt x="1839709" y="454006"/>
                  <a:pt x="1752533" y="476025"/>
                  <a:pt x="1695299" y="498044"/>
                </a:cubicBezTo>
                <a:lnTo>
                  <a:pt x="1691589" y="490704"/>
                </a:lnTo>
                <a:cubicBezTo>
                  <a:pt x="1832290" y="415735"/>
                  <a:pt x="1891379" y="346009"/>
                  <a:pt x="1891379" y="249022"/>
                </a:cubicBezTo>
                <a:cubicBezTo>
                  <a:pt x="1891379" y="109832"/>
                  <a:pt x="1765517" y="0"/>
                  <a:pt x="1543469" y="0"/>
                </a:cubicBezTo>
                <a:cubicBezTo>
                  <a:pt x="1288035" y="0"/>
                  <a:pt x="1162173" y="141025"/>
                  <a:pt x="1162173" y="316651"/>
                </a:cubicBezTo>
                <a:cubicBezTo>
                  <a:pt x="1162173" y="411803"/>
                  <a:pt x="1202978" y="506956"/>
                  <a:pt x="1310293" y="622292"/>
                </a:cubicBezTo>
                <a:lnTo>
                  <a:pt x="1312147" y="625962"/>
                </a:lnTo>
                <a:cubicBezTo>
                  <a:pt x="1130906" y="711940"/>
                  <a:pt x="1047439" y="851130"/>
                  <a:pt x="1047439" y="993990"/>
                </a:cubicBezTo>
                <a:cubicBezTo>
                  <a:pt x="1047439" y="1182460"/>
                  <a:pt x="1193704" y="1339999"/>
                  <a:pt x="1419462" y="1339999"/>
                </a:cubicBezTo>
                <a:cubicBezTo>
                  <a:pt x="1549033" y="1339999"/>
                  <a:pt x="1700863" y="1286787"/>
                  <a:pt x="1837589" y="1191635"/>
                </a:cubicBezTo>
                <a:lnTo>
                  <a:pt x="1948613" y="1310641"/>
                </a:lnTo>
                <a:lnTo>
                  <a:pt x="2239024" y="1310641"/>
                </a:lnTo>
                <a:lnTo>
                  <a:pt x="2239024" y="1301466"/>
                </a:lnTo>
                <a:lnTo>
                  <a:pt x="2002403" y="1043532"/>
                </a:lnTo>
                <a:close/>
                <a:moveTo>
                  <a:pt x="429257" y="1339999"/>
                </a:moveTo>
                <a:cubicBezTo>
                  <a:pt x="738215" y="1339999"/>
                  <a:pt x="858513" y="1157034"/>
                  <a:pt x="858513" y="917186"/>
                </a:cubicBezTo>
                <a:lnTo>
                  <a:pt x="858513" y="29358"/>
                </a:lnTo>
                <a:lnTo>
                  <a:pt x="629046" y="29358"/>
                </a:lnTo>
                <a:lnTo>
                  <a:pt x="629046" y="975903"/>
                </a:lnTo>
                <a:cubicBezTo>
                  <a:pt x="629046" y="1129772"/>
                  <a:pt x="569957" y="1221255"/>
                  <a:pt x="429257" y="1221255"/>
                </a:cubicBezTo>
                <a:cubicBezTo>
                  <a:pt x="290411" y="1221255"/>
                  <a:pt x="229467" y="1124268"/>
                  <a:pt x="229467" y="957554"/>
                </a:cubicBezTo>
                <a:lnTo>
                  <a:pt x="229467" y="781928"/>
                </a:lnTo>
                <a:lnTo>
                  <a:pt x="0" y="838548"/>
                </a:lnTo>
                <a:lnTo>
                  <a:pt x="0" y="917186"/>
                </a:lnTo>
                <a:cubicBezTo>
                  <a:pt x="0" y="1157034"/>
                  <a:pt x="120298" y="1339999"/>
                  <a:pt x="429257" y="1339999"/>
                </a:cubicBezTo>
              </a:path>
            </a:pathLst>
          </a:custGeom>
          <a:solidFill>
            <a:schemeClr val="bg1"/>
          </a:solidFill>
          <a:ln w="26484" cap="flat">
            <a:noFill/>
            <a:prstDash val="solid"/>
            <a:miter/>
          </a:ln>
        </p:spPr>
        <p:txBody>
          <a:bodyPr rtlCol="0" anchor="ctr"/>
          <a:lstStyle/>
          <a:p>
            <a:endParaRPr lang="en-GB"/>
          </a:p>
        </p:txBody>
      </p:sp>
      <p:sp>
        <p:nvSpPr>
          <p:cNvPr id="16" name="TextBox 15">
            <a:extLst>
              <a:ext uri="{FF2B5EF4-FFF2-40B4-BE49-F238E27FC236}">
                <a16:creationId xmlns:a16="http://schemas.microsoft.com/office/drawing/2014/main" id="{02F0AB1D-249A-C4D6-78E7-F86A8A0F8B18}"/>
              </a:ext>
            </a:extLst>
          </p:cNvPr>
          <p:cNvSpPr txBox="1"/>
          <p:nvPr userDrawn="1"/>
        </p:nvSpPr>
        <p:spPr>
          <a:xfrm>
            <a:off x="10302828" y="6419850"/>
            <a:ext cx="931467" cy="138114"/>
          </a:xfrm>
          <a:prstGeom prst="rect">
            <a:avLst/>
          </a:prstGeom>
          <a:noFill/>
        </p:spPr>
        <p:txBody>
          <a:bodyPr wrap="square" lIns="0" tIns="0" rIns="0" bIns="0" rtlCol="0" anchor="ctr" anchorCtr="0">
            <a:noAutofit/>
          </a:bodyPr>
          <a:lstStyle/>
          <a:p>
            <a:pPr algn="l"/>
            <a:r>
              <a:rPr lang="en-US" sz="1100" kern="1200" noProof="1">
                <a:solidFill>
                  <a:schemeClr val="bg1"/>
                </a:solidFill>
                <a:latin typeface="+mn-lt"/>
                <a:ea typeface="+mn-ea"/>
                <a:cs typeface="+mn-cs"/>
              </a:rPr>
              <a:t>Orthopaedics</a:t>
            </a:r>
          </a:p>
        </p:txBody>
      </p:sp>
      <p:sp>
        <p:nvSpPr>
          <p:cNvPr id="17" name="Rectangle 16">
            <a:extLst>
              <a:ext uri="{FF2B5EF4-FFF2-40B4-BE49-F238E27FC236}">
                <a16:creationId xmlns:a16="http://schemas.microsoft.com/office/drawing/2014/main" id="{C95025C5-DAF8-5BE8-CD70-848B58D18D22}"/>
              </a:ext>
            </a:extLst>
          </p:cNvPr>
          <p:cNvSpPr/>
          <p:nvPr userDrawn="1"/>
        </p:nvSpPr>
        <p:spPr>
          <a:xfrm>
            <a:off x="10193101" y="6333458"/>
            <a:ext cx="18288" cy="3108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Tree>
    <p:extLst>
      <p:ext uri="{BB962C8B-B14F-4D97-AF65-F5344CB8AC3E}">
        <p14:creationId xmlns:p14="http://schemas.microsoft.com/office/powerpoint/2010/main" val="85412993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Team Slide x 3">
    <p:bg>
      <p:bgPr>
        <a:solidFill>
          <a:schemeClr val="tx2"/>
        </a:solidFill>
        <a:effectLst/>
      </p:bgPr>
    </p:bg>
    <p:spTree>
      <p:nvGrpSpPr>
        <p:cNvPr id="1" name=""/>
        <p:cNvGrpSpPr/>
        <p:nvPr/>
      </p:nvGrpSpPr>
      <p:grpSpPr>
        <a:xfrm>
          <a:off x="0" y="0"/>
          <a:ext cx="0" cy="0"/>
          <a:chOff x="0" y="0"/>
          <a:chExt cx="0" cy="0"/>
        </a:xfrm>
      </p:grpSpPr>
      <p:sp>
        <p:nvSpPr>
          <p:cNvPr id="23" name="Picture Placeholder 3">
            <a:extLst>
              <a:ext uri="{FF2B5EF4-FFF2-40B4-BE49-F238E27FC236}">
                <a16:creationId xmlns:a16="http://schemas.microsoft.com/office/drawing/2014/main" id="{9858E5CC-B320-8459-7BD7-5CE14C5E3AC9}"/>
              </a:ext>
            </a:extLst>
          </p:cNvPr>
          <p:cNvSpPr>
            <a:spLocks noGrp="1"/>
          </p:cNvSpPr>
          <p:nvPr>
            <p:ph type="pic" sz="quarter" idx="23" hasCustomPrompt="1"/>
          </p:nvPr>
        </p:nvSpPr>
        <p:spPr>
          <a:xfrm>
            <a:off x="6161089" y="1309284"/>
            <a:ext cx="2795588" cy="2922992"/>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24" name="Text Placeholder 10">
            <a:extLst>
              <a:ext uri="{FF2B5EF4-FFF2-40B4-BE49-F238E27FC236}">
                <a16:creationId xmlns:a16="http://schemas.microsoft.com/office/drawing/2014/main" id="{BA241006-FA7F-3ABD-E9C0-8E177A254F71}"/>
              </a:ext>
            </a:extLst>
          </p:cNvPr>
          <p:cNvSpPr>
            <a:spLocks noGrp="1"/>
          </p:cNvSpPr>
          <p:nvPr>
            <p:ph type="body" sz="quarter" idx="24" hasCustomPrompt="1"/>
          </p:nvPr>
        </p:nvSpPr>
        <p:spPr>
          <a:xfrm>
            <a:off x="6161088" y="4376738"/>
            <a:ext cx="2797905" cy="1893887"/>
          </a:xfrm>
        </p:spPr>
        <p:txBody>
          <a:bodyPr/>
          <a:lstStyle>
            <a:lvl1pPr>
              <a:spcBef>
                <a:spcPts val="0"/>
              </a:spcBef>
              <a:spcAft>
                <a:spcPts val="0"/>
              </a:spcAft>
              <a:defRPr lang="en-GB" sz="1400" b="1" i="0" kern="1200" dirty="0">
                <a:solidFill>
                  <a:schemeClr val="bg1"/>
                </a:solidFill>
                <a:latin typeface="Johnson Text" pitchFamily="2" charset="77"/>
                <a:ea typeface="+mn-ea"/>
                <a:cs typeface="+mn-cs"/>
              </a:defRPr>
            </a:lvl1pPr>
            <a:lvl2pPr marL="0" indent="0">
              <a:spcBef>
                <a:spcPts val="0"/>
              </a:spcBef>
              <a:spcAft>
                <a:spcPts val="0"/>
              </a:spcAft>
              <a:buNone/>
              <a:defRPr sz="1400" b="0" i="0">
                <a:solidFill>
                  <a:schemeClr val="bg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2" name="Picture Placeholder 3">
            <a:extLst>
              <a:ext uri="{FF2B5EF4-FFF2-40B4-BE49-F238E27FC236}">
                <a16:creationId xmlns:a16="http://schemas.microsoft.com/office/drawing/2014/main" id="{AE4666F2-0E72-5C8A-DFF8-2DD7C6E4BAAE}"/>
              </a:ext>
            </a:extLst>
          </p:cNvPr>
          <p:cNvSpPr>
            <a:spLocks noGrp="1"/>
          </p:cNvSpPr>
          <p:nvPr>
            <p:ph type="pic" sz="quarter" idx="25" hasCustomPrompt="1"/>
          </p:nvPr>
        </p:nvSpPr>
        <p:spPr>
          <a:xfrm>
            <a:off x="3225801" y="1309284"/>
            <a:ext cx="2795588" cy="2922992"/>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4" name="Text Placeholder 10">
            <a:extLst>
              <a:ext uri="{FF2B5EF4-FFF2-40B4-BE49-F238E27FC236}">
                <a16:creationId xmlns:a16="http://schemas.microsoft.com/office/drawing/2014/main" id="{9C68E616-CAC0-EE06-D15E-AFFEF3740EFF}"/>
              </a:ext>
            </a:extLst>
          </p:cNvPr>
          <p:cNvSpPr>
            <a:spLocks noGrp="1"/>
          </p:cNvSpPr>
          <p:nvPr>
            <p:ph type="body" sz="quarter" idx="26" hasCustomPrompt="1"/>
          </p:nvPr>
        </p:nvSpPr>
        <p:spPr>
          <a:xfrm>
            <a:off x="3225800" y="4376738"/>
            <a:ext cx="2794731" cy="1893887"/>
          </a:xfrm>
        </p:spPr>
        <p:txBody>
          <a:bodyPr/>
          <a:lstStyle>
            <a:lvl1pPr>
              <a:spcBef>
                <a:spcPts val="0"/>
              </a:spcBef>
              <a:spcAft>
                <a:spcPts val="0"/>
              </a:spcAft>
              <a:defRPr lang="en-GB" sz="1400" b="1" i="0" kern="1200" dirty="0">
                <a:solidFill>
                  <a:schemeClr val="bg1"/>
                </a:solidFill>
                <a:latin typeface="Johnson Text" pitchFamily="2" charset="77"/>
                <a:ea typeface="+mn-ea"/>
                <a:cs typeface="+mn-cs"/>
              </a:defRPr>
            </a:lvl1pPr>
            <a:lvl2pPr marL="0" indent="0">
              <a:spcBef>
                <a:spcPts val="0"/>
              </a:spcBef>
              <a:spcAft>
                <a:spcPts val="0"/>
              </a:spcAft>
              <a:buNone/>
              <a:defRPr sz="1400" b="0" i="0">
                <a:solidFill>
                  <a:schemeClr val="bg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9" name="Picture Placeholder 3">
            <a:extLst>
              <a:ext uri="{FF2B5EF4-FFF2-40B4-BE49-F238E27FC236}">
                <a16:creationId xmlns:a16="http://schemas.microsoft.com/office/drawing/2014/main" id="{2D83ADDB-0799-3ABA-AFB5-0EF907EBBC1C}"/>
              </a:ext>
            </a:extLst>
          </p:cNvPr>
          <p:cNvSpPr>
            <a:spLocks noGrp="1"/>
          </p:cNvSpPr>
          <p:nvPr>
            <p:ph type="pic" sz="quarter" idx="27" hasCustomPrompt="1"/>
          </p:nvPr>
        </p:nvSpPr>
        <p:spPr>
          <a:xfrm>
            <a:off x="9119384" y="1309284"/>
            <a:ext cx="2795588" cy="2922992"/>
          </a:xfrm>
          <a:solidFill>
            <a:srgbClr val="F6F3F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10" name="Text Placeholder 10">
            <a:extLst>
              <a:ext uri="{FF2B5EF4-FFF2-40B4-BE49-F238E27FC236}">
                <a16:creationId xmlns:a16="http://schemas.microsoft.com/office/drawing/2014/main" id="{5A40ED4D-9D7E-FA31-0E92-48608769B8DC}"/>
              </a:ext>
            </a:extLst>
          </p:cNvPr>
          <p:cNvSpPr>
            <a:spLocks noGrp="1"/>
          </p:cNvSpPr>
          <p:nvPr>
            <p:ph type="body" sz="quarter" idx="28" hasCustomPrompt="1"/>
          </p:nvPr>
        </p:nvSpPr>
        <p:spPr>
          <a:xfrm>
            <a:off x="9119383" y="4376738"/>
            <a:ext cx="2797905" cy="1893887"/>
          </a:xfrm>
        </p:spPr>
        <p:txBody>
          <a:bodyPr/>
          <a:lstStyle>
            <a:lvl1pPr>
              <a:spcBef>
                <a:spcPts val="0"/>
              </a:spcBef>
              <a:spcAft>
                <a:spcPts val="0"/>
              </a:spcAft>
              <a:defRPr lang="en-GB" sz="1400" b="1" i="0" kern="1200" dirty="0">
                <a:solidFill>
                  <a:schemeClr val="bg1"/>
                </a:solidFill>
                <a:latin typeface="Johnson Text" pitchFamily="2" charset="77"/>
                <a:ea typeface="+mn-ea"/>
                <a:cs typeface="+mn-cs"/>
              </a:defRPr>
            </a:lvl1pPr>
            <a:lvl2pPr marL="0" indent="0">
              <a:spcBef>
                <a:spcPts val="0"/>
              </a:spcBef>
              <a:spcAft>
                <a:spcPts val="0"/>
              </a:spcAft>
              <a:buNone/>
              <a:defRPr sz="1400" b="0" i="0">
                <a:solidFill>
                  <a:schemeClr val="bg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8" name="Text Placeholder 7">
            <a:extLst>
              <a:ext uri="{FF2B5EF4-FFF2-40B4-BE49-F238E27FC236}">
                <a16:creationId xmlns:a16="http://schemas.microsoft.com/office/drawing/2014/main" id="{048FEEB1-636D-38E4-1003-F9C2F0009989}"/>
              </a:ext>
            </a:extLst>
          </p:cNvPr>
          <p:cNvSpPr>
            <a:spLocks noGrp="1"/>
          </p:cNvSpPr>
          <p:nvPr>
            <p:ph type="body" sz="quarter" idx="15"/>
          </p:nvPr>
        </p:nvSpPr>
        <p:spPr>
          <a:xfrm>
            <a:off x="288925" y="4376738"/>
            <a:ext cx="2776485" cy="1893887"/>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
        <p:nvSpPr>
          <p:cNvPr id="12" name="Title 11">
            <a:extLst>
              <a:ext uri="{FF2B5EF4-FFF2-40B4-BE49-F238E27FC236}">
                <a16:creationId xmlns:a16="http://schemas.microsoft.com/office/drawing/2014/main" id="{C45B8B1D-DD68-528A-E1DB-9EC7F9835CC4}"/>
              </a:ext>
            </a:extLst>
          </p:cNvPr>
          <p:cNvSpPr>
            <a:spLocks noGrp="1"/>
          </p:cNvSpPr>
          <p:nvPr>
            <p:ph type="title"/>
          </p:nvPr>
        </p:nvSpPr>
        <p:spPr>
          <a:xfrm>
            <a:off x="288303" y="262800"/>
            <a:ext cx="9649446" cy="468590"/>
          </a:xfrm>
        </p:spPr>
        <p:txBody>
          <a:bodyPr/>
          <a:lstStyle>
            <a:lvl1pPr>
              <a:defRPr>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A56CA54C-86BC-245E-8EEE-F0C02489F097}"/>
              </a:ext>
            </a:extLst>
          </p:cNvPr>
          <p:cNvSpPr>
            <a:spLocks noGrp="1"/>
          </p:cNvSpPr>
          <p:nvPr>
            <p:ph type="subTitle" idx="16" hasCustomPrompt="1"/>
          </p:nvPr>
        </p:nvSpPr>
        <p:spPr>
          <a:xfrm>
            <a:off x="288301" y="713620"/>
            <a:ext cx="9649445" cy="292965"/>
          </a:xfrm>
        </p:spPr>
        <p:txBody>
          <a:bodyPr vert="horz" wrap="square" lIns="0" tIns="0" rIns="0" bIns="0" rtlCol="0" anchor="t">
            <a:spAutoFit/>
          </a:bodyPr>
          <a:lstStyle>
            <a:lvl1pPr>
              <a:defRPr lang="en-GB" b="1" dirty="0">
                <a:solidFill>
                  <a:schemeClr val="bg1"/>
                </a:solidFill>
              </a:defRPr>
            </a:lvl1pPr>
          </a:lstStyle>
          <a:p>
            <a:pPr lvl="0">
              <a:spcBef>
                <a:spcPts val="0"/>
              </a:spcBef>
              <a:spcAft>
                <a:spcPts val="0"/>
              </a:spcAft>
            </a:pPr>
            <a:r>
              <a:rPr lang="en-GB"/>
              <a:t>Subtitle goes here if required</a:t>
            </a:r>
          </a:p>
        </p:txBody>
      </p:sp>
      <p:sp>
        <p:nvSpPr>
          <p:cNvPr id="13" name="Slide Number Placeholder 12">
            <a:extLst>
              <a:ext uri="{FF2B5EF4-FFF2-40B4-BE49-F238E27FC236}">
                <a16:creationId xmlns:a16="http://schemas.microsoft.com/office/drawing/2014/main" id="{482FD8FC-F7B2-9C6C-B17A-E86A85F913ED}"/>
              </a:ext>
            </a:extLst>
          </p:cNvPr>
          <p:cNvSpPr>
            <a:spLocks noGrp="1"/>
          </p:cNvSpPr>
          <p:nvPr>
            <p:ph type="sldNum" sz="quarter" idx="30"/>
          </p:nvPr>
        </p:nvSpPr>
        <p:spPr/>
        <p:txBody>
          <a:bodyPr/>
          <a:lstStyle>
            <a:lvl1pPr>
              <a:defRPr>
                <a:solidFill>
                  <a:schemeClr val="bg1"/>
                </a:solidFill>
              </a:defRPr>
            </a:lvl1pPr>
          </a:lstStyle>
          <a:p>
            <a:fld id="{AEC8D767-5246-2244-A4A3-B8AFB218393C}" type="slidenum">
              <a:rPr lang="en-GB" smtClean="0"/>
              <a:pPr/>
              <a:t>‹#›</a:t>
            </a:fld>
            <a:endParaRPr lang="en-GB"/>
          </a:p>
        </p:txBody>
      </p:sp>
      <p:sp>
        <p:nvSpPr>
          <p:cNvPr id="7" name="Graphic 8">
            <a:extLst>
              <a:ext uri="{FF2B5EF4-FFF2-40B4-BE49-F238E27FC236}">
                <a16:creationId xmlns:a16="http://schemas.microsoft.com/office/drawing/2014/main" id="{99BAE8CC-7C5B-0C8C-C2AB-0A178BEFBB94}"/>
              </a:ext>
            </a:extLst>
          </p:cNvPr>
          <p:cNvSpPr>
            <a:spLocks noChangeAspect="1"/>
          </p:cNvSpPr>
          <p:nvPr userDrawn="1"/>
        </p:nvSpPr>
        <p:spPr>
          <a:xfrm>
            <a:off x="288304" y="6417655"/>
            <a:ext cx="1159200" cy="144618"/>
          </a:xfrm>
          <a:custGeom>
            <a:avLst/>
            <a:gdLst>
              <a:gd name="connsiteX0" fmla="*/ 5490245 w 10740954"/>
              <a:gd name="connsiteY0" fmla="*/ 754143 h 1339999"/>
              <a:gd name="connsiteX1" fmla="*/ 5740115 w 10740954"/>
              <a:gd name="connsiteY1" fmla="*/ 501451 h 1339999"/>
              <a:gd name="connsiteX2" fmla="*/ 5964018 w 10740954"/>
              <a:gd name="connsiteY2" fmla="*/ 754143 h 1339999"/>
              <a:gd name="connsiteX3" fmla="*/ 5490245 w 10740954"/>
              <a:gd name="connsiteY3" fmla="*/ 754143 h 1339999"/>
              <a:gd name="connsiteX4" fmla="*/ 5739850 w 10740954"/>
              <a:gd name="connsiteY4" fmla="*/ 377202 h 1339999"/>
              <a:gd name="connsiteX5" fmla="*/ 5325432 w 10740954"/>
              <a:gd name="connsiteY5" fmla="*/ 860567 h 1339999"/>
              <a:gd name="connsiteX6" fmla="*/ 5739850 w 10740954"/>
              <a:gd name="connsiteY6" fmla="*/ 1329252 h 1339999"/>
              <a:gd name="connsiteX7" fmla="*/ 6117437 w 10740954"/>
              <a:gd name="connsiteY7" fmla="*/ 1030950 h 1339999"/>
              <a:gd name="connsiteX8" fmla="*/ 5976736 w 10740954"/>
              <a:gd name="connsiteY8" fmla="*/ 994252 h 1339999"/>
              <a:gd name="connsiteX9" fmla="*/ 5754689 w 10740954"/>
              <a:gd name="connsiteY9" fmla="*/ 1201071 h 1339999"/>
              <a:gd name="connsiteX10" fmla="*/ 5484416 w 10740954"/>
              <a:gd name="connsiteY10" fmla="*/ 862402 h 1339999"/>
              <a:gd name="connsiteX11" fmla="*/ 6119027 w 10740954"/>
              <a:gd name="connsiteY11" fmla="*/ 862402 h 1339999"/>
              <a:gd name="connsiteX12" fmla="*/ 6119027 w 10740954"/>
              <a:gd name="connsiteY12" fmla="*/ 811025 h 1339999"/>
              <a:gd name="connsiteX13" fmla="*/ 5739850 w 10740954"/>
              <a:gd name="connsiteY13" fmla="*/ 377202 h 1339999"/>
              <a:gd name="connsiteX14" fmla="*/ 8274584 w 10740954"/>
              <a:gd name="connsiteY14" fmla="*/ 754143 h 1339999"/>
              <a:gd name="connsiteX15" fmla="*/ 8524454 w 10740954"/>
              <a:gd name="connsiteY15" fmla="*/ 501451 h 1339999"/>
              <a:gd name="connsiteX16" fmla="*/ 8748356 w 10740954"/>
              <a:gd name="connsiteY16" fmla="*/ 754143 h 1339999"/>
              <a:gd name="connsiteX17" fmla="*/ 8274584 w 10740954"/>
              <a:gd name="connsiteY17" fmla="*/ 754143 h 1339999"/>
              <a:gd name="connsiteX18" fmla="*/ 8524454 w 10740954"/>
              <a:gd name="connsiteY18" fmla="*/ 377202 h 1339999"/>
              <a:gd name="connsiteX19" fmla="*/ 8110035 w 10740954"/>
              <a:gd name="connsiteY19" fmla="*/ 860567 h 1339999"/>
              <a:gd name="connsiteX20" fmla="*/ 8524454 w 10740954"/>
              <a:gd name="connsiteY20" fmla="*/ 1329252 h 1339999"/>
              <a:gd name="connsiteX21" fmla="*/ 8902041 w 10740954"/>
              <a:gd name="connsiteY21" fmla="*/ 1030950 h 1339999"/>
              <a:gd name="connsiteX22" fmla="*/ 8761340 w 10740954"/>
              <a:gd name="connsiteY22" fmla="*/ 994252 h 1339999"/>
              <a:gd name="connsiteX23" fmla="*/ 8539292 w 10740954"/>
              <a:gd name="connsiteY23" fmla="*/ 1201071 h 1339999"/>
              <a:gd name="connsiteX24" fmla="*/ 8269019 w 10740954"/>
              <a:gd name="connsiteY24" fmla="*/ 862402 h 1339999"/>
              <a:gd name="connsiteX25" fmla="*/ 8903630 w 10740954"/>
              <a:gd name="connsiteY25" fmla="*/ 862402 h 1339999"/>
              <a:gd name="connsiteX26" fmla="*/ 8903630 w 10740954"/>
              <a:gd name="connsiteY26" fmla="*/ 811025 h 1339999"/>
              <a:gd name="connsiteX27" fmla="*/ 8524454 w 10740954"/>
              <a:gd name="connsiteY27" fmla="*/ 377202 h 1339999"/>
              <a:gd name="connsiteX28" fmla="*/ 9484716 w 10740954"/>
              <a:gd name="connsiteY28" fmla="*/ 377202 h 1339999"/>
              <a:gd name="connsiteX29" fmla="*/ 9059169 w 10740954"/>
              <a:gd name="connsiteY29" fmla="*/ 862402 h 1339999"/>
              <a:gd name="connsiteX30" fmla="*/ 9477297 w 10740954"/>
              <a:gd name="connsiteY30" fmla="*/ 1329252 h 1339999"/>
              <a:gd name="connsiteX31" fmla="*/ 9856739 w 10740954"/>
              <a:gd name="connsiteY31" fmla="*/ 1003427 h 1339999"/>
              <a:gd name="connsiteX32" fmla="*/ 9710473 w 10740954"/>
              <a:gd name="connsiteY32" fmla="*/ 968564 h 1339999"/>
              <a:gd name="connsiteX33" fmla="*/ 9488426 w 10740954"/>
              <a:gd name="connsiteY33" fmla="*/ 1199236 h 1339999"/>
              <a:gd name="connsiteX34" fmla="*/ 9220008 w 10740954"/>
              <a:gd name="connsiteY34" fmla="*/ 851392 h 1339999"/>
              <a:gd name="connsiteX35" fmla="*/ 9481006 w 10740954"/>
              <a:gd name="connsiteY35" fmla="*/ 507218 h 1339999"/>
              <a:gd name="connsiteX36" fmla="*/ 9710473 w 10740954"/>
              <a:gd name="connsiteY36" fmla="*/ 726881 h 1339999"/>
              <a:gd name="connsiteX37" fmla="*/ 9856739 w 10740954"/>
              <a:gd name="connsiteY37" fmla="*/ 692018 h 1339999"/>
              <a:gd name="connsiteX38" fmla="*/ 9484716 w 10740954"/>
              <a:gd name="connsiteY38" fmla="*/ 377202 h 1339999"/>
              <a:gd name="connsiteX39" fmla="*/ 5112923 w 10740954"/>
              <a:gd name="connsiteY39" fmla="*/ 29358 h 1339999"/>
              <a:gd name="connsiteX40" fmla="*/ 4868618 w 10740954"/>
              <a:gd name="connsiteY40" fmla="*/ 29358 h 1339999"/>
              <a:gd name="connsiteX41" fmla="*/ 4485467 w 10740954"/>
              <a:gd name="connsiteY41" fmla="*/ 1061881 h 1339999"/>
              <a:gd name="connsiteX42" fmla="*/ 4100726 w 10740954"/>
              <a:gd name="connsiteY42" fmla="*/ 29358 h 1339999"/>
              <a:gd name="connsiteX43" fmla="*/ 3845291 w 10740954"/>
              <a:gd name="connsiteY43" fmla="*/ 29358 h 1339999"/>
              <a:gd name="connsiteX44" fmla="*/ 3845291 w 10740954"/>
              <a:gd name="connsiteY44" fmla="*/ 1310641 h 1339999"/>
              <a:gd name="connsiteX45" fmla="*/ 4006130 w 10740954"/>
              <a:gd name="connsiteY45" fmla="*/ 1310641 h 1339999"/>
              <a:gd name="connsiteX46" fmla="*/ 4006130 w 10740954"/>
              <a:gd name="connsiteY46" fmla="*/ 206819 h 1339999"/>
              <a:gd name="connsiteX47" fmla="*/ 4418694 w 10740954"/>
              <a:gd name="connsiteY47" fmla="*/ 1310641 h 1339999"/>
              <a:gd name="connsiteX48" fmla="*/ 4542701 w 10740954"/>
              <a:gd name="connsiteY48" fmla="*/ 1310641 h 1339999"/>
              <a:gd name="connsiteX49" fmla="*/ 4951820 w 10740954"/>
              <a:gd name="connsiteY49" fmla="*/ 204984 h 1339999"/>
              <a:gd name="connsiteX50" fmla="*/ 4951820 w 10740954"/>
              <a:gd name="connsiteY50" fmla="*/ 1310641 h 1339999"/>
              <a:gd name="connsiteX51" fmla="*/ 5112923 w 10740954"/>
              <a:gd name="connsiteY51" fmla="*/ 1310641 h 1339999"/>
              <a:gd name="connsiteX52" fmla="*/ 5112923 w 10740954"/>
              <a:gd name="connsiteY52" fmla="*/ 29358 h 1339999"/>
              <a:gd name="connsiteX53" fmla="*/ 6688984 w 10740954"/>
              <a:gd name="connsiteY53" fmla="*/ 1198974 h 1339999"/>
              <a:gd name="connsiteX54" fmla="*/ 6435405 w 10740954"/>
              <a:gd name="connsiteY54" fmla="*/ 852965 h 1339999"/>
              <a:gd name="connsiteX55" fmla="*/ 6688984 w 10740954"/>
              <a:gd name="connsiteY55" fmla="*/ 506956 h 1339999"/>
              <a:gd name="connsiteX56" fmla="*/ 6942564 w 10740954"/>
              <a:gd name="connsiteY56" fmla="*/ 852965 h 1339999"/>
              <a:gd name="connsiteX57" fmla="*/ 6688984 w 10740954"/>
              <a:gd name="connsiteY57" fmla="*/ 1198974 h 1339999"/>
              <a:gd name="connsiteX58" fmla="*/ 7092538 w 10740954"/>
              <a:gd name="connsiteY58" fmla="*/ 29358 h 1339999"/>
              <a:gd name="connsiteX59" fmla="*/ 6938854 w 10740954"/>
              <a:gd name="connsiteY59" fmla="*/ 29358 h 1339999"/>
              <a:gd name="connsiteX60" fmla="*/ 6938854 w 10740954"/>
              <a:gd name="connsiteY60" fmla="*/ 571177 h 1339999"/>
              <a:gd name="connsiteX61" fmla="*/ 6663017 w 10740954"/>
              <a:gd name="connsiteY61" fmla="*/ 377202 h 1339999"/>
              <a:gd name="connsiteX62" fmla="*/ 6274301 w 10740954"/>
              <a:gd name="connsiteY62" fmla="*/ 858732 h 1339999"/>
              <a:gd name="connsiteX63" fmla="*/ 6650033 w 10740954"/>
              <a:gd name="connsiteY63" fmla="*/ 1329252 h 1339999"/>
              <a:gd name="connsiteX64" fmla="*/ 6938854 w 10740954"/>
              <a:gd name="connsiteY64" fmla="*/ 1126103 h 1339999"/>
              <a:gd name="connsiteX65" fmla="*/ 6938854 w 10740954"/>
              <a:gd name="connsiteY65" fmla="*/ 1195567 h 1339999"/>
              <a:gd name="connsiteX66" fmla="*/ 6948128 w 10740954"/>
              <a:gd name="connsiteY66" fmla="*/ 1310903 h 1339999"/>
              <a:gd name="connsiteX67" fmla="*/ 7103667 w 10740954"/>
              <a:gd name="connsiteY67" fmla="*/ 1310903 h 1339999"/>
              <a:gd name="connsiteX68" fmla="*/ 7092538 w 10740954"/>
              <a:gd name="connsiteY68" fmla="*/ 1120598 h 1339999"/>
              <a:gd name="connsiteX69" fmla="*/ 7092538 w 10740954"/>
              <a:gd name="connsiteY69" fmla="*/ 29358 h 1339999"/>
              <a:gd name="connsiteX70" fmla="*/ 8258155 w 10740954"/>
              <a:gd name="connsiteY70" fmla="*/ 29358 h 1339999"/>
              <a:gd name="connsiteX71" fmla="*/ 7258942 w 10740954"/>
              <a:gd name="connsiteY71" fmla="*/ 29358 h 1339999"/>
              <a:gd name="connsiteX72" fmla="*/ 7258942 w 10740954"/>
              <a:gd name="connsiteY72" fmla="*/ 163044 h 1339999"/>
              <a:gd name="connsiteX73" fmla="*/ 7678924 w 10740954"/>
              <a:gd name="connsiteY73" fmla="*/ 163044 h 1339999"/>
              <a:gd name="connsiteX74" fmla="*/ 7678924 w 10740954"/>
              <a:gd name="connsiteY74" fmla="*/ 1310903 h 1339999"/>
              <a:gd name="connsiteX75" fmla="*/ 7840028 w 10740954"/>
              <a:gd name="connsiteY75" fmla="*/ 1310903 h 1339999"/>
              <a:gd name="connsiteX76" fmla="*/ 7840028 w 10740954"/>
              <a:gd name="connsiteY76" fmla="*/ 163044 h 1339999"/>
              <a:gd name="connsiteX77" fmla="*/ 8258155 w 10740954"/>
              <a:gd name="connsiteY77" fmla="*/ 163044 h 1339999"/>
              <a:gd name="connsiteX78" fmla="*/ 8258155 w 10740954"/>
              <a:gd name="connsiteY78" fmla="*/ 29358 h 1339999"/>
              <a:gd name="connsiteX79" fmla="*/ 10185835 w 10740954"/>
              <a:gd name="connsiteY79" fmla="*/ 29358 h 1339999"/>
              <a:gd name="connsiteX80" fmla="*/ 10032151 w 10740954"/>
              <a:gd name="connsiteY80" fmla="*/ 29358 h 1339999"/>
              <a:gd name="connsiteX81" fmla="*/ 10032151 w 10740954"/>
              <a:gd name="connsiteY81" fmla="*/ 1310641 h 1339999"/>
              <a:gd name="connsiteX82" fmla="*/ 10185835 w 10740954"/>
              <a:gd name="connsiteY82" fmla="*/ 1310641 h 1339999"/>
              <a:gd name="connsiteX83" fmla="*/ 10185835 w 10740954"/>
              <a:gd name="connsiteY83" fmla="*/ 708532 h 1339999"/>
              <a:gd name="connsiteX84" fmla="*/ 10387480 w 10740954"/>
              <a:gd name="connsiteY84" fmla="*/ 494374 h 1339999"/>
              <a:gd name="connsiteX85" fmla="*/ 10587270 w 10740954"/>
              <a:gd name="connsiteY85" fmla="*/ 708532 h 1339999"/>
              <a:gd name="connsiteX86" fmla="*/ 10587270 w 10740954"/>
              <a:gd name="connsiteY86" fmla="*/ 1310903 h 1339999"/>
              <a:gd name="connsiteX87" fmla="*/ 10740955 w 10740954"/>
              <a:gd name="connsiteY87" fmla="*/ 1310903 h 1339999"/>
              <a:gd name="connsiteX88" fmla="*/ 10740955 w 10740954"/>
              <a:gd name="connsiteY88" fmla="*/ 677339 h 1339999"/>
              <a:gd name="connsiteX89" fmla="*/ 10443125 w 10740954"/>
              <a:gd name="connsiteY89" fmla="*/ 377202 h 1339999"/>
              <a:gd name="connsiteX90" fmla="*/ 10185835 w 10740954"/>
              <a:gd name="connsiteY90" fmla="*/ 536576 h 1339999"/>
              <a:gd name="connsiteX91" fmla="*/ 10185835 w 10740954"/>
              <a:gd name="connsiteY91" fmla="*/ 29358 h 1339999"/>
              <a:gd name="connsiteX92" fmla="*/ 2759431 w 10740954"/>
              <a:gd name="connsiteY92" fmla="*/ 1339999 h 1339999"/>
              <a:gd name="connsiteX93" fmla="*/ 3188688 w 10740954"/>
              <a:gd name="connsiteY93" fmla="*/ 917186 h 1339999"/>
              <a:gd name="connsiteX94" fmla="*/ 3188688 w 10740954"/>
              <a:gd name="connsiteY94" fmla="*/ 29358 h 1339999"/>
              <a:gd name="connsiteX95" fmla="*/ 2959221 w 10740954"/>
              <a:gd name="connsiteY95" fmla="*/ 29358 h 1339999"/>
              <a:gd name="connsiteX96" fmla="*/ 2959221 w 10740954"/>
              <a:gd name="connsiteY96" fmla="*/ 975903 h 1339999"/>
              <a:gd name="connsiteX97" fmla="*/ 2759431 w 10740954"/>
              <a:gd name="connsiteY97" fmla="*/ 1221255 h 1339999"/>
              <a:gd name="connsiteX98" fmla="*/ 2559641 w 10740954"/>
              <a:gd name="connsiteY98" fmla="*/ 957554 h 1339999"/>
              <a:gd name="connsiteX99" fmla="*/ 2559641 w 10740954"/>
              <a:gd name="connsiteY99" fmla="*/ 781928 h 1339999"/>
              <a:gd name="connsiteX100" fmla="*/ 2330175 w 10740954"/>
              <a:gd name="connsiteY100" fmla="*/ 838548 h 1339999"/>
              <a:gd name="connsiteX101" fmla="*/ 2330175 w 10740954"/>
              <a:gd name="connsiteY101" fmla="*/ 917186 h 1339999"/>
              <a:gd name="connsiteX102" fmla="*/ 2759431 w 10740954"/>
              <a:gd name="connsiteY102" fmla="*/ 1339999 h 1339999"/>
              <a:gd name="connsiteX103" fmla="*/ 1537905 w 10740954"/>
              <a:gd name="connsiteY103" fmla="*/ 1206314 h 1339999"/>
              <a:gd name="connsiteX104" fmla="*/ 1251204 w 10740954"/>
              <a:gd name="connsiteY104" fmla="*/ 911682 h 1339999"/>
              <a:gd name="connsiteX105" fmla="*/ 1364082 w 10740954"/>
              <a:gd name="connsiteY105" fmla="*/ 679174 h 1339999"/>
              <a:gd name="connsiteX106" fmla="*/ 1782210 w 10740954"/>
              <a:gd name="connsiteY106" fmla="*/ 1131345 h 1339999"/>
              <a:gd name="connsiteX107" fmla="*/ 1537905 w 10740954"/>
              <a:gd name="connsiteY107" fmla="*/ 1206314 h 1339999"/>
              <a:gd name="connsiteX108" fmla="*/ 1761807 w 10740954"/>
              <a:gd name="connsiteY108" fmla="*/ 550993 h 1339999"/>
              <a:gd name="connsiteX109" fmla="*/ 2004258 w 10740954"/>
              <a:gd name="connsiteY109" fmla="*/ 785336 h 1339999"/>
              <a:gd name="connsiteX110" fmla="*/ 1945168 w 10740954"/>
              <a:gd name="connsiteY110" fmla="*/ 981146 h 1339999"/>
              <a:gd name="connsiteX111" fmla="*/ 1582420 w 10740954"/>
              <a:gd name="connsiteY111" fmla="*/ 585856 h 1339999"/>
              <a:gd name="connsiteX112" fmla="*/ 1761807 w 10740954"/>
              <a:gd name="connsiteY112" fmla="*/ 550993 h 1339999"/>
              <a:gd name="connsiteX113" fmla="*/ 1537905 w 10740954"/>
              <a:gd name="connsiteY113" fmla="*/ 96987 h 1339999"/>
              <a:gd name="connsiteX114" fmla="*/ 1711727 w 10740954"/>
              <a:gd name="connsiteY114" fmla="*/ 272613 h 1339999"/>
              <a:gd name="connsiteX115" fmla="*/ 1532340 w 10740954"/>
              <a:gd name="connsiteY115" fmla="*/ 532644 h 1339999"/>
              <a:gd name="connsiteX116" fmla="*/ 1452848 w 10740954"/>
              <a:gd name="connsiteY116" fmla="*/ 444831 h 1339999"/>
              <a:gd name="connsiteX117" fmla="*/ 1362227 w 10740954"/>
              <a:gd name="connsiteY117" fmla="*/ 263701 h 1339999"/>
              <a:gd name="connsiteX118" fmla="*/ 1537905 w 10740954"/>
              <a:gd name="connsiteY118" fmla="*/ 96987 h 1339999"/>
              <a:gd name="connsiteX119" fmla="*/ 2002403 w 10740954"/>
              <a:gd name="connsiteY119" fmla="*/ 1043532 h 1339999"/>
              <a:gd name="connsiteX120" fmla="*/ 2159797 w 10740954"/>
              <a:gd name="connsiteY120" fmla="*/ 686514 h 1339999"/>
              <a:gd name="connsiteX121" fmla="*/ 1917346 w 10740954"/>
              <a:gd name="connsiteY121" fmla="*/ 454006 h 1339999"/>
              <a:gd name="connsiteX122" fmla="*/ 1695299 w 10740954"/>
              <a:gd name="connsiteY122" fmla="*/ 498044 h 1339999"/>
              <a:gd name="connsiteX123" fmla="*/ 1691589 w 10740954"/>
              <a:gd name="connsiteY123" fmla="*/ 490704 h 1339999"/>
              <a:gd name="connsiteX124" fmla="*/ 1891379 w 10740954"/>
              <a:gd name="connsiteY124" fmla="*/ 249022 h 1339999"/>
              <a:gd name="connsiteX125" fmla="*/ 1543469 w 10740954"/>
              <a:gd name="connsiteY125" fmla="*/ 0 h 1339999"/>
              <a:gd name="connsiteX126" fmla="*/ 1162173 w 10740954"/>
              <a:gd name="connsiteY126" fmla="*/ 316651 h 1339999"/>
              <a:gd name="connsiteX127" fmla="*/ 1310293 w 10740954"/>
              <a:gd name="connsiteY127" fmla="*/ 622292 h 1339999"/>
              <a:gd name="connsiteX128" fmla="*/ 1312147 w 10740954"/>
              <a:gd name="connsiteY128" fmla="*/ 625962 h 1339999"/>
              <a:gd name="connsiteX129" fmla="*/ 1047439 w 10740954"/>
              <a:gd name="connsiteY129" fmla="*/ 993990 h 1339999"/>
              <a:gd name="connsiteX130" fmla="*/ 1419462 w 10740954"/>
              <a:gd name="connsiteY130" fmla="*/ 1339999 h 1339999"/>
              <a:gd name="connsiteX131" fmla="*/ 1837589 w 10740954"/>
              <a:gd name="connsiteY131" fmla="*/ 1191635 h 1339999"/>
              <a:gd name="connsiteX132" fmla="*/ 1948613 w 10740954"/>
              <a:gd name="connsiteY132" fmla="*/ 1310641 h 1339999"/>
              <a:gd name="connsiteX133" fmla="*/ 2239024 w 10740954"/>
              <a:gd name="connsiteY133" fmla="*/ 1310641 h 1339999"/>
              <a:gd name="connsiteX134" fmla="*/ 2239024 w 10740954"/>
              <a:gd name="connsiteY134" fmla="*/ 1301466 h 1339999"/>
              <a:gd name="connsiteX135" fmla="*/ 2002403 w 10740954"/>
              <a:gd name="connsiteY135" fmla="*/ 1043532 h 1339999"/>
              <a:gd name="connsiteX136" fmla="*/ 429257 w 10740954"/>
              <a:gd name="connsiteY136" fmla="*/ 1339999 h 1339999"/>
              <a:gd name="connsiteX137" fmla="*/ 858513 w 10740954"/>
              <a:gd name="connsiteY137" fmla="*/ 917186 h 1339999"/>
              <a:gd name="connsiteX138" fmla="*/ 858513 w 10740954"/>
              <a:gd name="connsiteY138" fmla="*/ 29358 h 1339999"/>
              <a:gd name="connsiteX139" fmla="*/ 629046 w 10740954"/>
              <a:gd name="connsiteY139" fmla="*/ 29358 h 1339999"/>
              <a:gd name="connsiteX140" fmla="*/ 629046 w 10740954"/>
              <a:gd name="connsiteY140" fmla="*/ 975903 h 1339999"/>
              <a:gd name="connsiteX141" fmla="*/ 429257 w 10740954"/>
              <a:gd name="connsiteY141" fmla="*/ 1221255 h 1339999"/>
              <a:gd name="connsiteX142" fmla="*/ 229467 w 10740954"/>
              <a:gd name="connsiteY142" fmla="*/ 957554 h 1339999"/>
              <a:gd name="connsiteX143" fmla="*/ 229467 w 10740954"/>
              <a:gd name="connsiteY143" fmla="*/ 781928 h 1339999"/>
              <a:gd name="connsiteX144" fmla="*/ 0 w 10740954"/>
              <a:gd name="connsiteY144" fmla="*/ 838548 h 1339999"/>
              <a:gd name="connsiteX145" fmla="*/ 0 w 10740954"/>
              <a:gd name="connsiteY145" fmla="*/ 917186 h 1339999"/>
              <a:gd name="connsiteX146" fmla="*/ 429257 w 10740954"/>
              <a:gd name="connsiteY146" fmla="*/ 1339999 h 133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0740954" h="1339999">
                <a:moveTo>
                  <a:pt x="5490245" y="754143"/>
                </a:moveTo>
                <a:cubicBezTo>
                  <a:pt x="5510648" y="592934"/>
                  <a:pt x="5593850" y="501451"/>
                  <a:pt x="5740115" y="501451"/>
                </a:cubicBezTo>
                <a:cubicBezTo>
                  <a:pt x="5878961" y="501451"/>
                  <a:pt x="5960308" y="583759"/>
                  <a:pt x="5964018" y="754143"/>
                </a:cubicBezTo>
                <a:lnTo>
                  <a:pt x="5490245" y="754143"/>
                </a:lnTo>
                <a:moveTo>
                  <a:pt x="5739850" y="377202"/>
                </a:moveTo>
                <a:cubicBezTo>
                  <a:pt x="5495545" y="377202"/>
                  <a:pt x="5325432" y="547586"/>
                  <a:pt x="5325432" y="860567"/>
                </a:cubicBezTo>
                <a:cubicBezTo>
                  <a:pt x="5325432" y="1160704"/>
                  <a:pt x="5482826" y="1329252"/>
                  <a:pt x="5739850" y="1329252"/>
                </a:cubicBezTo>
                <a:cubicBezTo>
                  <a:pt x="5950769" y="1329252"/>
                  <a:pt x="6084050" y="1210246"/>
                  <a:pt x="6117437" y="1030950"/>
                </a:cubicBezTo>
                <a:lnTo>
                  <a:pt x="5976736" y="994252"/>
                </a:lnTo>
                <a:cubicBezTo>
                  <a:pt x="5952624" y="1148121"/>
                  <a:pt x="5869422" y="1201071"/>
                  <a:pt x="5754689" y="1201071"/>
                </a:cubicBezTo>
                <a:cubicBezTo>
                  <a:pt x="5571592" y="1201071"/>
                  <a:pt x="5489981" y="1067386"/>
                  <a:pt x="5484416" y="862402"/>
                </a:cubicBezTo>
                <a:lnTo>
                  <a:pt x="6119027" y="862402"/>
                </a:lnTo>
                <a:lnTo>
                  <a:pt x="6119027" y="811025"/>
                </a:lnTo>
                <a:cubicBezTo>
                  <a:pt x="6119292" y="490704"/>
                  <a:pt x="5943615" y="377202"/>
                  <a:pt x="5739850" y="377202"/>
                </a:cubicBezTo>
                <a:moveTo>
                  <a:pt x="8274584" y="754143"/>
                </a:moveTo>
                <a:cubicBezTo>
                  <a:pt x="8294987" y="592934"/>
                  <a:pt x="8378188" y="501451"/>
                  <a:pt x="8524454" y="501451"/>
                </a:cubicBezTo>
                <a:cubicBezTo>
                  <a:pt x="8663299" y="501451"/>
                  <a:pt x="8744646" y="583759"/>
                  <a:pt x="8748356" y="754143"/>
                </a:cubicBezTo>
                <a:lnTo>
                  <a:pt x="8274584" y="754143"/>
                </a:lnTo>
                <a:moveTo>
                  <a:pt x="8524454" y="377202"/>
                </a:moveTo>
                <a:cubicBezTo>
                  <a:pt x="8280149" y="377202"/>
                  <a:pt x="8110035" y="547586"/>
                  <a:pt x="8110035" y="860567"/>
                </a:cubicBezTo>
                <a:cubicBezTo>
                  <a:pt x="8110035" y="1160704"/>
                  <a:pt x="8267430" y="1329252"/>
                  <a:pt x="8524454" y="1329252"/>
                </a:cubicBezTo>
                <a:cubicBezTo>
                  <a:pt x="8735372" y="1329252"/>
                  <a:pt x="8868654" y="1210246"/>
                  <a:pt x="8902041" y="1030950"/>
                </a:cubicBezTo>
                <a:lnTo>
                  <a:pt x="8761340" y="994252"/>
                </a:lnTo>
                <a:cubicBezTo>
                  <a:pt x="8737227" y="1148121"/>
                  <a:pt x="8654025" y="1201071"/>
                  <a:pt x="8539292" y="1201071"/>
                </a:cubicBezTo>
                <a:cubicBezTo>
                  <a:pt x="8356196" y="1201071"/>
                  <a:pt x="8274584" y="1067386"/>
                  <a:pt x="8269019" y="862402"/>
                </a:cubicBezTo>
                <a:lnTo>
                  <a:pt x="8903630" y="862402"/>
                </a:lnTo>
                <a:lnTo>
                  <a:pt x="8903630" y="811025"/>
                </a:lnTo>
                <a:cubicBezTo>
                  <a:pt x="8903895" y="490704"/>
                  <a:pt x="8727953" y="377202"/>
                  <a:pt x="8524454" y="377202"/>
                </a:cubicBezTo>
                <a:moveTo>
                  <a:pt x="9484716" y="377202"/>
                </a:moveTo>
                <a:cubicBezTo>
                  <a:pt x="9231137" y="377202"/>
                  <a:pt x="9059169" y="552828"/>
                  <a:pt x="9059169" y="862402"/>
                </a:cubicBezTo>
                <a:cubicBezTo>
                  <a:pt x="9059169" y="1166208"/>
                  <a:pt x="9227428" y="1329252"/>
                  <a:pt x="9477297" y="1329252"/>
                </a:cubicBezTo>
                <a:cubicBezTo>
                  <a:pt x="9703054" y="1329252"/>
                  <a:pt x="9830771" y="1191897"/>
                  <a:pt x="9856739" y="1003427"/>
                </a:cubicBezTo>
                <a:lnTo>
                  <a:pt x="9710473" y="968564"/>
                </a:lnTo>
                <a:cubicBezTo>
                  <a:pt x="9684506" y="1140520"/>
                  <a:pt x="9610579" y="1199236"/>
                  <a:pt x="9488426" y="1199236"/>
                </a:cubicBezTo>
                <a:cubicBezTo>
                  <a:pt x="9310894" y="1199236"/>
                  <a:pt x="9220008" y="1071056"/>
                  <a:pt x="9220008" y="851392"/>
                </a:cubicBezTo>
                <a:cubicBezTo>
                  <a:pt x="9220008" y="622554"/>
                  <a:pt x="9316193" y="507218"/>
                  <a:pt x="9481006" y="507218"/>
                </a:cubicBezTo>
                <a:cubicBezTo>
                  <a:pt x="9597595" y="507218"/>
                  <a:pt x="9682651" y="564100"/>
                  <a:pt x="9710473" y="726881"/>
                </a:cubicBezTo>
                <a:lnTo>
                  <a:pt x="9856739" y="692018"/>
                </a:lnTo>
                <a:cubicBezTo>
                  <a:pt x="9830771" y="505383"/>
                  <a:pt x="9703054" y="377202"/>
                  <a:pt x="9484716" y="377202"/>
                </a:cubicBezTo>
                <a:moveTo>
                  <a:pt x="5112923" y="29358"/>
                </a:moveTo>
                <a:lnTo>
                  <a:pt x="4868618" y="29358"/>
                </a:lnTo>
                <a:lnTo>
                  <a:pt x="4485467" y="1061881"/>
                </a:lnTo>
                <a:lnTo>
                  <a:pt x="4100726" y="29358"/>
                </a:lnTo>
                <a:lnTo>
                  <a:pt x="3845291" y="29358"/>
                </a:lnTo>
                <a:lnTo>
                  <a:pt x="3845291" y="1310641"/>
                </a:lnTo>
                <a:lnTo>
                  <a:pt x="4006130" y="1310641"/>
                </a:lnTo>
                <a:lnTo>
                  <a:pt x="4006130" y="206819"/>
                </a:lnTo>
                <a:lnTo>
                  <a:pt x="4418694" y="1310641"/>
                </a:lnTo>
                <a:lnTo>
                  <a:pt x="4542701" y="1310641"/>
                </a:lnTo>
                <a:lnTo>
                  <a:pt x="4951820" y="204984"/>
                </a:lnTo>
                <a:lnTo>
                  <a:pt x="4951820" y="1310641"/>
                </a:lnTo>
                <a:lnTo>
                  <a:pt x="5112923" y="1310641"/>
                </a:lnTo>
                <a:lnTo>
                  <a:pt x="5112923" y="29358"/>
                </a:lnTo>
                <a:moveTo>
                  <a:pt x="6688984" y="1198974"/>
                </a:moveTo>
                <a:cubicBezTo>
                  <a:pt x="6537154" y="1198974"/>
                  <a:pt x="6435405" y="1090977"/>
                  <a:pt x="6435405" y="852965"/>
                </a:cubicBezTo>
                <a:cubicBezTo>
                  <a:pt x="6435405" y="613118"/>
                  <a:pt x="6537154" y="506956"/>
                  <a:pt x="6688984" y="506956"/>
                </a:cubicBezTo>
                <a:cubicBezTo>
                  <a:pt x="6840814" y="506956"/>
                  <a:pt x="6942564" y="613118"/>
                  <a:pt x="6942564" y="852965"/>
                </a:cubicBezTo>
                <a:cubicBezTo>
                  <a:pt x="6942564" y="1090977"/>
                  <a:pt x="6840814" y="1198974"/>
                  <a:pt x="6688984" y="1198974"/>
                </a:cubicBezTo>
                <a:moveTo>
                  <a:pt x="7092538" y="29358"/>
                </a:moveTo>
                <a:lnTo>
                  <a:pt x="6938854" y="29358"/>
                </a:lnTo>
                <a:lnTo>
                  <a:pt x="6938854" y="571177"/>
                </a:lnTo>
                <a:cubicBezTo>
                  <a:pt x="6905467" y="470520"/>
                  <a:pt x="6824120" y="377202"/>
                  <a:pt x="6663017" y="377202"/>
                </a:cubicBezTo>
                <a:cubicBezTo>
                  <a:pt x="6455808" y="377202"/>
                  <a:pt x="6274301" y="538411"/>
                  <a:pt x="6274301" y="858732"/>
                </a:cubicBezTo>
                <a:cubicBezTo>
                  <a:pt x="6274301" y="1182722"/>
                  <a:pt x="6455543" y="1329252"/>
                  <a:pt x="6650033" y="1329252"/>
                </a:cubicBezTo>
                <a:cubicBezTo>
                  <a:pt x="6796299" y="1329252"/>
                  <a:pt x="6903612" y="1245109"/>
                  <a:pt x="6938854" y="1126103"/>
                </a:cubicBezTo>
                <a:lnTo>
                  <a:pt x="6938854" y="1195567"/>
                </a:lnTo>
                <a:cubicBezTo>
                  <a:pt x="6938854" y="1237769"/>
                  <a:pt x="6942564" y="1283380"/>
                  <a:pt x="6948128" y="1310903"/>
                </a:cubicBezTo>
                <a:lnTo>
                  <a:pt x="7103667" y="1310903"/>
                </a:lnTo>
                <a:cubicBezTo>
                  <a:pt x="7096248" y="1266865"/>
                  <a:pt x="7092538" y="1202906"/>
                  <a:pt x="7092538" y="1120598"/>
                </a:cubicBezTo>
                <a:lnTo>
                  <a:pt x="7092538" y="29358"/>
                </a:lnTo>
                <a:moveTo>
                  <a:pt x="8258155" y="29358"/>
                </a:moveTo>
                <a:lnTo>
                  <a:pt x="7258942" y="29358"/>
                </a:lnTo>
                <a:lnTo>
                  <a:pt x="7258942" y="163044"/>
                </a:lnTo>
                <a:lnTo>
                  <a:pt x="7678924" y="163044"/>
                </a:lnTo>
                <a:lnTo>
                  <a:pt x="7678924" y="1310903"/>
                </a:lnTo>
                <a:lnTo>
                  <a:pt x="7840028" y="1310903"/>
                </a:lnTo>
                <a:lnTo>
                  <a:pt x="7840028" y="163044"/>
                </a:lnTo>
                <a:lnTo>
                  <a:pt x="8258155" y="163044"/>
                </a:lnTo>
                <a:lnTo>
                  <a:pt x="8258155" y="29358"/>
                </a:lnTo>
                <a:moveTo>
                  <a:pt x="10185835" y="29358"/>
                </a:moveTo>
                <a:lnTo>
                  <a:pt x="10032151" y="29358"/>
                </a:lnTo>
                <a:lnTo>
                  <a:pt x="10032151" y="1310641"/>
                </a:lnTo>
                <a:lnTo>
                  <a:pt x="10185835" y="1310641"/>
                </a:lnTo>
                <a:lnTo>
                  <a:pt x="10185835" y="708532"/>
                </a:lnTo>
                <a:cubicBezTo>
                  <a:pt x="10185835" y="580352"/>
                  <a:pt x="10250489" y="494374"/>
                  <a:pt x="10387480" y="494374"/>
                </a:cubicBezTo>
                <a:cubicBezTo>
                  <a:pt x="10522617" y="494374"/>
                  <a:pt x="10587270" y="580352"/>
                  <a:pt x="10587270" y="708532"/>
                </a:cubicBezTo>
                <a:lnTo>
                  <a:pt x="10587270" y="1310903"/>
                </a:lnTo>
                <a:lnTo>
                  <a:pt x="10740955" y="1310903"/>
                </a:lnTo>
                <a:lnTo>
                  <a:pt x="10740955" y="677339"/>
                </a:lnTo>
                <a:cubicBezTo>
                  <a:pt x="10740955" y="505383"/>
                  <a:pt x="10633640" y="377202"/>
                  <a:pt x="10443125" y="377202"/>
                </a:cubicBezTo>
                <a:cubicBezTo>
                  <a:pt x="10315408" y="377202"/>
                  <a:pt x="10221077" y="434084"/>
                  <a:pt x="10185835" y="536576"/>
                </a:cubicBezTo>
                <a:lnTo>
                  <a:pt x="10185835" y="29358"/>
                </a:lnTo>
                <a:moveTo>
                  <a:pt x="2759431" y="1339999"/>
                </a:moveTo>
                <a:cubicBezTo>
                  <a:pt x="3068390" y="1339999"/>
                  <a:pt x="3188688" y="1157034"/>
                  <a:pt x="3188688" y="917186"/>
                </a:cubicBezTo>
                <a:lnTo>
                  <a:pt x="3188688" y="29358"/>
                </a:lnTo>
                <a:lnTo>
                  <a:pt x="2959221" y="29358"/>
                </a:lnTo>
                <a:lnTo>
                  <a:pt x="2959221" y="975903"/>
                </a:lnTo>
                <a:cubicBezTo>
                  <a:pt x="2959221" y="1129772"/>
                  <a:pt x="2900132" y="1221255"/>
                  <a:pt x="2759431" y="1221255"/>
                </a:cubicBezTo>
                <a:cubicBezTo>
                  <a:pt x="2620585" y="1221255"/>
                  <a:pt x="2559641" y="1124268"/>
                  <a:pt x="2559641" y="957554"/>
                </a:cubicBezTo>
                <a:lnTo>
                  <a:pt x="2559641" y="781928"/>
                </a:lnTo>
                <a:lnTo>
                  <a:pt x="2330175" y="838548"/>
                </a:lnTo>
                <a:lnTo>
                  <a:pt x="2330175" y="917186"/>
                </a:lnTo>
                <a:cubicBezTo>
                  <a:pt x="2329910" y="1157034"/>
                  <a:pt x="2450207" y="1339999"/>
                  <a:pt x="2759431" y="1339999"/>
                </a:cubicBezTo>
                <a:moveTo>
                  <a:pt x="1537905" y="1206314"/>
                </a:moveTo>
                <a:cubicBezTo>
                  <a:pt x="1360373" y="1206314"/>
                  <a:pt x="1251204" y="1063454"/>
                  <a:pt x="1251204" y="911682"/>
                </a:cubicBezTo>
                <a:cubicBezTo>
                  <a:pt x="1251204" y="816529"/>
                  <a:pt x="1293864" y="728716"/>
                  <a:pt x="1364082" y="679174"/>
                </a:cubicBezTo>
                <a:lnTo>
                  <a:pt x="1782210" y="1131345"/>
                </a:lnTo>
                <a:cubicBezTo>
                  <a:pt x="1704573" y="1176955"/>
                  <a:pt x="1617662" y="1206314"/>
                  <a:pt x="1537905" y="1206314"/>
                </a:cubicBezTo>
                <a:moveTo>
                  <a:pt x="1761807" y="550993"/>
                </a:moveTo>
                <a:cubicBezTo>
                  <a:pt x="1911782" y="550993"/>
                  <a:pt x="2004258" y="636971"/>
                  <a:pt x="2004258" y="785336"/>
                </a:cubicBezTo>
                <a:cubicBezTo>
                  <a:pt x="2004258" y="851130"/>
                  <a:pt x="1985709" y="919021"/>
                  <a:pt x="1945168" y="981146"/>
                </a:cubicBezTo>
                <a:lnTo>
                  <a:pt x="1582420" y="585856"/>
                </a:lnTo>
                <a:cubicBezTo>
                  <a:pt x="1647074" y="560168"/>
                  <a:pt x="1710137" y="550993"/>
                  <a:pt x="1761807" y="550993"/>
                </a:cubicBezTo>
                <a:moveTo>
                  <a:pt x="1537905" y="96987"/>
                </a:moveTo>
                <a:cubicBezTo>
                  <a:pt x="1647074" y="96987"/>
                  <a:pt x="1711727" y="159112"/>
                  <a:pt x="1711727" y="272613"/>
                </a:cubicBezTo>
                <a:cubicBezTo>
                  <a:pt x="1711727" y="376940"/>
                  <a:pt x="1659792" y="475763"/>
                  <a:pt x="1532340" y="532644"/>
                </a:cubicBezTo>
                <a:lnTo>
                  <a:pt x="1452848" y="444831"/>
                </a:lnTo>
                <a:cubicBezTo>
                  <a:pt x="1382630" y="368028"/>
                  <a:pt x="1362227" y="320321"/>
                  <a:pt x="1362227" y="263701"/>
                </a:cubicBezTo>
                <a:cubicBezTo>
                  <a:pt x="1362227" y="157539"/>
                  <a:pt x="1430590" y="96987"/>
                  <a:pt x="1537905" y="96987"/>
                </a:cubicBezTo>
                <a:moveTo>
                  <a:pt x="2002403" y="1043532"/>
                </a:moveTo>
                <a:cubicBezTo>
                  <a:pt x="2102298" y="926361"/>
                  <a:pt x="2159797" y="798180"/>
                  <a:pt x="2159797" y="686514"/>
                </a:cubicBezTo>
                <a:cubicBezTo>
                  <a:pt x="2159797" y="547324"/>
                  <a:pt x="2065466" y="454006"/>
                  <a:pt x="1917346" y="454006"/>
                </a:cubicBezTo>
                <a:cubicBezTo>
                  <a:pt x="1839709" y="454006"/>
                  <a:pt x="1752533" y="476025"/>
                  <a:pt x="1695299" y="498044"/>
                </a:cubicBezTo>
                <a:lnTo>
                  <a:pt x="1691589" y="490704"/>
                </a:lnTo>
                <a:cubicBezTo>
                  <a:pt x="1832290" y="415735"/>
                  <a:pt x="1891379" y="346009"/>
                  <a:pt x="1891379" y="249022"/>
                </a:cubicBezTo>
                <a:cubicBezTo>
                  <a:pt x="1891379" y="109832"/>
                  <a:pt x="1765517" y="0"/>
                  <a:pt x="1543469" y="0"/>
                </a:cubicBezTo>
                <a:cubicBezTo>
                  <a:pt x="1288035" y="0"/>
                  <a:pt x="1162173" y="141025"/>
                  <a:pt x="1162173" y="316651"/>
                </a:cubicBezTo>
                <a:cubicBezTo>
                  <a:pt x="1162173" y="411803"/>
                  <a:pt x="1202978" y="506956"/>
                  <a:pt x="1310293" y="622292"/>
                </a:cubicBezTo>
                <a:lnTo>
                  <a:pt x="1312147" y="625962"/>
                </a:lnTo>
                <a:cubicBezTo>
                  <a:pt x="1130906" y="711940"/>
                  <a:pt x="1047439" y="851130"/>
                  <a:pt x="1047439" y="993990"/>
                </a:cubicBezTo>
                <a:cubicBezTo>
                  <a:pt x="1047439" y="1182460"/>
                  <a:pt x="1193704" y="1339999"/>
                  <a:pt x="1419462" y="1339999"/>
                </a:cubicBezTo>
                <a:cubicBezTo>
                  <a:pt x="1549033" y="1339999"/>
                  <a:pt x="1700863" y="1286787"/>
                  <a:pt x="1837589" y="1191635"/>
                </a:cubicBezTo>
                <a:lnTo>
                  <a:pt x="1948613" y="1310641"/>
                </a:lnTo>
                <a:lnTo>
                  <a:pt x="2239024" y="1310641"/>
                </a:lnTo>
                <a:lnTo>
                  <a:pt x="2239024" y="1301466"/>
                </a:lnTo>
                <a:lnTo>
                  <a:pt x="2002403" y="1043532"/>
                </a:lnTo>
                <a:close/>
                <a:moveTo>
                  <a:pt x="429257" y="1339999"/>
                </a:moveTo>
                <a:cubicBezTo>
                  <a:pt x="738215" y="1339999"/>
                  <a:pt x="858513" y="1157034"/>
                  <a:pt x="858513" y="917186"/>
                </a:cubicBezTo>
                <a:lnTo>
                  <a:pt x="858513" y="29358"/>
                </a:lnTo>
                <a:lnTo>
                  <a:pt x="629046" y="29358"/>
                </a:lnTo>
                <a:lnTo>
                  <a:pt x="629046" y="975903"/>
                </a:lnTo>
                <a:cubicBezTo>
                  <a:pt x="629046" y="1129772"/>
                  <a:pt x="569957" y="1221255"/>
                  <a:pt x="429257" y="1221255"/>
                </a:cubicBezTo>
                <a:cubicBezTo>
                  <a:pt x="290411" y="1221255"/>
                  <a:pt x="229467" y="1124268"/>
                  <a:pt x="229467" y="957554"/>
                </a:cubicBezTo>
                <a:lnTo>
                  <a:pt x="229467" y="781928"/>
                </a:lnTo>
                <a:lnTo>
                  <a:pt x="0" y="838548"/>
                </a:lnTo>
                <a:lnTo>
                  <a:pt x="0" y="917186"/>
                </a:lnTo>
                <a:cubicBezTo>
                  <a:pt x="0" y="1157034"/>
                  <a:pt x="120298" y="1339999"/>
                  <a:pt x="429257" y="1339999"/>
                </a:cubicBezTo>
              </a:path>
            </a:pathLst>
          </a:custGeom>
          <a:solidFill>
            <a:schemeClr val="bg1"/>
          </a:solidFill>
          <a:ln w="26484" cap="flat">
            <a:noFill/>
            <a:prstDash val="solid"/>
            <a:miter/>
          </a:ln>
        </p:spPr>
        <p:txBody>
          <a:bodyPr rtlCol="0" anchor="ctr"/>
          <a:lstStyle/>
          <a:p>
            <a:endParaRPr lang="en-GB"/>
          </a:p>
        </p:txBody>
      </p:sp>
      <p:sp>
        <p:nvSpPr>
          <p:cNvPr id="16" name="TextBox 15">
            <a:extLst>
              <a:ext uri="{FF2B5EF4-FFF2-40B4-BE49-F238E27FC236}">
                <a16:creationId xmlns:a16="http://schemas.microsoft.com/office/drawing/2014/main" id="{295D48C1-4CBC-9F65-034A-D0B60A66D6CF}"/>
              </a:ext>
            </a:extLst>
          </p:cNvPr>
          <p:cNvSpPr txBox="1"/>
          <p:nvPr userDrawn="1"/>
        </p:nvSpPr>
        <p:spPr>
          <a:xfrm>
            <a:off x="10302828" y="6419850"/>
            <a:ext cx="931467" cy="138114"/>
          </a:xfrm>
          <a:prstGeom prst="rect">
            <a:avLst/>
          </a:prstGeom>
          <a:noFill/>
        </p:spPr>
        <p:txBody>
          <a:bodyPr wrap="square" lIns="0" tIns="0" rIns="0" bIns="0" rtlCol="0" anchor="ctr" anchorCtr="0">
            <a:noAutofit/>
          </a:bodyPr>
          <a:lstStyle/>
          <a:p>
            <a:pPr algn="l"/>
            <a:r>
              <a:rPr lang="en-US" sz="1100" kern="1200" noProof="1">
                <a:solidFill>
                  <a:schemeClr val="bg1"/>
                </a:solidFill>
                <a:latin typeface="+mn-lt"/>
                <a:ea typeface="+mn-ea"/>
                <a:cs typeface="+mn-cs"/>
              </a:rPr>
              <a:t>Orthopaedics</a:t>
            </a:r>
          </a:p>
        </p:txBody>
      </p:sp>
      <p:sp>
        <p:nvSpPr>
          <p:cNvPr id="17" name="Rectangle 16">
            <a:extLst>
              <a:ext uri="{FF2B5EF4-FFF2-40B4-BE49-F238E27FC236}">
                <a16:creationId xmlns:a16="http://schemas.microsoft.com/office/drawing/2014/main" id="{87239B3F-D9B9-6F2A-E90E-2BCFBEAE9A4C}"/>
              </a:ext>
            </a:extLst>
          </p:cNvPr>
          <p:cNvSpPr/>
          <p:nvPr userDrawn="1"/>
        </p:nvSpPr>
        <p:spPr>
          <a:xfrm>
            <a:off x="10193101" y="6333458"/>
            <a:ext cx="18288" cy="3108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Tree>
    <p:extLst>
      <p:ext uri="{BB962C8B-B14F-4D97-AF65-F5344CB8AC3E}">
        <p14:creationId xmlns:p14="http://schemas.microsoft.com/office/powerpoint/2010/main" val="40634701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eam Slide x 4">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23" name="Picture Placeholder 3">
            <a:extLst>
              <a:ext uri="{FF2B5EF4-FFF2-40B4-BE49-F238E27FC236}">
                <a16:creationId xmlns:a16="http://schemas.microsoft.com/office/drawing/2014/main" id="{9858E5CC-B320-8459-7BD7-5CE14C5E3AC9}"/>
              </a:ext>
            </a:extLst>
          </p:cNvPr>
          <p:cNvSpPr>
            <a:spLocks noGrp="1"/>
          </p:cNvSpPr>
          <p:nvPr>
            <p:ph type="pic" sz="quarter" idx="23" hasCustomPrompt="1"/>
          </p:nvPr>
        </p:nvSpPr>
        <p:spPr>
          <a:xfrm>
            <a:off x="6161089" y="1309284"/>
            <a:ext cx="2795588" cy="2922992"/>
          </a:xfrm>
          <a:solidFill>
            <a:srgbClr val="F6F3F2"/>
          </a:solidFill>
        </p:spPr>
        <p:txBody>
          <a:bodyPr vert="horz" lIns="0" tIns="0" rIns="0" bIns="0" rtlCol="0">
            <a:noAutofit/>
          </a:bodyPr>
          <a:lstStyle>
            <a:lvl1pPr>
              <a:defRPr lang="en-GB"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24" name="Text Placeholder 10">
            <a:extLst>
              <a:ext uri="{FF2B5EF4-FFF2-40B4-BE49-F238E27FC236}">
                <a16:creationId xmlns:a16="http://schemas.microsoft.com/office/drawing/2014/main" id="{BA241006-FA7F-3ABD-E9C0-8E177A254F71}"/>
              </a:ext>
            </a:extLst>
          </p:cNvPr>
          <p:cNvSpPr>
            <a:spLocks noGrp="1"/>
          </p:cNvSpPr>
          <p:nvPr>
            <p:ph type="body" sz="quarter" idx="24" hasCustomPrompt="1"/>
          </p:nvPr>
        </p:nvSpPr>
        <p:spPr>
          <a:xfrm>
            <a:off x="6161088" y="4376739"/>
            <a:ext cx="2797905" cy="1502506"/>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2" name="Picture Placeholder 3">
            <a:extLst>
              <a:ext uri="{FF2B5EF4-FFF2-40B4-BE49-F238E27FC236}">
                <a16:creationId xmlns:a16="http://schemas.microsoft.com/office/drawing/2014/main" id="{AE4666F2-0E72-5C8A-DFF8-2DD7C6E4BAAE}"/>
              </a:ext>
            </a:extLst>
          </p:cNvPr>
          <p:cNvSpPr>
            <a:spLocks noGrp="1"/>
          </p:cNvSpPr>
          <p:nvPr>
            <p:ph type="pic" sz="quarter" idx="25" hasCustomPrompt="1"/>
          </p:nvPr>
        </p:nvSpPr>
        <p:spPr>
          <a:xfrm>
            <a:off x="3225801" y="1309284"/>
            <a:ext cx="2795588" cy="2922992"/>
          </a:xfrm>
          <a:solidFill>
            <a:srgbClr val="F6F3F2"/>
          </a:solidFill>
        </p:spPr>
        <p:txBody>
          <a:bodyPr vert="horz" lIns="0" tIns="0" rIns="0" bIns="0" rtlCol="0">
            <a:noAutofit/>
          </a:bodyPr>
          <a:lstStyle>
            <a:lvl1pPr>
              <a:defRPr lang="en-GB"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4" name="Text Placeholder 10">
            <a:extLst>
              <a:ext uri="{FF2B5EF4-FFF2-40B4-BE49-F238E27FC236}">
                <a16:creationId xmlns:a16="http://schemas.microsoft.com/office/drawing/2014/main" id="{9C68E616-CAC0-EE06-D15E-AFFEF3740EFF}"/>
              </a:ext>
            </a:extLst>
          </p:cNvPr>
          <p:cNvSpPr>
            <a:spLocks noGrp="1"/>
          </p:cNvSpPr>
          <p:nvPr>
            <p:ph type="body" sz="quarter" idx="26" hasCustomPrompt="1"/>
          </p:nvPr>
        </p:nvSpPr>
        <p:spPr>
          <a:xfrm>
            <a:off x="3225800" y="4376739"/>
            <a:ext cx="2794731" cy="1502506"/>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9" name="Picture Placeholder 3">
            <a:extLst>
              <a:ext uri="{FF2B5EF4-FFF2-40B4-BE49-F238E27FC236}">
                <a16:creationId xmlns:a16="http://schemas.microsoft.com/office/drawing/2014/main" id="{2D83ADDB-0799-3ABA-AFB5-0EF907EBBC1C}"/>
              </a:ext>
            </a:extLst>
          </p:cNvPr>
          <p:cNvSpPr>
            <a:spLocks noGrp="1"/>
          </p:cNvSpPr>
          <p:nvPr>
            <p:ph type="pic" sz="quarter" idx="27" hasCustomPrompt="1"/>
          </p:nvPr>
        </p:nvSpPr>
        <p:spPr>
          <a:xfrm>
            <a:off x="9119384" y="1309284"/>
            <a:ext cx="2795588" cy="2922992"/>
          </a:xfrm>
          <a:solidFill>
            <a:srgbClr val="F6F3F2"/>
          </a:solidFill>
        </p:spPr>
        <p:txBody>
          <a:bodyPr vert="horz" lIns="0" tIns="0" rIns="0" bIns="0" rtlCol="0">
            <a:noAutofit/>
          </a:bodyPr>
          <a:lstStyle>
            <a:lvl1pPr>
              <a:defRPr lang="en-GB"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10" name="Text Placeholder 10">
            <a:extLst>
              <a:ext uri="{FF2B5EF4-FFF2-40B4-BE49-F238E27FC236}">
                <a16:creationId xmlns:a16="http://schemas.microsoft.com/office/drawing/2014/main" id="{5A40ED4D-9D7E-FA31-0E92-48608769B8DC}"/>
              </a:ext>
            </a:extLst>
          </p:cNvPr>
          <p:cNvSpPr>
            <a:spLocks noGrp="1"/>
          </p:cNvSpPr>
          <p:nvPr>
            <p:ph type="body" sz="quarter" idx="28" hasCustomPrompt="1"/>
          </p:nvPr>
        </p:nvSpPr>
        <p:spPr>
          <a:xfrm>
            <a:off x="9119383" y="4376739"/>
            <a:ext cx="2797905" cy="1502506"/>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11" name="Picture Placeholder 3">
            <a:extLst>
              <a:ext uri="{FF2B5EF4-FFF2-40B4-BE49-F238E27FC236}">
                <a16:creationId xmlns:a16="http://schemas.microsoft.com/office/drawing/2014/main" id="{F5068F87-7E7A-B5CF-3CBC-E18B6DD0D732}"/>
              </a:ext>
            </a:extLst>
          </p:cNvPr>
          <p:cNvSpPr>
            <a:spLocks noGrp="1"/>
          </p:cNvSpPr>
          <p:nvPr>
            <p:ph type="pic" sz="quarter" idx="29" hasCustomPrompt="1"/>
          </p:nvPr>
        </p:nvSpPr>
        <p:spPr>
          <a:xfrm>
            <a:off x="291479" y="1309284"/>
            <a:ext cx="2795588" cy="2922992"/>
          </a:xfrm>
          <a:solidFill>
            <a:srgbClr val="F6F3F2"/>
          </a:solidFill>
        </p:spPr>
        <p:txBody>
          <a:bodyPr vert="horz" lIns="0" tIns="0" rIns="0" bIns="0" rtlCol="0">
            <a:noAutofit/>
          </a:bodyPr>
          <a:lstStyle>
            <a:lvl1pPr>
              <a:defRPr lang="en-GB"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12" name="Text Placeholder 10">
            <a:extLst>
              <a:ext uri="{FF2B5EF4-FFF2-40B4-BE49-F238E27FC236}">
                <a16:creationId xmlns:a16="http://schemas.microsoft.com/office/drawing/2014/main" id="{B4F951B9-FA91-8764-4AF1-2302D32F8D5A}"/>
              </a:ext>
            </a:extLst>
          </p:cNvPr>
          <p:cNvSpPr>
            <a:spLocks noGrp="1"/>
          </p:cNvSpPr>
          <p:nvPr>
            <p:ph type="body" sz="quarter" idx="30" hasCustomPrompt="1"/>
          </p:nvPr>
        </p:nvSpPr>
        <p:spPr>
          <a:xfrm>
            <a:off x="291478" y="4376739"/>
            <a:ext cx="2794731" cy="1502506"/>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3" name="Text Placeholder 7">
            <a:extLst>
              <a:ext uri="{FF2B5EF4-FFF2-40B4-BE49-F238E27FC236}">
                <a16:creationId xmlns:a16="http://schemas.microsoft.com/office/drawing/2014/main" id="{5F91C3EF-5967-CDBE-EACE-2531D873C36A}"/>
              </a:ext>
            </a:extLst>
          </p:cNvPr>
          <p:cNvSpPr>
            <a:spLocks noGrp="1"/>
          </p:cNvSpPr>
          <p:nvPr>
            <p:ph type="body" sz="quarter" idx="31"/>
          </p:nvPr>
        </p:nvSpPr>
        <p:spPr>
          <a:xfrm>
            <a:off x="8125200" y="293525"/>
            <a:ext cx="3778870" cy="878050"/>
          </a:xfrm>
        </p:spPr>
        <p:txBody>
          <a:bodyPr/>
          <a:lstStyle>
            <a:lvl1pPr>
              <a:defRPr sz="14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13" name="Title 7">
            <a:extLst>
              <a:ext uri="{FF2B5EF4-FFF2-40B4-BE49-F238E27FC236}">
                <a16:creationId xmlns:a16="http://schemas.microsoft.com/office/drawing/2014/main" id="{DA47195B-21A0-9A63-E4DA-58F9F29E98B6}"/>
              </a:ext>
            </a:extLst>
          </p:cNvPr>
          <p:cNvSpPr>
            <a:spLocks noGrp="1"/>
          </p:cNvSpPr>
          <p:nvPr>
            <p:ph type="title" hasCustomPrompt="1"/>
          </p:nvPr>
        </p:nvSpPr>
        <p:spPr>
          <a:xfrm>
            <a:off x="288303" y="262800"/>
            <a:ext cx="5733085" cy="468590"/>
          </a:xfrm>
        </p:spPr>
        <p:txBody>
          <a:bodyPr/>
          <a:lstStyle>
            <a:lvl1pPr>
              <a:defRPr>
                <a:solidFill>
                  <a:schemeClr val="tx2"/>
                </a:solidFill>
              </a:defRPr>
            </a:lvl1pPr>
          </a:lstStyle>
          <a:p>
            <a:r>
              <a:rPr lang="en-US"/>
              <a:t>Master title style</a:t>
            </a:r>
            <a:endParaRPr lang="en-GB"/>
          </a:p>
        </p:txBody>
      </p:sp>
      <p:sp>
        <p:nvSpPr>
          <p:cNvPr id="5" name="Subtitle 2">
            <a:extLst>
              <a:ext uri="{FF2B5EF4-FFF2-40B4-BE49-F238E27FC236}">
                <a16:creationId xmlns:a16="http://schemas.microsoft.com/office/drawing/2014/main" id="{FB220D96-C4B3-B7EB-A87A-9845F48C33C3}"/>
              </a:ext>
            </a:extLst>
          </p:cNvPr>
          <p:cNvSpPr>
            <a:spLocks noGrp="1"/>
          </p:cNvSpPr>
          <p:nvPr>
            <p:ph type="subTitle" idx="16" hasCustomPrompt="1"/>
          </p:nvPr>
        </p:nvSpPr>
        <p:spPr>
          <a:xfrm>
            <a:off x="288302" y="713620"/>
            <a:ext cx="5732229" cy="292965"/>
          </a:xfrm>
        </p:spPr>
        <p:txBody>
          <a:bodyPr vert="horz" wrap="square" lIns="0" tIns="0" rIns="0" bIns="0" rtlCol="0" anchor="t">
            <a:spAutoFit/>
          </a:bodyPr>
          <a:lstStyle>
            <a:lvl1pPr>
              <a:defRPr lang="en-GB" b="1" dirty="0"/>
            </a:lvl1pPr>
          </a:lstStyle>
          <a:p>
            <a:pPr lvl="0">
              <a:spcBef>
                <a:spcPts val="0"/>
              </a:spcBef>
              <a:spcAft>
                <a:spcPts val="0"/>
              </a:spcAft>
            </a:pPr>
            <a:r>
              <a:rPr lang="en-GB"/>
              <a:t>Subtitle goes here if required</a:t>
            </a:r>
          </a:p>
        </p:txBody>
      </p:sp>
    </p:spTree>
    <p:extLst>
      <p:ext uri="{BB962C8B-B14F-4D97-AF65-F5344CB8AC3E}">
        <p14:creationId xmlns:p14="http://schemas.microsoft.com/office/powerpoint/2010/main" val="349871845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eam Slide x 6">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76EA39B-2942-9741-8948-C5E41AE57E5D}"/>
              </a:ext>
            </a:extLst>
          </p:cNvPr>
          <p:cNvSpPr>
            <a:spLocks noGrp="1"/>
          </p:cNvSpPr>
          <p:nvPr>
            <p:ph type="ftr" sz="quarter" idx="11"/>
          </p:nvPr>
        </p:nvSpPr>
        <p:spPr/>
        <p:txBody>
          <a:bodyPr/>
          <a:lstStyle/>
          <a:p>
            <a:r>
              <a:rPr lang="en-GB"/>
              <a:t>Slide footer goes here if required</a:t>
            </a:r>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4" name="Picture Placeholder 3">
            <a:extLst>
              <a:ext uri="{FF2B5EF4-FFF2-40B4-BE49-F238E27FC236}">
                <a16:creationId xmlns:a16="http://schemas.microsoft.com/office/drawing/2014/main" id="{3DD93883-FE82-F5D7-6954-1E4205A257B6}"/>
              </a:ext>
            </a:extLst>
          </p:cNvPr>
          <p:cNvSpPr>
            <a:spLocks noGrp="1"/>
          </p:cNvSpPr>
          <p:nvPr>
            <p:ph type="pic" sz="quarter" idx="13" hasCustomPrompt="1"/>
          </p:nvPr>
        </p:nvSpPr>
        <p:spPr>
          <a:xfrm>
            <a:off x="292100" y="2338388"/>
            <a:ext cx="1811338" cy="1893887"/>
          </a:xfrm>
          <a:solidFill>
            <a:srgbClr val="F6F3F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11" name="Text Placeholder 10">
            <a:extLst>
              <a:ext uri="{FF2B5EF4-FFF2-40B4-BE49-F238E27FC236}">
                <a16:creationId xmlns:a16="http://schemas.microsoft.com/office/drawing/2014/main" id="{BAF95DAC-024B-BE13-C7C3-B8E962C0E286}"/>
              </a:ext>
            </a:extLst>
          </p:cNvPr>
          <p:cNvSpPr>
            <a:spLocks noGrp="1"/>
          </p:cNvSpPr>
          <p:nvPr>
            <p:ph type="body" sz="quarter" idx="14" hasCustomPrompt="1"/>
          </p:nvPr>
        </p:nvSpPr>
        <p:spPr>
          <a:xfrm>
            <a:off x="292100" y="4376739"/>
            <a:ext cx="1811338" cy="1502506"/>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12" name="Picture Placeholder 3">
            <a:extLst>
              <a:ext uri="{FF2B5EF4-FFF2-40B4-BE49-F238E27FC236}">
                <a16:creationId xmlns:a16="http://schemas.microsoft.com/office/drawing/2014/main" id="{D5C0A3F1-8272-1EE9-CC5E-D2F51E93821E}"/>
              </a:ext>
            </a:extLst>
          </p:cNvPr>
          <p:cNvSpPr>
            <a:spLocks noGrp="1"/>
          </p:cNvSpPr>
          <p:nvPr>
            <p:ph type="pic" sz="quarter" idx="15" hasCustomPrompt="1"/>
          </p:nvPr>
        </p:nvSpPr>
        <p:spPr>
          <a:xfrm>
            <a:off x="2251075" y="2338388"/>
            <a:ext cx="1811338" cy="1893887"/>
          </a:xfrm>
          <a:solidFill>
            <a:srgbClr val="F6F3F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13" name="Text Placeholder 10">
            <a:extLst>
              <a:ext uri="{FF2B5EF4-FFF2-40B4-BE49-F238E27FC236}">
                <a16:creationId xmlns:a16="http://schemas.microsoft.com/office/drawing/2014/main" id="{07824833-215E-5CBF-9B67-8C5BFCFF600B}"/>
              </a:ext>
            </a:extLst>
          </p:cNvPr>
          <p:cNvSpPr>
            <a:spLocks noGrp="1"/>
          </p:cNvSpPr>
          <p:nvPr>
            <p:ph type="body" sz="quarter" idx="16" hasCustomPrompt="1"/>
          </p:nvPr>
        </p:nvSpPr>
        <p:spPr>
          <a:xfrm>
            <a:off x="2251075" y="4376739"/>
            <a:ext cx="1811338" cy="1502506"/>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17" name="Picture Placeholder 3">
            <a:extLst>
              <a:ext uri="{FF2B5EF4-FFF2-40B4-BE49-F238E27FC236}">
                <a16:creationId xmlns:a16="http://schemas.microsoft.com/office/drawing/2014/main" id="{BC82D359-5E82-6645-4BA5-091395FFBE4D}"/>
              </a:ext>
            </a:extLst>
          </p:cNvPr>
          <p:cNvSpPr>
            <a:spLocks noGrp="1"/>
          </p:cNvSpPr>
          <p:nvPr>
            <p:ph type="pic" sz="quarter" idx="17" hasCustomPrompt="1"/>
          </p:nvPr>
        </p:nvSpPr>
        <p:spPr>
          <a:xfrm>
            <a:off x="4206875" y="2338388"/>
            <a:ext cx="1811338" cy="1893887"/>
          </a:xfrm>
          <a:solidFill>
            <a:srgbClr val="F6F3F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18" name="Text Placeholder 10">
            <a:extLst>
              <a:ext uri="{FF2B5EF4-FFF2-40B4-BE49-F238E27FC236}">
                <a16:creationId xmlns:a16="http://schemas.microsoft.com/office/drawing/2014/main" id="{988FBE5D-B4CD-CE1A-E7E9-92C4741B19DA}"/>
              </a:ext>
            </a:extLst>
          </p:cNvPr>
          <p:cNvSpPr>
            <a:spLocks noGrp="1"/>
          </p:cNvSpPr>
          <p:nvPr>
            <p:ph type="body" sz="quarter" idx="18" hasCustomPrompt="1"/>
          </p:nvPr>
        </p:nvSpPr>
        <p:spPr>
          <a:xfrm>
            <a:off x="4206875" y="4376739"/>
            <a:ext cx="1811338" cy="1502506"/>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19" name="Picture Placeholder 3">
            <a:extLst>
              <a:ext uri="{FF2B5EF4-FFF2-40B4-BE49-F238E27FC236}">
                <a16:creationId xmlns:a16="http://schemas.microsoft.com/office/drawing/2014/main" id="{AE6CF7F4-E399-5395-4477-3A071CFE8BF6}"/>
              </a:ext>
            </a:extLst>
          </p:cNvPr>
          <p:cNvSpPr>
            <a:spLocks noGrp="1"/>
          </p:cNvSpPr>
          <p:nvPr>
            <p:ph type="pic" sz="quarter" idx="19" hasCustomPrompt="1"/>
          </p:nvPr>
        </p:nvSpPr>
        <p:spPr>
          <a:xfrm>
            <a:off x="6165850" y="2338388"/>
            <a:ext cx="1811338" cy="1893887"/>
          </a:xfrm>
          <a:solidFill>
            <a:srgbClr val="F6F3F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20" name="Text Placeholder 10">
            <a:extLst>
              <a:ext uri="{FF2B5EF4-FFF2-40B4-BE49-F238E27FC236}">
                <a16:creationId xmlns:a16="http://schemas.microsoft.com/office/drawing/2014/main" id="{7F69C6C1-FD43-DD7E-F8C1-DD938FA7E864}"/>
              </a:ext>
            </a:extLst>
          </p:cNvPr>
          <p:cNvSpPr>
            <a:spLocks noGrp="1"/>
          </p:cNvSpPr>
          <p:nvPr>
            <p:ph type="body" sz="quarter" idx="20" hasCustomPrompt="1"/>
          </p:nvPr>
        </p:nvSpPr>
        <p:spPr>
          <a:xfrm>
            <a:off x="6165850" y="4376739"/>
            <a:ext cx="1811338" cy="1502506"/>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21" name="Picture Placeholder 3">
            <a:extLst>
              <a:ext uri="{FF2B5EF4-FFF2-40B4-BE49-F238E27FC236}">
                <a16:creationId xmlns:a16="http://schemas.microsoft.com/office/drawing/2014/main" id="{C3F6ED5E-6C41-2A6E-8284-782D115E0AC8}"/>
              </a:ext>
            </a:extLst>
          </p:cNvPr>
          <p:cNvSpPr>
            <a:spLocks noGrp="1"/>
          </p:cNvSpPr>
          <p:nvPr>
            <p:ph type="pic" sz="quarter" idx="21" hasCustomPrompt="1"/>
          </p:nvPr>
        </p:nvSpPr>
        <p:spPr>
          <a:xfrm>
            <a:off x="8129587" y="2338388"/>
            <a:ext cx="1811338" cy="1893887"/>
          </a:xfrm>
          <a:solidFill>
            <a:srgbClr val="F6F3F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22" name="Text Placeholder 10">
            <a:extLst>
              <a:ext uri="{FF2B5EF4-FFF2-40B4-BE49-F238E27FC236}">
                <a16:creationId xmlns:a16="http://schemas.microsoft.com/office/drawing/2014/main" id="{DE4654D5-A3A7-62DC-42E2-4450D8FF9149}"/>
              </a:ext>
            </a:extLst>
          </p:cNvPr>
          <p:cNvSpPr>
            <a:spLocks noGrp="1"/>
          </p:cNvSpPr>
          <p:nvPr>
            <p:ph type="body" sz="quarter" idx="22" hasCustomPrompt="1"/>
          </p:nvPr>
        </p:nvSpPr>
        <p:spPr>
          <a:xfrm>
            <a:off x="8129587" y="4376739"/>
            <a:ext cx="1811338" cy="1502506"/>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23" name="Picture Placeholder 3">
            <a:extLst>
              <a:ext uri="{FF2B5EF4-FFF2-40B4-BE49-F238E27FC236}">
                <a16:creationId xmlns:a16="http://schemas.microsoft.com/office/drawing/2014/main" id="{9858E5CC-B320-8459-7BD7-5CE14C5E3AC9}"/>
              </a:ext>
            </a:extLst>
          </p:cNvPr>
          <p:cNvSpPr>
            <a:spLocks noGrp="1"/>
          </p:cNvSpPr>
          <p:nvPr>
            <p:ph type="pic" sz="quarter" idx="23" hasCustomPrompt="1"/>
          </p:nvPr>
        </p:nvSpPr>
        <p:spPr>
          <a:xfrm>
            <a:off x="10088562" y="2338388"/>
            <a:ext cx="1811338" cy="1893887"/>
          </a:xfrm>
          <a:solidFill>
            <a:srgbClr val="F6F3F2"/>
          </a:solidFill>
        </p:spPr>
        <p:txBody>
          <a:bodyPr vert="horz" lIns="0" tIns="0" rIns="0" bIns="0" rtlCol="0">
            <a:noAutofit/>
          </a:bodyPr>
          <a:lstStyle>
            <a:lvl1pPr>
              <a:defRPr lang="en-GB" sz="1200"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24" name="Text Placeholder 10">
            <a:extLst>
              <a:ext uri="{FF2B5EF4-FFF2-40B4-BE49-F238E27FC236}">
                <a16:creationId xmlns:a16="http://schemas.microsoft.com/office/drawing/2014/main" id="{BA241006-FA7F-3ABD-E9C0-8E177A254F71}"/>
              </a:ext>
            </a:extLst>
          </p:cNvPr>
          <p:cNvSpPr>
            <a:spLocks noGrp="1"/>
          </p:cNvSpPr>
          <p:nvPr>
            <p:ph type="body" sz="quarter" idx="24" hasCustomPrompt="1"/>
          </p:nvPr>
        </p:nvSpPr>
        <p:spPr>
          <a:xfrm>
            <a:off x="10088562" y="4376739"/>
            <a:ext cx="1811338" cy="1502506"/>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2" name="Text Placeholder 7">
            <a:extLst>
              <a:ext uri="{FF2B5EF4-FFF2-40B4-BE49-F238E27FC236}">
                <a16:creationId xmlns:a16="http://schemas.microsoft.com/office/drawing/2014/main" id="{7BD20165-AAB7-7FF2-32A4-4043B7F5215A}"/>
              </a:ext>
            </a:extLst>
          </p:cNvPr>
          <p:cNvSpPr>
            <a:spLocks noGrp="1"/>
          </p:cNvSpPr>
          <p:nvPr>
            <p:ph type="body" sz="quarter" idx="25"/>
          </p:nvPr>
        </p:nvSpPr>
        <p:spPr>
          <a:xfrm>
            <a:off x="8124205" y="295200"/>
            <a:ext cx="3778870" cy="876375"/>
          </a:xfrm>
        </p:spPr>
        <p:txBody>
          <a:bodyPr/>
          <a:lstStyle>
            <a:lvl1pPr>
              <a:defRPr sz="14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9" name="Title 7">
            <a:extLst>
              <a:ext uri="{FF2B5EF4-FFF2-40B4-BE49-F238E27FC236}">
                <a16:creationId xmlns:a16="http://schemas.microsoft.com/office/drawing/2014/main" id="{604F17DC-3526-6523-F6A2-A614A5877E66}"/>
              </a:ext>
            </a:extLst>
          </p:cNvPr>
          <p:cNvSpPr>
            <a:spLocks noGrp="1"/>
          </p:cNvSpPr>
          <p:nvPr>
            <p:ph type="title" hasCustomPrompt="1"/>
          </p:nvPr>
        </p:nvSpPr>
        <p:spPr>
          <a:xfrm>
            <a:off x="288303" y="262800"/>
            <a:ext cx="6710984" cy="544184"/>
          </a:xfrm>
        </p:spPr>
        <p:txBody>
          <a:bodyPr/>
          <a:lstStyle>
            <a:lvl1pPr>
              <a:defRPr>
                <a:solidFill>
                  <a:schemeClr val="tx2"/>
                </a:solidFill>
              </a:defRPr>
            </a:lvl1pPr>
          </a:lstStyle>
          <a:p>
            <a:r>
              <a:rPr lang="en-US"/>
              <a:t>Master title style</a:t>
            </a:r>
            <a:endParaRPr lang="en-GB"/>
          </a:p>
        </p:txBody>
      </p:sp>
      <p:sp>
        <p:nvSpPr>
          <p:cNvPr id="5" name="Subtitle 2">
            <a:extLst>
              <a:ext uri="{FF2B5EF4-FFF2-40B4-BE49-F238E27FC236}">
                <a16:creationId xmlns:a16="http://schemas.microsoft.com/office/drawing/2014/main" id="{C2B84ACE-520E-A875-5184-5F9EE6A46C07}"/>
              </a:ext>
            </a:extLst>
          </p:cNvPr>
          <p:cNvSpPr>
            <a:spLocks noGrp="1"/>
          </p:cNvSpPr>
          <p:nvPr>
            <p:ph type="subTitle" idx="26" hasCustomPrompt="1"/>
          </p:nvPr>
        </p:nvSpPr>
        <p:spPr>
          <a:xfrm>
            <a:off x="288302" y="713620"/>
            <a:ext cx="6713538" cy="292965"/>
          </a:xfrm>
        </p:spPr>
        <p:txBody>
          <a:bodyPr vert="horz" wrap="square" lIns="0" tIns="0" rIns="0" bIns="0" rtlCol="0" anchor="t">
            <a:spAutoFit/>
          </a:bodyPr>
          <a:lstStyle>
            <a:lvl1pPr>
              <a:defRPr lang="en-GB" b="1" dirty="0"/>
            </a:lvl1pPr>
          </a:lstStyle>
          <a:p>
            <a:pPr lvl="0">
              <a:spcBef>
                <a:spcPts val="0"/>
              </a:spcBef>
              <a:spcAft>
                <a:spcPts val="0"/>
              </a:spcAft>
            </a:pPr>
            <a:r>
              <a:rPr lang="en-GB"/>
              <a:t>Subtitle goes here if required</a:t>
            </a:r>
          </a:p>
        </p:txBody>
      </p:sp>
    </p:spTree>
    <p:extLst>
      <p:ext uri="{BB962C8B-B14F-4D97-AF65-F5344CB8AC3E}">
        <p14:creationId xmlns:p14="http://schemas.microsoft.com/office/powerpoint/2010/main" val="221615399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eam Slide x 12">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76EA39B-2942-9741-8948-C5E41AE57E5D}"/>
              </a:ext>
            </a:extLst>
          </p:cNvPr>
          <p:cNvSpPr>
            <a:spLocks noGrp="1"/>
          </p:cNvSpPr>
          <p:nvPr>
            <p:ph type="ftr" sz="quarter" idx="11"/>
          </p:nvPr>
        </p:nvSpPr>
        <p:spPr/>
        <p:txBody>
          <a:bodyPr/>
          <a:lstStyle/>
          <a:p>
            <a:r>
              <a:rPr lang="en-GB"/>
              <a:t>Slide footer goes here if required</a:t>
            </a:r>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4" name="Picture Placeholder 3">
            <a:extLst>
              <a:ext uri="{FF2B5EF4-FFF2-40B4-BE49-F238E27FC236}">
                <a16:creationId xmlns:a16="http://schemas.microsoft.com/office/drawing/2014/main" id="{3DD93883-FE82-F5D7-6954-1E4205A257B6}"/>
              </a:ext>
            </a:extLst>
          </p:cNvPr>
          <p:cNvSpPr>
            <a:spLocks noGrp="1"/>
          </p:cNvSpPr>
          <p:nvPr>
            <p:ph type="pic" sz="quarter" idx="13" hasCustomPrompt="1"/>
          </p:nvPr>
        </p:nvSpPr>
        <p:spPr>
          <a:xfrm>
            <a:off x="292100" y="1329350"/>
            <a:ext cx="1810800" cy="1593166"/>
          </a:xfrm>
          <a:solidFill>
            <a:srgbClr val="F6F3F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11" name="Text Placeholder 10">
            <a:extLst>
              <a:ext uri="{FF2B5EF4-FFF2-40B4-BE49-F238E27FC236}">
                <a16:creationId xmlns:a16="http://schemas.microsoft.com/office/drawing/2014/main" id="{BAF95DAC-024B-BE13-C7C3-B8E962C0E286}"/>
              </a:ext>
            </a:extLst>
          </p:cNvPr>
          <p:cNvSpPr>
            <a:spLocks noGrp="1"/>
          </p:cNvSpPr>
          <p:nvPr>
            <p:ph type="body" sz="quarter" idx="14" hasCustomPrompt="1"/>
          </p:nvPr>
        </p:nvSpPr>
        <p:spPr>
          <a:xfrm>
            <a:off x="292100" y="2987293"/>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12" name="Picture Placeholder 3">
            <a:extLst>
              <a:ext uri="{FF2B5EF4-FFF2-40B4-BE49-F238E27FC236}">
                <a16:creationId xmlns:a16="http://schemas.microsoft.com/office/drawing/2014/main" id="{D5C0A3F1-8272-1EE9-CC5E-D2F51E93821E}"/>
              </a:ext>
            </a:extLst>
          </p:cNvPr>
          <p:cNvSpPr>
            <a:spLocks noGrp="1"/>
          </p:cNvSpPr>
          <p:nvPr>
            <p:ph type="pic" sz="quarter" idx="15" hasCustomPrompt="1"/>
          </p:nvPr>
        </p:nvSpPr>
        <p:spPr>
          <a:xfrm>
            <a:off x="2251075" y="1329350"/>
            <a:ext cx="1810800" cy="1593166"/>
          </a:xfrm>
          <a:solidFill>
            <a:srgbClr val="F6F3F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13" name="Text Placeholder 10">
            <a:extLst>
              <a:ext uri="{FF2B5EF4-FFF2-40B4-BE49-F238E27FC236}">
                <a16:creationId xmlns:a16="http://schemas.microsoft.com/office/drawing/2014/main" id="{07824833-215E-5CBF-9B67-8C5BFCFF600B}"/>
              </a:ext>
            </a:extLst>
          </p:cNvPr>
          <p:cNvSpPr>
            <a:spLocks noGrp="1"/>
          </p:cNvSpPr>
          <p:nvPr>
            <p:ph type="body" sz="quarter" idx="16" hasCustomPrompt="1"/>
          </p:nvPr>
        </p:nvSpPr>
        <p:spPr>
          <a:xfrm>
            <a:off x="2251075" y="2987293"/>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17" name="Picture Placeholder 3">
            <a:extLst>
              <a:ext uri="{FF2B5EF4-FFF2-40B4-BE49-F238E27FC236}">
                <a16:creationId xmlns:a16="http://schemas.microsoft.com/office/drawing/2014/main" id="{BC82D359-5E82-6645-4BA5-091395FFBE4D}"/>
              </a:ext>
            </a:extLst>
          </p:cNvPr>
          <p:cNvSpPr>
            <a:spLocks noGrp="1"/>
          </p:cNvSpPr>
          <p:nvPr>
            <p:ph type="pic" sz="quarter" idx="17" hasCustomPrompt="1"/>
          </p:nvPr>
        </p:nvSpPr>
        <p:spPr>
          <a:xfrm>
            <a:off x="4206875" y="1329350"/>
            <a:ext cx="1810800" cy="1593166"/>
          </a:xfrm>
          <a:solidFill>
            <a:srgbClr val="F6F3F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18" name="Text Placeholder 10">
            <a:extLst>
              <a:ext uri="{FF2B5EF4-FFF2-40B4-BE49-F238E27FC236}">
                <a16:creationId xmlns:a16="http://schemas.microsoft.com/office/drawing/2014/main" id="{988FBE5D-B4CD-CE1A-E7E9-92C4741B19DA}"/>
              </a:ext>
            </a:extLst>
          </p:cNvPr>
          <p:cNvSpPr>
            <a:spLocks noGrp="1"/>
          </p:cNvSpPr>
          <p:nvPr>
            <p:ph type="body" sz="quarter" idx="18" hasCustomPrompt="1"/>
          </p:nvPr>
        </p:nvSpPr>
        <p:spPr>
          <a:xfrm>
            <a:off x="4206875" y="2987293"/>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19" name="Picture Placeholder 3">
            <a:extLst>
              <a:ext uri="{FF2B5EF4-FFF2-40B4-BE49-F238E27FC236}">
                <a16:creationId xmlns:a16="http://schemas.microsoft.com/office/drawing/2014/main" id="{AE6CF7F4-E399-5395-4477-3A071CFE8BF6}"/>
              </a:ext>
            </a:extLst>
          </p:cNvPr>
          <p:cNvSpPr>
            <a:spLocks noGrp="1"/>
          </p:cNvSpPr>
          <p:nvPr>
            <p:ph type="pic" sz="quarter" idx="19" hasCustomPrompt="1"/>
          </p:nvPr>
        </p:nvSpPr>
        <p:spPr>
          <a:xfrm>
            <a:off x="6165850" y="1329350"/>
            <a:ext cx="1810800" cy="1593166"/>
          </a:xfrm>
          <a:solidFill>
            <a:srgbClr val="F6F3F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20" name="Text Placeholder 10">
            <a:extLst>
              <a:ext uri="{FF2B5EF4-FFF2-40B4-BE49-F238E27FC236}">
                <a16:creationId xmlns:a16="http://schemas.microsoft.com/office/drawing/2014/main" id="{7F69C6C1-FD43-DD7E-F8C1-DD938FA7E864}"/>
              </a:ext>
            </a:extLst>
          </p:cNvPr>
          <p:cNvSpPr>
            <a:spLocks noGrp="1"/>
          </p:cNvSpPr>
          <p:nvPr>
            <p:ph type="body" sz="quarter" idx="20" hasCustomPrompt="1"/>
          </p:nvPr>
        </p:nvSpPr>
        <p:spPr>
          <a:xfrm>
            <a:off x="6165850" y="2987293"/>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21" name="Picture Placeholder 3">
            <a:extLst>
              <a:ext uri="{FF2B5EF4-FFF2-40B4-BE49-F238E27FC236}">
                <a16:creationId xmlns:a16="http://schemas.microsoft.com/office/drawing/2014/main" id="{C3F6ED5E-6C41-2A6E-8284-782D115E0AC8}"/>
              </a:ext>
            </a:extLst>
          </p:cNvPr>
          <p:cNvSpPr>
            <a:spLocks noGrp="1"/>
          </p:cNvSpPr>
          <p:nvPr>
            <p:ph type="pic" sz="quarter" idx="21" hasCustomPrompt="1"/>
          </p:nvPr>
        </p:nvSpPr>
        <p:spPr>
          <a:xfrm>
            <a:off x="8129587" y="1329350"/>
            <a:ext cx="1810800" cy="1593166"/>
          </a:xfrm>
          <a:solidFill>
            <a:srgbClr val="F6F3F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22" name="Text Placeholder 10">
            <a:extLst>
              <a:ext uri="{FF2B5EF4-FFF2-40B4-BE49-F238E27FC236}">
                <a16:creationId xmlns:a16="http://schemas.microsoft.com/office/drawing/2014/main" id="{DE4654D5-A3A7-62DC-42E2-4450D8FF9149}"/>
              </a:ext>
            </a:extLst>
          </p:cNvPr>
          <p:cNvSpPr>
            <a:spLocks noGrp="1"/>
          </p:cNvSpPr>
          <p:nvPr>
            <p:ph type="body" sz="quarter" idx="22" hasCustomPrompt="1"/>
          </p:nvPr>
        </p:nvSpPr>
        <p:spPr>
          <a:xfrm>
            <a:off x="8129587" y="2987293"/>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23" name="Picture Placeholder 3">
            <a:extLst>
              <a:ext uri="{FF2B5EF4-FFF2-40B4-BE49-F238E27FC236}">
                <a16:creationId xmlns:a16="http://schemas.microsoft.com/office/drawing/2014/main" id="{9858E5CC-B320-8459-7BD7-5CE14C5E3AC9}"/>
              </a:ext>
            </a:extLst>
          </p:cNvPr>
          <p:cNvSpPr>
            <a:spLocks noGrp="1"/>
          </p:cNvSpPr>
          <p:nvPr>
            <p:ph type="pic" sz="quarter" idx="23" hasCustomPrompt="1"/>
          </p:nvPr>
        </p:nvSpPr>
        <p:spPr>
          <a:xfrm>
            <a:off x="10088562" y="1329350"/>
            <a:ext cx="1810800" cy="1593166"/>
          </a:xfrm>
          <a:solidFill>
            <a:srgbClr val="F6F3F2"/>
          </a:solidFill>
        </p:spPr>
        <p:txBody>
          <a:bodyPr vert="horz" lIns="0" tIns="0" rIns="0" bIns="0" rtlCol="0">
            <a:noAutofit/>
          </a:bodyPr>
          <a:lstStyle>
            <a:lvl1pPr>
              <a:defRPr lang="en-GB" sz="1200"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24" name="Text Placeholder 10">
            <a:extLst>
              <a:ext uri="{FF2B5EF4-FFF2-40B4-BE49-F238E27FC236}">
                <a16:creationId xmlns:a16="http://schemas.microsoft.com/office/drawing/2014/main" id="{BA241006-FA7F-3ABD-E9C0-8E177A254F71}"/>
              </a:ext>
            </a:extLst>
          </p:cNvPr>
          <p:cNvSpPr>
            <a:spLocks noGrp="1"/>
          </p:cNvSpPr>
          <p:nvPr>
            <p:ph type="body" sz="quarter" idx="24" hasCustomPrompt="1"/>
          </p:nvPr>
        </p:nvSpPr>
        <p:spPr>
          <a:xfrm>
            <a:off x="10088562" y="2987293"/>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2" name="Text Placeholder 7">
            <a:extLst>
              <a:ext uri="{FF2B5EF4-FFF2-40B4-BE49-F238E27FC236}">
                <a16:creationId xmlns:a16="http://schemas.microsoft.com/office/drawing/2014/main" id="{7BD20165-AAB7-7FF2-32A4-4043B7F5215A}"/>
              </a:ext>
            </a:extLst>
          </p:cNvPr>
          <p:cNvSpPr>
            <a:spLocks noGrp="1"/>
          </p:cNvSpPr>
          <p:nvPr>
            <p:ph type="body" sz="quarter" idx="25"/>
          </p:nvPr>
        </p:nvSpPr>
        <p:spPr>
          <a:xfrm>
            <a:off x="8124205" y="295200"/>
            <a:ext cx="3778870" cy="876375"/>
          </a:xfrm>
        </p:spPr>
        <p:txBody>
          <a:bodyPr/>
          <a:lstStyle>
            <a:lvl1pPr>
              <a:defRPr sz="14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30" name="Picture Placeholder 3">
            <a:extLst>
              <a:ext uri="{FF2B5EF4-FFF2-40B4-BE49-F238E27FC236}">
                <a16:creationId xmlns:a16="http://schemas.microsoft.com/office/drawing/2014/main" id="{1E351EF8-8286-87AC-38C6-7E9DC74AA5D5}"/>
              </a:ext>
            </a:extLst>
          </p:cNvPr>
          <p:cNvSpPr>
            <a:spLocks noGrp="1"/>
          </p:cNvSpPr>
          <p:nvPr>
            <p:ph type="pic" sz="quarter" idx="26" hasCustomPrompt="1"/>
          </p:nvPr>
        </p:nvSpPr>
        <p:spPr>
          <a:xfrm>
            <a:off x="292100" y="3753024"/>
            <a:ext cx="1810800" cy="1593166"/>
          </a:xfrm>
          <a:solidFill>
            <a:srgbClr val="F6F3F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31" name="Text Placeholder 10">
            <a:extLst>
              <a:ext uri="{FF2B5EF4-FFF2-40B4-BE49-F238E27FC236}">
                <a16:creationId xmlns:a16="http://schemas.microsoft.com/office/drawing/2014/main" id="{7D881FA5-55EC-F926-2B2E-C6A382AF84D6}"/>
              </a:ext>
            </a:extLst>
          </p:cNvPr>
          <p:cNvSpPr>
            <a:spLocks noGrp="1"/>
          </p:cNvSpPr>
          <p:nvPr>
            <p:ph type="body" sz="quarter" idx="27" hasCustomPrompt="1"/>
          </p:nvPr>
        </p:nvSpPr>
        <p:spPr>
          <a:xfrm>
            <a:off x="292100" y="5410967"/>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32" name="Picture Placeholder 3">
            <a:extLst>
              <a:ext uri="{FF2B5EF4-FFF2-40B4-BE49-F238E27FC236}">
                <a16:creationId xmlns:a16="http://schemas.microsoft.com/office/drawing/2014/main" id="{BBC82E01-F7FE-2EAB-B8E7-5960A7A58603}"/>
              </a:ext>
            </a:extLst>
          </p:cNvPr>
          <p:cNvSpPr>
            <a:spLocks noGrp="1"/>
          </p:cNvSpPr>
          <p:nvPr>
            <p:ph type="pic" sz="quarter" idx="28" hasCustomPrompt="1"/>
          </p:nvPr>
        </p:nvSpPr>
        <p:spPr>
          <a:xfrm>
            <a:off x="2251075" y="3753024"/>
            <a:ext cx="1810800" cy="1593166"/>
          </a:xfrm>
          <a:solidFill>
            <a:srgbClr val="F6F3F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33" name="Text Placeholder 10">
            <a:extLst>
              <a:ext uri="{FF2B5EF4-FFF2-40B4-BE49-F238E27FC236}">
                <a16:creationId xmlns:a16="http://schemas.microsoft.com/office/drawing/2014/main" id="{AF3DAD82-5491-5A1C-AF05-DBECB12413C0}"/>
              </a:ext>
            </a:extLst>
          </p:cNvPr>
          <p:cNvSpPr>
            <a:spLocks noGrp="1"/>
          </p:cNvSpPr>
          <p:nvPr>
            <p:ph type="body" sz="quarter" idx="29" hasCustomPrompt="1"/>
          </p:nvPr>
        </p:nvSpPr>
        <p:spPr>
          <a:xfrm>
            <a:off x="2251075" y="5410967"/>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34" name="Picture Placeholder 3">
            <a:extLst>
              <a:ext uri="{FF2B5EF4-FFF2-40B4-BE49-F238E27FC236}">
                <a16:creationId xmlns:a16="http://schemas.microsoft.com/office/drawing/2014/main" id="{D56B49B1-E5CE-83C1-0D25-0898269814D0}"/>
              </a:ext>
            </a:extLst>
          </p:cNvPr>
          <p:cNvSpPr>
            <a:spLocks noGrp="1"/>
          </p:cNvSpPr>
          <p:nvPr>
            <p:ph type="pic" sz="quarter" idx="30" hasCustomPrompt="1"/>
          </p:nvPr>
        </p:nvSpPr>
        <p:spPr>
          <a:xfrm>
            <a:off x="4206875" y="3753024"/>
            <a:ext cx="1810800" cy="1593166"/>
          </a:xfrm>
          <a:solidFill>
            <a:srgbClr val="F6F3F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35" name="Text Placeholder 10">
            <a:extLst>
              <a:ext uri="{FF2B5EF4-FFF2-40B4-BE49-F238E27FC236}">
                <a16:creationId xmlns:a16="http://schemas.microsoft.com/office/drawing/2014/main" id="{0D879563-9332-8DE6-BC2B-72B716864FC8}"/>
              </a:ext>
            </a:extLst>
          </p:cNvPr>
          <p:cNvSpPr>
            <a:spLocks noGrp="1"/>
          </p:cNvSpPr>
          <p:nvPr>
            <p:ph type="body" sz="quarter" idx="31" hasCustomPrompt="1"/>
          </p:nvPr>
        </p:nvSpPr>
        <p:spPr>
          <a:xfrm>
            <a:off x="4206875" y="5410967"/>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36" name="Picture Placeholder 3">
            <a:extLst>
              <a:ext uri="{FF2B5EF4-FFF2-40B4-BE49-F238E27FC236}">
                <a16:creationId xmlns:a16="http://schemas.microsoft.com/office/drawing/2014/main" id="{34E06054-2590-E998-043B-8F545070935C}"/>
              </a:ext>
            </a:extLst>
          </p:cNvPr>
          <p:cNvSpPr>
            <a:spLocks noGrp="1"/>
          </p:cNvSpPr>
          <p:nvPr>
            <p:ph type="pic" sz="quarter" idx="32" hasCustomPrompt="1"/>
          </p:nvPr>
        </p:nvSpPr>
        <p:spPr>
          <a:xfrm>
            <a:off x="6165850" y="3753024"/>
            <a:ext cx="1810800" cy="1593166"/>
          </a:xfrm>
          <a:solidFill>
            <a:srgbClr val="F6F3F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37" name="Text Placeholder 10">
            <a:extLst>
              <a:ext uri="{FF2B5EF4-FFF2-40B4-BE49-F238E27FC236}">
                <a16:creationId xmlns:a16="http://schemas.microsoft.com/office/drawing/2014/main" id="{B2E849EB-3C88-7D18-ED79-F55E7AB9250D}"/>
              </a:ext>
            </a:extLst>
          </p:cNvPr>
          <p:cNvSpPr>
            <a:spLocks noGrp="1"/>
          </p:cNvSpPr>
          <p:nvPr>
            <p:ph type="body" sz="quarter" idx="33" hasCustomPrompt="1"/>
          </p:nvPr>
        </p:nvSpPr>
        <p:spPr>
          <a:xfrm>
            <a:off x="6165850" y="5410967"/>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38" name="Picture Placeholder 3">
            <a:extLst>
              <a:ext uri="{FF2B5EF4-FFF2-40B4-BE49-F238E27FC236}">
                <a16:creationId xmlns:a16="http://schemas.microsoft.com/office/drawing/2014/main" id="{3A8CC4AE-06AB-5A91-10DC-6C53FFB4A23A}"/>
              </a:ext>
            </a:extLst>
          </p:cNvPr>
          <p:cNvSpPr>
            <a:spLocks noGrp="1"/>
          </p:cNvSpPr>
          <p:nvPr>
            <p:ph type="pic" sz="quarter" idx="34" hasCustomPrompt="1"/>
          </p:nvPr>
        </p:nvSpPr>
        <p:spPr>
          <a:xfrm>
            <a:off x="8129587" y="3753024"/>
            <a:ext cx="1810800" cy="1593166"/>
          </a:xfrm>
          <a:solidFill>
            <a:srgbClr val="F6F3F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39" name="Text Placeholder 10">
            <a:extLst>
              <a:ext uri="{FF2B5EF4-FFF2-40B4-BE49-F238E27FC236}">
                <a16:creationId xmlns:a16="http://schemas.microsoft.com/office/drawing/2014/main" id="{5B2ACD70-936B-5D18-96B7-1BF64FC6E214}"/>
              </a:ext>
            </a:extLst>
          </p:cNvPr>
          <p:cNvSpPr>
            <a:spLocks noGrp="1"/>
          </p:cNvSpPr>
          <p:nvPr>
            <p:ph type="body" sz="quarter" idx="35" hasCustomPrompt="1"/>
          </p:nvPr>
        </p:nvSpPr>
        <p:spPr>
          <a:xfrm>
            <a:off x="8129587" y="5410967"/>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40" name="Picture Placeholder 3">
            <a:extLst>
              <a:ext uri="{FF2B5EF4-FFF2-40B4-BE49-F238E27FC236}">
                <a16:creationId xmlns:a16="http://schemas.microsoft.com/office/drawing/2014/main" id="{96B65B4A-309C-6AFF-3233-21C6FE13D295}"/>
              </a:ext>
            </a:extLst>
          </p:cNvPr>
          <p:cNvSpPr>
            <a:spLocks noGrp="1"/>
          </p:cNvSpPr>
          <p:nvPr>
            <p:ph type="pic" sz="quarter" idx="36" hasCustomPrompt="1"/>
          </p:nvPr>
        </p:nvSpPr>
        <p:spPr>
          <a:xfrm>
            <a:off x="10088562" y="3753024"/>
            <a:ext cx="1810800" cy="1593166"/>
          </a:xfrm>
          <a:solidFill>
            <a:srgbClr val="F6F3F2"/>
          </a:solidFill>
        </p:spPr>
        <p:txBody>
          <a:bodyPr vert="horz" lIns="0" tIns="0" rIns="0" bIns="0" rtlCol="0">
            <a:noAutofit/>
          </a:bodyPr>
          <a:lstStyle>
            <a:lvl1pPr>
              <a:defRPr lang="en-GB" sz="1200"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a:t>Click the icon to add a team member headshot.</a:t>
            </a:r>
          </a:p>
        </p:txBody>
      </p:sp>
      <p:sp>
        <p:nvSpPr>
          <p:cNvPr id="41" name="Text Placeholder 10">
            <a:extLst>
              <a:ext uri="{FF2B5EF4-FFF2-40B4-BE49-F238E27FC236}">
                <a16:creationId xmlns:a16="http://schemas.microsoft.com/office/drawing/2014/main" id="{56786C68-DCD8-DE01-5F52-6FF88150DD6E}"/>
              </a:ext>
            </a:extLst>
          </p:cNvPr>
          <p:cNvSpPr>
            <a:spLocks noGrp="1"/>
          </p:cNvSpPr>
          <p:nvPr>
            <p:ph type="body" sz="quarter" idx="37" hasCustomPrompt="1"/>
          </p:nvPr>
        </p:nvSpPr>
        <p:spPr>
          <a:xfrm>
            <a:off x="10088562" y="5410967"/>
            <a:ext cx="1811338" cy="464807"/>
          </a:xfrm>
        </p:spPr>
        <p:txBody>
          <a:bodyPr wrap="square">
            <a:spAutoFit/>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err="1"/>
              <a:t>Firstname</a:t>
            </a:r>
            <a:r>
              <a:rPr lang="en-GB"/>
              <a:t> Surname</a:t>
            </a:r>
          </a:p>
          <a:p>
            <a:pPr lvl="1"/>
            <a:r>
              <a:rPr lang="en-GB"/>
              <a:t>Role, Location</a:t>
            </a:r>
          </a:p>
        </p:txBody>
      </p:sp>
      <p:sp>
        <p:nvSpPr>
          <p:cNvPr id="5" name="Title 7">
            <a:extLst>
              <a:ext uri="{FF2B5EF4-FFF2-40B4-BE49-F238E27FC236}">
                <a16:creationId xmlns:a16="http://schemas.microsoft.com/office/drawing/2014/main" id="{520EE9D3-6988-A53A-4B71-0F5506C1DB6D}"/>
              </a:ext>
            </a:extLst>
          </p:cNvPr>
          <p:cNvSpPr>
            <a:spLocks noGrp="1"/>
          </p:cNvSpPr>
          <p:nvPr>
            <p:ph type="title" hasCustomPrompt="1"/>
          </p:nvPr>
        </p:nvSpPr>
        <p:spPr>
          <a:xfrm>
            <a:off x="288303" y="262800"/>
            <a:ext cx="6710984" cy="544184"/>
          </a:xfrm>
        </p:spPr>
        <p:txBody>
          <a:bodyPr/>
          <a:lstStyle>
            <a:lvl1pPr>
              <a:defRPr>
                <a:solidFill>
                  <a:schemeClr val="tx2"/>
                </a:solidFill>
              </a:defRPr>
            </a:lvl1pPr>
          </a:lstStyle>
          <a:p>
            <a:r>
              <a:rPr lang="en-US"/>
              <a:t>Master title style</a:t>
            </a:r>
            <a:endParaRPr lang="en-GB"/>
          </a:p>
        </p:txBody>
      </p:sp>
      <p:sp>
        <p:nvSpPr>
          <p:cNvPr id="8" name="Subtitle 2">
            <a:extLst>
              <a:ext uri="{FF2B5EF4-FFF2-40B4-BE49-F238E27FC236}">
                <a16:creationId xmlns:a16="http://schemas.microsoft.com/office/drawing/2014/main" id="{A29A91CD-56E3-1B05-9890-3FE2231364A5}"/>
              </a:ext>
            </a:extLst>
          </p:cNvPr>
          <p:cNvSpPr>
            <a:spLocks noGrp="1"/>
          </p:cNvSpPr>
          <p:nvPr>
            <p:ph type="subTitle" idx="38" hasCustomPrompt="1"/>
          </p:nvPr>
        </p:nvSpPr>
        <p:spPr>
          <a:xfrm>
            <a:off x="288302" y="713620"/>
            <a:ext cx="6713538" cy="292965"/>
          </a:xfrm>
        </p:spPr>
        <p:txBody>
          <a:bodyPr vert="horz" wrap="square" lIns="0" tIns="0" rIns="0" bIns="0" rtlCol="0" anchor="t">
            <a:spAutoFit/>
          </a:bodyPr>
          <a:lstStyle>
            <a:lvl1pPr>
              <a:defRPr lang="en-GB" b="1" dirty="0"/>
            </a:lvl1pPr>
          </a:lstStyle>
          <a:p>
            <a:pPr lvl="0">
              <a:spcBef>
                <a:spcPts val="0"/>
              </a:spcBef>
              <a:spcAft>
                <a:spcPts val="0"/>
              </a:spcAft>
            </a:pPr>
            <a:r>
              <a:rPr lang="en-GB"/>
              <a:t>Subtitle goes here if required</a:t>
            </a:r>
          </a:p>
        </p:txBody>
      </p:sp>
    </p:spTree>
    <p:extLst>
      <p:ext uri="{BB962C8B-B14F-4D97-AF65-F5344CB8AC3E}">
        <p14:creationId xmlns:p14="http://schemas.microsoft.com/office/powerpoint/2010/main" val="107013019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F71E3-AC39-2207-0CC4-1E2486610795}"/>
              </a:ext>
            </a:extLst>
          </p:cNvPr>
          <p:cNvSpPr>
            <a:spLocks noGrp="1"/>
          </p:cNvSpPr>
          <p:nvPr>
            <p:ph type="ctrTitle" hasCustomPrompt="1"/>
          </p:nvPr>
        </p:nvSpPr>
        <p:spPr>
          <a:xfrm>
            <a:off x="291593" y="280800"/>
            <a:ext cx="5734050" cy="896849"/>
          </a:xfrm>
        </p:spPr>
        <p:txBody>
          <a:bodyPr wrap="square" anchor="t">
            <a:spAutoFit/>
          </a:bodyPr>
          <a:lstStyle>
            <a:lvl1pPr algn="l">
              <a:lnSpc>
                <a:spcPct val="80000"/>
              </a:lnSpc>
              <a:defRPr sz="7000" b="0" i="0" spc="0" baseline="0">
                <a:solidFill>
                  <a:schemeClr val="bg1"/>
                </a:solidFill>
                <a:latin typeface="+mj-lt"/>
              </a:defRPr>
            </a:lvl1pPr>
          </a:lstStyle>
          <a:p>
            <a:r>
              <a:rPr lang="en-GB"/>
              <a:t>Master title</a:t>
            </a:r>
          </a:p>
        </p:txBody>
      </p:sp>
      <p:sp>
        <p:nvSpPr>
          <p:cNvPr id="8" name="Text Placeholder 31">
            <a:extLst>
              <a:ext uri="{FF2B5EF4-FFF2-40B4-BE49-F238E27FC236}">
                <a16:creationId xmlns:a16="http://schemas.microsoft.com/office/drawing/2014/main" id="{8A0CEBF6-57E1-CA60-B5FC-67612D686C96}"/>
              </a:ext>
            </a:extLst>
          </p:cNvPr>
          <p:cNvSpPr>
            <a:spLocks noGrp="1"/>
          </p:cNvSpPr>
          <p:nvPr>
            <p:ph type="body" sz="quarter" idx="11" hasCustomPrompt="1"/>
          </p:nvPr>
        </p:nvSpPr>
        <p:spPr>
          <a:xfrm>
            <a:off x="287338" y="1321765"/>
            <a:ext cx="2795587" cy="1891335"/>
          </a:xfrm>
        </p:spPr>
        <p:txBody>
          <a:bodyPr anchor="t"/>
          <a:lstStyle>
            <a:lvl1pPr>
              <a:spcBef>
                <a:spcPts val="0"/>
              </a:spcBef>
              <a:spcAft>
                <a:spcPts val="0"/>
              </a:spcAft>
              <a:defRPr sz="1000">
                <a:solidFill>
                  <a:schemeClr val="bg1"/>
                </a:solidFill>
              </a:defRPr>
            </a:lvl1pPr>
          </a:lstStyle>
          <a:p>
            <a:r>
              <a:rPr lang="en-GB"/>
              <a:t>Supporting details – delete if not required</a:t>
            </a:r>
          </a:p>
        </p:txBody>
      </p:sp>
      <p:sp>
        <p:nvSpPr>
          <p:cNvPr id="12" name="Graphic 6">
            <a:extLst>
              <a:ext uri="{FF2B5EF4-FFF2-40B4-BE49-F238E27FC236}">
                <a16:creationId xmlns:a16="http://schemas.microsoft.com/office/drawing/2014/main" id="{BF1E0969-1DDE-DDA5-C583-FC49A3972A7E}"/>
              </a:ext>
            </a:extLst>
          </p:cNvPr>
          <p:cNvSpPr>
            <a:spLocks noChangeAspect="1"/>
          </p:cNvSpPr>
          <p:nvPr userDrawn="1"/>
        </p:nvSpPr>
        <p:spPr>
          <a:xfrm>
            <a:off x="295014" y="6157305"/>
            <a:ext cx="2028986" cy="406800"/>
          </a:xfrm>
          <a:custGeom>
            <a:avLst/>
            <a:gdLst>
              <a:gd name="connsiteX0" fmla="*/ 950465 w 9611734"/>
              <a:gd name="connsiteY0" fmla="*/ 818675 h 1927097"/>
              <a:gd name="connsiteX1" fmla="*/ 803768 w 9611734"/>
              <a:gd name="connsiteY1" fmla="*/ 568646 h 1927097"/>
              <a:gd name="connsiteX2" fmla="*/ 950465 w 9611734"/>
              <a:gd name="connsiteY2" fmla="*/ 318617 h 1927097"/>
              <a:gd name="connsiteX3" fmla="*/ 1097162 w 9611734"/>
              <a:gd name="connsiteY3" fmla="*/ 568646 h 1927097"/>
              <a:gd name="connsiteX4" fmla="*/ 950465 w 9611734"/>
              <a:gd name="connsiteY4" fmla="*/ 818675 h 1927097"/>
              <a:gd name="connsiteX5" fmla="*/ 950465 w 9611734"/>
              <a:gd name="connsiteY5" fmla="*/ 251429 h 1927097"/>
              <a:gd name="connsiteX6" fmla="*/ 652338 w 9611734"/>
              <a:gd name="connsiteY6" fmla="*/ 568646 h 1927097"/>
              <a:gd name="connsiteX7" fmla="*/ 950465 w 9611734"/>
              <a:gd name="connsiteY7" fmla="*/ 885863 h 1927097"/>
              <a:gd name="connsiteX8" fmla="*/ 1248591 w 9611734"/>
              <a:gd name="connsiteY8" fmla="*/ 568646 h 1927097"/>
              <a:gd name="connsiteX9" fmla="*/ 950465 w 9611734"/>
              <a:gd name="connsiteY9" fmla="*/ 251429 h 1927097"/>
              <a:gd name="connsiteX10" fmla="*/ 2283534 w 9611734"/>
              <a:gd name="connsiteY10" fmla="*/ 251429 h 1927097"/>
              <a:gd name="connsiteX11" fmla="*/ 2114929 w 9611734"/>
              <a:gd name="connsiteY11" fmla="*/ 340488 h 1927097"/>
              <a:gd name="connsiteX12" fmla="*/ 2107568 w 9611734"/>
              <a:gd name="connsiteY12" fmla="*/ 340488 h 1927097"/>
              <a:gd name="connsiteX13" fmla="*/ 2107568 w 9611734"/>
              <a:gd name="connsiteY13" fmla="*/ 263677 h 1927097"/>
              <a:gd name="connsiteX14" fmla="*/ 1963324 w 9611734"/>
              <a:gd name="connsiteY14" fmla="*/ 263677 h 1927097"/>
              <a:gd name="connsiteX15" fmla="*/ 1963324 w 9611734"/>
              <a:gd name="connsiteY15" fmla="*/ 873615 h 1927097"/>
              <a:gd name="connsiteX16" fmla="*/ 2107568 w 9611734"/>
              <a:gd name="connsiteY16" fmla="*/ 873615 h 1927097"/>
              <a:gd name="connsiteX17" fmla="*/ 2107568 w 9611734"/>
              <a:gd name="connsiteY17" fmla="*/ 479412 h 1927097"/>
              <a:gd name="connsiteX18" fmla="*/ 2228501 w 9611734"/>
              <a:gd name="connsiteY18" fmla="*/ 336638 h 1927097"/>
              <a:gd name="connsiteX19" fmla="*/ 2332433 w 9611734"/>
              <a:gd name="connsiteY19" fmla="*/ 456142 h 1927097"/>
              <a:gd name="connsiteX20" fmla="*/ 2332433 w 9611734"/>
              <a:gd name="connsiteY20" fmla="*/ 873265 h 1927097"/>
              <a:gd name="connsiteX21" fmla="*/ 2476677 w 9611734"/>
              <a:gd name="connsiteY21" fmla="*/ 873265 h 1927097"/>
              <a:gd name="connsiteX22" fmla="*/ 2476677 w 9611734"/>
              <a:gd name="connsiteY22" fmla="*/ 455092 h 1927097"/>
              <a:gd name="connsiteX23" fmla="*/ 2283534 w 9611734"/>
              <a:gd name="connsiteY23" fmla="*/ 251429 h 1927097"/>
              <a:gd name="connsiteX24" fmla="*/ 2803897 w 9611734"/>
              <a:gd name="connsiteY24" fmla="*/ 251429 h 1927097"/>
              <a:gd name="connsiteX25" fmla="*/ 2570444 w 9611734"/>
              <a:gd name="connsiteY25" fmla="*/ 427097 h 1927097"/>
              <a:gd name="connsiteX26" fmla="*/ 2718368 w 9611734"/>
              <a:gd name="connsiteY26" fmla="*/ 602765 h 1927097"/>
              <a:gd name="connsiteX27" fmla="*/ 2840528 w 9611734"/>
              <a:gd name="connsiteY27" fmla="*/ 633209 h 1927097"/>
              <a:gd name="connsiteX28" fmla="*/ 2934645 w 9611734"/>
              <a:gd name="connsiteY28" fmla="*/ 723493 h 1927097"/>
              <a:gd name="connsiteX29" fmla="*/ 2813712 w 9611734"/>
              <a:gd name="connsiteY29" fmla="*/ 821125 h 1927097"/>
              <a:gd name="connsiteX30" fmla="*/ 2674376 w 9611734"/>
              <a:gd name="connsiteY30" fmla="*/ 679576 h 1927097"/>
              <a:gd name="connsiteX31" fmla="*/ 2544855 w 9611734"/>
              <a:gd name="connsiteY31" fmla="*/ 716144 h 1927097"/>
              <a:gd name="connsiteX32" fmla="*/ 2797763 w 9611734"/>
              <a:gd name="connsiteY32" fmla="*/ 885688 h 1927097"/>
              <a:gd name="connsiteX33" fmla="*/ 3051898 w 9611734"/>
              <a:gd name="connsiteY33" fmla="*/ 686924 h 1927097"/>
              <a:gd name="connsiteX34" fmla="*/ 2889427 w 9611734"/>
              <a:gd name="connsiteY34" fmla="*/ 503908 h 1927097"/>
              <a:gd name="connsiteX35" fmla="*/ 2772174 w 9611734"/>
              <a:gd name="connsiteY35" fmla="*/ 474688 h 1927097"/>
              <a:gd name="connsiteX36" fmla="*/ 2687872 w 9611734"/>
              <a:gd name="connsiteY36" fmla="*/ 394203 h 1927097"/>
              <a:gd name="connsiteX37" fmla="*/ 2791804 w 9611734"/>
              <a:gd name="connsiteY37" fmla="*/ 316167 h 1927097"/>
              <a:gd name="connsiteX38" fmla="*/ 2916418 w 9611734"/>
              <a:gd name="connsiteY38" fmla="*/ 433221 h 1927097"/>
              <a:gd name="connsiteX39" fmla="*/ 3038578 w 9611734"/>
              <a:gd name="connsiteY39" fmla="*/ 396652 h 1927097"/>
              <a:gd name="connsiteX40" fmla="*/ 2803897 w 9611734"/>
              <a:gd name="connsiteY40" fmla="*/ 251429 h 1927097"/>
              <a:gd name="connsiteX41" fmla="*/ 3409965 w 9611734"/>
              <a:gd name="connsiteY41" fmla="*/ 818675 h 1927097"/>
              <a:gd name="connsiteX42" fmla="*/ 3263268 w 9611734"/>
              <a:gd name="connsiteY42" fmla="*/ 568646 h 1927097"/>
              <a:gd name="connsiteX43" fmla="*/ 3409965 w 9611734"/>
              <a:gd name="connsiteY43" fmla="*/ 318617 h 1927097"/>
              <a:gd name="connsiteX44" fmla="*/ 3556663 w 9611734"/>
              <a:gd name="connsiteY44" fmla="*/ 568646 h 1927097"/>
              <a:gd name="connsiteX45" fmla="*/ 3409965 w 9611734"/>
              <a:gd name="connsiteY45" fmla="*/ 818675 h 1927097"/>
              <a:gd name="connsiteX46" fmla="*/ 3409965 w 9611734"/>
              <a:gd name="connsiteY46" fmla="*/ 251429 h 1927097"/>
              <a:gd name="connsiteX47" fmla="*/ 3111839 w 9611734"/>
              <a:gd name="connsiteY47" fmla="*/ 568646 h 1927097"/>
              <a:gd name="connsiteX48" fmla="*/ 3409965 w 9611734"/>
              <a:gd name="connsiteY48" fmla="*/ 885863 h 1927097"/>
              <a:gd name="connsiteX49" fmla="*/ 3708092 w 9611734"/>
              <a:gd name="connsiteY49" fmla="*/ 568646 h 1927097"/>
              <a:gd name="connsiteX50" fmla="*/ 3409965 w 9611734"/>
              <a:gd name="connsiteY50" fmla="*/ 251429 h 1927097"/>
              <a:gd name="connsiteX51" fmla="*/ 4113656 w 9611734"/>
              <a:gd name="connsiteY51" fmla="*/ 251429 h 1927097"/>
              <a:gd name="connsiteX52" fmla="*/ 3945051 w 9611734"/>
              <a:gd name="connsiteY52" fmla="*/ 340488 h 1927097"/>
              <a:gd name="connsiteX53" fmla="*/ 3937690 w 9611734"/>
              <a:gd name="connsiteY53" fmla="*/ 340488 h 1927097"/>
              <a:gd name="connsiteX54" fmla="*/ 3937690 w 9611734"/>
              <a:gd name="connsiteY54" fmla="*/ 263677 h 1927097"/>
              <a:gd name="connsiteX55" fmla="*/ 3793446 w 9611734"/>
              <a:gd name="connsiteY55" fmla="*/ 263677 h 1927097"/>
              <a:gd name="connsiteX56" fmla="*/ 3793446 w 9611734"/>
              <a:gd name="connsiteY56" fmla="*/ 873615 h 1927097"/>
              <a:gd name="connsiteX57" fmla="*/ 3937690 w 9611734"/>
              <a:gd name="connsiteY57" fmla="*/ 873615 h 1927097"/>
              <a:gd name="connsiteX58" fmla="*/ 3937690 w 9611734"/>
              <a:gd name="connsiteY58" fmla="*/ 479412 h 1927097"/>
              <a:gd name="connsiteX59" fmla="*/ 4058623 w 9611734"/>
              <a:gd name="connsiteY59" fmla="*/ 336638 h 1927097"/>
              <a:gd name="connsiteX60" fmla="*/ 4162555 w 9611734"/>
              <a:gd name="connsiteY60" fmla="*/ 456142 h 1927097"/>
              <a:gd name="connsiteX61" fmla="*/ 4162555 w 9611734"/>
              <a:gd name="connsiteY61" fmla="*/ 873265 h 1927097"/>
              <a:gd name="connsiteX62" fmla="*/ 4306799 w 9611734"/>
              <a:gd name="connsiteY62" fmla="*/ 873265 h 1927097"/>
              <a:gd name="connsiteX63" fmla="*/ 4306799 w 9611734"/>
              <a:gd name="connsiteY63" fmla="*/ 455092 h 1927097"/>
              <a:gd name="connsiteX64" fmla="*/ 4113656 w 9611734"/>
              <a:gd name="connsiteY64" fmla="*/ 251429 h 1927097"/>
              <a:gd name="connsiteX65" fmla="*/ 6255401 w 9611734"/>
              <a:gd name="connsiteY65" fmla="*/ 818675 h 1927097"/>
              <a:gd name="connsiteX66" fmla="*/ 6108704 w 9611734"/>
              <a:gd name="connsiteY66" fmla="*/ 568646 h 1927097"/>
              <a:gd name="connsiteX67" fmla="*/ 6255401 w 9611734"/>
              <a:gd name="connsiteY67" fmla="*/ 318617 h 1927097"/>
              <a:gd name="connsiteX68" fmla="*/ 6402098 w 9611734"/>
              <a:gd name="connsiteY68" fmla="*/ 568646 h 1927097"/>
              <a:gd name="connsiteX69" fmla="*/ 6255401 w 9611734"/>
              <a:gd name="connsiteY69" fmla="*/ 818675 h 1927097"/>
              <a:gd name="connsiteX70" fmla="*/ 6255401 w 9611734"/>
              <a:gd name="connsiteY70" fmla="*/ 251429 h 1927097"/>
              <a:gd name="connsiteX71" fmla="*/ 5957274 w 9611734"/>
              <a:gd name="connsiteY71" fmla="*/ 568646 h 1927097"/>
              <a:gd name="connsiteX72" fmla="*/ 6255401 w 9611734"/>
              <a:gd name="connsiteY72" fmla="*/ 885863 h 1927097"/>
              <a:gd name="connsiteX73" fmla="*/ 6553528 w 9611734"/>
              <a:gd name="connsiteY73" fmla="*/ 568646 h 1927097"/>
              <a:gd name="connsiteX74" fmla="*/ 6255401 w 9611734"/>
              <a:gd name="connsiteY74" fmla="*/ 251429 h 1927097"/>
              <a:gd name="connsiteX75" fmla="*/ 7588295 w 9611734"/>
              <a:gd name="connsiteY75" fmla="*/ 251429 h 1927097"/>
              <a:gd name="connsiteX76" fmla="*/ 7419689 w 9611734"/>
              <a:gd name="connsiteY76" fmla="*/ 340488 h 1927097"/>
              <a:gd name="connsiteX77" fmla="*/ 7412328 w 9611734"/>
              <a:gd name="connsiteY77" fmla="*/ 340488 h 1927097"/>
              <a:gd name="connsiteX78" fmla="*/ 7412328 w 9611734"/>
              <a:gd name="connsiteY78" fmla="*/ 263677 h 1927097"/>
              <a:gd name="connsiteX79" fmla="*/ 7268085 w 9611734"/>
              <a:gd name="connsiteY79" fmla="*/ 263677 h 1927097"/>
              <a:gd name="connsiteX80" fmla="*/ 7268085 w 9611734"/>
              <a:gd name="connsiteY80" fmla="*/ 873615 h 1927097"/>
              <a:gd name="connsiteX81" fmla="*/ 7412328 w 9611734"/>
              <a:gd name="connsiteY81" fmla="*/ 873615 h 1927097"/>
              <a:gd name="connsiteX82" fmla="*/ 7412328 w 9611734"/>
              <a:gd name="connsiteY82" fmla="*/ 479412 h 1927097"/>
              <a:gd name="connsiteX83" fmla="*/ 7533262 w 9611734"/>
              <a:gd name="connsiteY83" fmla="*/ 336638 h 1927097"/>
              <a:gd name="connsiteX84" fmla="*/ 7637194 w 9611734"/>
              <a:gd name="connsiteY84" fmla="*/ 456142 h 1927097"/>
              <a:gd name="connsiteX85" fmla="*/ 7637194 w 9611734"/>
              <a:gd name="connsiteY85" fmla="*/ 873265 h 1927097"/>
              <a:gd name="connsiteX86" fmla="*/ 7781438 w 9611734"/>
              <a:gd name="connsiteY86" fmla="*/ 873265 h 1927097"/>
              <a:gd name="connsiteX87" fmla="*/ 7781438 w 9611734"/>
              <a:gd name="connsiteY87" fmla="*/ 455092 h 1927097"/>
              <a:gd name="connsiteX88" fmla="*/ 7588295 w 9611734"/>
              <a:gd name="connsiteY88" fmla="*/ 251429 h 1927097"/>
              <a:gd name="connsiteX89" fmla="*/ 8108833 w 9611734"/>
              <a:gd name="connsiteY89" fmla="*/ 251429 h 1927097"/>
              <a:gd name="connsiteX90" fmla="*/ 7875380 w 9611734"/>
              <a:gd name="connsiteY90" fmla="*/ 427097 h 1927097"/>
              <a:gd name="connsiteX91" fmla="*/ 8023304 w 9611734"/>
              <a:gd name="connsiteY91" fmla="*/ 602765 h 1927097"/>
              <a:gd name="connsiteX92" fmla="*/ 8145464 w 9611734"/>
              <a:gd name="connsiteY92" fmla="*/ 633209 h 1927097"/>
              <a:gd name="connsiteX93" fmla="*/ 8239581 w 9611734"/>
              <a:gd name="connsiteY93" fmla="*/ 723493 h 1927097"/>
              <a:gd name="connsiteX94" fmla="*/ 8118648 w 9611734"/>
              <a:gd name="connsiteY94" fmla="*/ 821125 h 1927097"/>
              <a:gd name="connsiteX95" fmla="*/ 7979312 w 9611734"/>
              <a:gd name="connsiteY95" fmla="*/ 679576 h 1927097"/>
              <a:gd name="connsiteX96" fmla="*/ 7849791 w 9611734"/>
              <a:gd name="connsiteY96" fmla="*/ 716144 h 1927097"/>
              <a:gd name="connsiteX97" fmla="*/ 8102699 w 9611734"/>
              <a:gd name="connsiteY97" fmla="*/ 885688 h 1927097"/>
              <a:gd name="connsiteX98" fmla="*/ 8356834 w 9611734"/>
              <a:gd name="connsiteY98" fmla="*/ 686924 h 1927097"/>
              <a:gd name="connsiteX99" fmla="*/ 8194363 w 9611734"/>
              <a:gd name="connsiteY99" fmla="*/ 503908 h 1927097"/>
              <a:gd name="connsiteX100" fmla="*/ 8077110 w 9611734"/>
              <a:gd name="connsiteY100" fmla="*/ 474688 h 1927097"/>
              <a:gd name="connsiteX101" fmla="*/ 7992808 w 9611734"/>
              <a:gd name="connsiteY101" fmla="*/ 394203 h 1927097"/>
              <a:gd name="connsiteX102" fmla="*/ 8096740 w 9611734"/>
              <a:gd name="connsiteY102" fmla="*/ 316167 h 1927097"/>
              <a:gd name="connsiteX103" fmla="*/ 8221353 w 9611734"/>
              <a:gd name="connsiteY103" fmla="*/ 433221 h 1927097"/>
              <a:gd name="connsiteX104" fmla="*/ 8343514 w 9611734"/>
              <a:gd name="connsiteY104" fmla="*/ 396652 h 1927097"/>
              <a:gd name="connsiteX105" fmla="*/ 8108833 w 9611734"/>
              <a:gd name="connsiteY105" fmla="*/ 251429 h 1927097"/>
              <a:gd name="connsiteX106" fmla="*/ 8714726 w 9611734"/>
              <a:gd name="connsiteY106" fmla="*/ 818675 h 1927097"/>
              <a:gd name="connsiteX107" fmla="*/ 8568028 w 9611734"/>
              <a:gd name="connsiteY107" fmla="*/ 568646 h 1927097"/>
              <a:gd name="connsiteX108" fmla="*/ 8714726 w 9611734"/>
              <a:gd name="connsiteY108" fmla="*/ 318617 h 1927097"/>
              <a:gd name="connsiteX109" fmla="*/ 8861423 w 9611734"/>
              <a:gd name="connsiteY109" fmla="*/ 568646 h 1927097"/>
              <a:gd name="connsiteX110" fmla="*/ 8714726 w 9611734"/>
              <a:gd name="connsiteY110" fmla="*/ 818675 h 1927097"/>
              <a:gd name="connsiteX111" fmla="*/ 8714726 w 9611734"/>
              <a:gd name="connsiteY111" fmla="*/ 251429 h 1927097"/>
              <a:gd name="connsiteX112" fmla="*/ 8416599 w 9611734"/>
              <a:gd name="connsiteY112" fmla="*/ 568646 h 1927097"/>
              <a:gd name="connsiteX113" fmla="*/ 8714726 w 9611734"/>
              <a:gd name="connsiteY113" fmla="*/ 885863 h 1927097"/>
              <a:gd name="connsiteX114" fmla="*/ 9012852 w 9611734"/>
              <a:gd name="connsiteY114" fmla="*/ 568646 h 1927097"/>
              <a:gd name="connsiteX115" fmla="*/ 8714726 w 9611734"/>
              <a:gd name="connsiteY115" fmla="*/ 251429 h 1927097"/>
              <a:gd name="connsiteX116" fmla="*/ 9418592 w 9611734"/>
              <a:gd name="connsiteY116" fmla="*/ 251429 h 1927097"/>
              <a:gd name="connsiteX117" fmla="*/ 9249987 w 9611734"/>
              <a:gd name="connsiteY117" fmla="*/ 340488 h 1927097"/>
              <a:gd name="connsiteX118" fmla="*/ 9242625 w 9611734"/>
              <a:gd name="connsiteY118" fmla="*/ 340488 h 1927097"/>
              <a:gd name="connsiteX119" fmla="*/ 9242625 w 9611734"/>
              <a:gd name="connsiteY119" fmla="*/ 263677 h 1927097"/>
              <a:gd name="connsiteX120" fmla="*/ 9098382 w 9611734"/>
              <a:gd name="connsiteY120" fmla="*/ 263677 h 1927097"/>
              <a:gd name="connsiteX121" fmla="*/ 9098382 w 9611734"/>
              <a:gd name="connsiteY121" fmla="*/ 873615 h 1927097"/>
              <a:gd name="connsiteX122" fmla="*/ 9242625 w 9611734"/>
              <a:gd name="connsiteY122" fmla="*/ 873615 h 1927097"/>
              <a:gd name="connsiteX123" fmla="*/ 9242625 w 9611734"/>
              <a:gd name="connsiteY123" fmla="*/ 479412 h 1927097"/>
              <a:gd name="connsiteX124" fmla="*/ 9363559 w 9611734"/>
              <a:gd name="connsiteY124" fmla="*/ 336638 h 1927097"/>
              <a:gd name="connsiteX125" fmla="*/ 9467491 w 9611734"/>
              <a:gd name="connsiteY125" fmla="*/ 456142 h 1927097"/>
              <a:gd name="connsiteX126" fmla="*/ 9467491 w 9611734"/>
              <a:gd name="connsiteY126" fmla="*/ 873265 h 1927097"/>
              <a:gd name="connsiteX127" fmla="*/ 9611734 w 9611734"/>
              <a:gd name="connsiteY127" fmla="*/ 873265 h 1927097"/>
              <a:gd name="connsiteX128" fmla="*/ 9611734 w 9611734"/>
              <a:gd name="connsiteY128" fmla="*/ 455092 h 1927097"/>
              <a:gd name="connsiteX129" fmla="*/ 9418592 w 9611734"/>
              <a:gd name="connsiteY129" fmla="*/ 251429 h 1927097"/>
              <a:gd name="connsiteX130" fmla="*/ 566984 w 9611734"/>
              <a:gd name="connsiteY130" fmla="*/ 19596 h 1927097"/>
              <a:gd name="connsiteX131" fmla="*/ 415379 w 9611734"/>
              <a:gd name="connsiteY131" fmla="*/ 19596 h 1927097"/>
              <a:gd name="connsiteX132" fmla="*/ 415379 w 9611734"/>
              <a:gd name="connsiteY132" fmla="*/ 650356 h 1927097"/>
              <a:gd name="connsiteX133" fmla="*/ 283404 w 9611734"/>
              <a:gd name="connsiteY133" fmla="*/ 813776 h 1927097"/>
              <a:gd name="connsiteX134" fmla="*/ 151429 w 9611734"/>
              <a:gd name="connsiteY134" fmla="*/ 638108 h 1927097"/>
              <a:gd name="connsiteX135" fmla="*/ 151429 w 9611734"/>
              <a:gd name="connsiteY135" fmla="*/ 521055 h 1927097"/>
              <a:gd name="connsiteX136" fmla="*/ 0 w 9611734"/>
              <a:gd name="connsiteY136" fmla="*/ 558848 h 1927097"/>
              <a:gd name="connsiteX137" fmla="*/ 0 w 9611734"/>
              <a:gd name="connsiteY137" fmla="*/ 611338 h 1927097"/>
              <a:gd name="connsiteX138" fmla="*/ 283580 w 9611734"/>
              <a:gd name="connsiteY138" fmla="*/ 893212 h 1927097"/>
              <a:gd name="connsiteX139" fmla="*/ 566984 w 9611734"/>
              <a:gd name="connsiteY139" fmla="*/ 611338 h 1927097"/>
              <a:gd name="connsiteX140" fmla="*/ 566984 w 9611734"/>
              <a:gd name="connsiteY140" fmla="*/ 19596 h 1927097"/>
              <a:gd name="connsiteX141" fmla="*/ 1478364 w 9611734"/>
              <a:gd name="connsiteY141" fmla="*/ 19596 h 1927097"/>
              <a:gd name="connsiteX142" fmla="*/ 1334121 w 9611734"/>
              <a:gd name="connsiteY142" fmla="*/ 19596 h 1927097"/>
              <a:gd name="connsiteX143" fmla="*/ 1334121 w 9611734"/>
              <a:gd name="connsiteY143" fmla="*/ 873440 h 1927097"/>
              <a:gd name="connsiteX144" fmla="*/ 1478364 w 9611734"/>
              <a:gd name="connsiteY144" fmla="*/ 873440 h 1927097"/>
              <a:gd name="connsiteX145" fmla="*/ 1478364 w 9611734"/>
              <a:gd name="connsiteY145" fmla="*/ 479412 h 1927097"/>
              <a:gd name="connsiteX146" fmla="*/ 1599298 w 9611734"/>
              <a:gd name="connsiteY146" fmla="*/ 336638 h 1927097"/>
              <a:gd name="connsiteX147" fmla="*/ 1703230 w 9611734"/>
              <a:gd name="connsiteY147" fmla="*/ 456142 h 1927097"/>
              <a:gd name="connsiteX148" fmla="*/ 1703230 w 9611734"/>
              <a:gd name="connsiteY148" fmla="*/ 873265 h 1927097"/>
              <a:gd name="connsiteX149" fmla="*/ 1847474 w 9611734"/>
              <a:gd name="connsiteY149" fmla="*/ 873265 h 1927097"/>
              <a:gd name="connsiteX150" fmla="*/ 1847474 w 9611734"/>
              <a:gd name="connsiteY150" fmla="*/ 455092 h 1927097"/>
              <a:gd name="connsiteX151" fmla="*/ 1654331 w 9611734"/>
              <a:gd name="connsiteY151" fmla="*/ 251429 h 1927097"/>
              <a:gd name="connsiteX152" fmla="*/ 1485726 w 9611734"/>
              <a:gd name="connsiteY152" fmla="*/ 340488 h 1927097"/>
              <a:gd name="connsiteX153" fmla="*/ 1478364 w 9611734"/>
              <a:gd name="connsiteY153" fmla="*/ 340488 h 1927097"/>
              <a:gd name="connsiteX154" fmla="*/ 1478364 w 9611734"/>
              <a:gd name="connsiteY154" fmla="*/ 19596 h 1927097"/>
              <a:gd name="connsiteX155" fmla="*/ 5871744 w 9611734"/>
              <a:gd name="connsiteY155" fmla="*/ 19596 h 1927097"/>
              <a:gd name="connsiteX156" fmla="*/ 5720315 w 9611734"/>
              <a:gd name="connsiteY156" fmla="*/ 19596 h 1927097"/>
              <a:gd name="connsiteX157" fmla="*/ 5720315 w 9611734"/>
              <a:gd name="connsiteY157" fmla="*/ 650356 h 1927097"/>
              <a:gd name="connsiteX158" fmla="*/ 5588340 w 9611734"/>
              <a:gd name="connsiteY158" fmla="*/ 813776 h 1927097"/>
              <a:gd name="connsiteX159" fmla="*/ 5456366 w 9611734"/>
              <a:gd name="connsiteY159" fmla="*/ 638108 h 1927097"/>
              <a:gd name="connsiteX160" fmla="*/ 5456366 w 9611734"/>
              <a:gd name="connsiteY160" fmla="*/ 521055 h 1927097"/>
              <a:gd name="connsiteX161" fmla="*/ 5304936 w 9611734"/>
              <a:gd name="connsiteY161" fmla="*/ 558848 h 1927097"/>
              <a:gd name="connsiteX162" fmla="*/ 5304936 w 9611734"/>
              <a:gd name="connsiteY162" fmla="*/ 611338 h 1927097"/>
              <a:gd name="connsiteX163" fmla="*/ 5588515 w 9611734"/>
              <a:gd name="connsiteY163" fmla="*/ 893212 h 1927097"/>
              <a:gd name="connsiteX164" fmla="*/ 5871920 w 9611734"/>
              <a:gd name="connsiteY164" fmla="*/ 611338 h 1927097"/>
              <a:gd name="connsiteX165" fmla="*/ 5871920 w 9611734"/>
              <a:gd name="connsiteY165" fmla="*/ 19596 h 1927097"/>
              <a:gd name="connsiteX166" fmla="*/ 6783125 w 9611734"/>
              <a:gd name="connsiteY166" fmla="*/ 19596 h 1927097"/>
              <a:gd name="connsiteX167" fmla="*/ 6638882 w 9611734"/>
              <a:gd name="connsiteY167" fmla="*/ 19596 h 1927097"/>
              <a:gd name="connsiteX168" fmla="*/ 6638882 w 9611734"/>
              <a:gd name="connsiteY168" fmla="*/ 873440 h 1927097"/>
              <a:gd name="connsiteX169" fmla="*/ 6783125 w 9611734"/>
              <a:gd name="connsiteY169" fmla="*/ 873440 h 1927097"/>
              <a:gd name="connsiteX170" fmla="*/ 6783125 w 9611734"/>
              <a:gd name="connsiteY170" fmla="*/ 479412 h 1927097"/>
              <a:gd name="connsiteX171" fmla="*/ 6904059 w 9611734"/>
              <a:gd name="connsiteY171" fmla="*/ 336638 h 1927097"/>
              <a:gd name="connsiteX172" fmla="*/ 7007991 w 9611734"/>
              <a:gd name="connsiteY172" fmla="*/ 456142 h 1927097"/>
              <a:gd name="connsiteX173" fmla="*/ 7007991 w 9611734"/>
              <a:gd name="connsiteY173" fmla="*/ 873265 h 1927097"/>
              <a:gd name="connsiteX174" fmla="*/ 7152234 w 9611734"/>
              <a:gd name="connsiteY174" fmla="*/ 873265 h 1927097"/>
              <a:gd name="connsiteX175" fmla="*/ 7152234 w 9611734"/>
              <a:gd name="connsiteY175" fmla="*/ 455092 h 1927097"/>
              <a:gd name="connsiteX176" fmla="*/ 6959092 w 9611734"/>
              <a:gd name="connsiteY176" fmla="*/ 251429 h 1927097"/>
              <a:gd name="connsiteX177" fmla="*/ 6790486 w 9611734"/>
              <a:gd name="connsiteY177" fmla="*/ 340488 h 1927097"/>
              <a:gd name="connsiteX178" fmla="*/ 6783125 w 9611734"/>
              <a:gd name="connsiteY178" fmla="*/ 340488 h 1927097"/>
              <a:gd name="connsiteX179" fmla="*/ 6783125 w 9611734"/>
              <a:gd name="connsiteY179" fmla="*/ 19596 h 1927097"/>
              <a:gd name="connsiteX180" fmla="*/ 4781944 w 9611734"/>
              <a:gd name="connsiteY180" fmla="*/ 803978 h 1927097"/>
              <a:gd name="connsiteX181" fmla="*/ 4592482 w 9611734"/>
              <a:gd name="connsiteY181" fmla="*/ 607489 h 1927097"/>
              <a:gd name="connsiteX182" fmla="*/ 4666970 w 9611734"/>
              <a:gd name="connsiteY182" fmla="*/ 452642 h 1927097"/>
              <a:gd name="connsiteX183" fmla="*/ 4943188 w 9611734"/>
              <a:gd name="connsiteY183" fmla="*/ 753937 h 1927097"/>
              <a:gd name="connsiteX184" fmla="*/ 4781944 w 9611734"/>
              <a:gd name="connsiteY184" fmla="*/ 803978 h 1927097"/>
              <a:gd name="connsiteX185" fmla="*/ 5050801 w 9611734"/>
              <a:gd name="connsiteY185" fmla="*/ 653855 h 1927097"/>
              <a:gd name="connsiteX186" fmla="*/ 4811388 w 9611734"/>
              <a:gd name="connsiteY186" fmla="*/ 390354 h 1927097"/>
              <a:gd name="connsiteX187" fmla="*/ 4929868 w 9611734"/>
              <a:gd name="connsiteY187" fmla="*/ 367083 h 1927097"/>
              <a:gd name="connsiteX188" fmla="*/ 5089885 w 9611734"/>
              <a:gd name="connsiteY188" fmla="*/ 523154 h 1927097"/>
              <a:gd name="connsiteX189" fmla="*/ 5050801 w 9611734"/>
              <a:gd name="connsiteY189" fmla="*/ 653855 h 1927097"/>
              <a:gd name="connsiteX190" fmla="*/ 4778263 w 9611734"/>
              <a:gd name="connsiteY190" fmla="*/ 355010 h 1927097"/>
              <a:gd name="connsiteX191" fmla="*/ 4725684 w 9611734"/>
              <a:gd name="connsiteY191" fmla="*/ 296396 h 1927097"/>
              <a:gd name="connsiteX192" fmla="*/ 4665743 w 9611734"/>
              <a:gd name="connsiteY192" fmla="*/ 175668 h 1927097"/>
              <a:gd name="connsiteX193" fmla="*/ 4781768 w 9611734"/>
              <a:gd name="connsiteY193" fmla="*/ 64738 h 1927097"/>
              <a:gd name="connsiteX194" fmla="*/ 4896568 w 9611734"/>
              <a:gd name="connsiteY194" fmla="*/ 181792 h 1927097"/>
              <a:gd name="connsiteX195" fmla="*/ 4778263 w 9611734"/>
              <a:gd name="connsiteY195" fmla="*/ 355010 h 1927097"/>
              <a:gd name="connsiteX196" fmla="*/ 4785624 w 9611734"/>
              <a:gd name="connsiteY196" fmla="*/ 0 h 1927097"/>
              <a:gd name="connsiteX197" fmla="*/ 4533943 w 9611734"/>
              <a:gd name="connsiteY197" fmla="*/ 211011 h 1927097"/>
              <a:gd name="connsiteX198" fmla="*/ 4631741 w 9611734"/>
              <a:gd name="connsiteY198" fmla="*/ 414674 h 1927097"/>
              <a:gd name="connsiteX199" fmla="*/ 4632968 w 9611734"/>
              <a:gd name="connsiteY199" fmla="*/ 417124 h 1927097"/>
              <a:gd name="connsiteX200" fmla="*/ 4458228 w 9611734"/>
              <a:gd name="connsiteY200" fmla="*/ 662254 h 1927097"/>
              <a:gd name="connsiteX201" fmla="*/ 4703775 w 9611734"/>
              <a:gd name="connsiteY201" fmla="*/ 892862 h 1927097"/>
              <a:gd name="connsiteX202" fmla="*/ 4979994 w 9611734"/>
              <a:gd name="connsiteY202" fmla="*/ 794005 h 1927097"/>
              <a:gd name="connsiteX203" fmla="*/ 5053255 w 9611734"/>
              <a:gd name="connsiteY203" fmla="*/ 873265 h 1927097"/>
              <a:gd name="connsiteX204" fmla="*/ 5245170 w 9611734"/>
              <a:gd name="connsiteY204" fmla="*/ 873265 h 1927097"/>
              <a:gd name="connsiteX205" fmla="*/ 5245170 w 9611734"/>
              <a:gd name="connsiteY205" fmla="*/ 867141 h 1927097"/>
              <a:gd name="connsiteX206" fmla="*/ 5088834 w 9611734"/>
              <a:gd name="connsiteY206" fmla="*/ 695148 h 1927097"/>
              <a:gd name="connsiteX207" fmla="*/ 5192766 w 9611734"/>
              <a:gd name="connsiteY207" fmla="*/ 457191 h 1927097"/>
              <a:gd name="connsiteX208" fmla="*/ 5032749 w 9611734"/>
              <a:gd name="connsiteY208" fmla="*/ 302345 h 1927097"/>
              <a:gd name="connsiteX209" fmla="*/ 4886051 w 9611734"/>
              <a:gd name="connsiteY209" fmla="*/ 331564 h 1927097"/>
              <a:gd name="connsiteX210" fmla="*/ 4883598 w 9611734"/>
              <a:gd name="connsiteY210" fmla="*/ 326665 h 1927097"/>
              <a:gd name="connsiteX211" fmla="*/ 5015573 w 9611734"/>
              <a:gd name="connsiteY211" fmla="*/ 165695 h 1927097"/>
              <a:gd name="connsiteX212" fmla="*/ 4785624 w 9611734"/>
              <a:gd name="connsiteY212" fmla="*/ 0 h 1927097"/>
              <a:gd name="connsiteX213" fmla="*/ 1128885 w 9611734"/>
              <a:gd name="connsiteY213" fmla="*/ 1543918 h 1927097"/>
              <a:gd name="connsiteX214" fmla="*/ 1293810 w 9611734"/>
              <a:gd name="connsiteY214" fmla="*/ 1375599 h 1927097"/>
              <a:gd name="connsiteX215" fmla="*/ 1441734 w 9611734"/>
              <a:gd name="connsiteY215" fmla="*/ 1543918 h 1927097"/>
              <a:gd name="connsiteX216" fmla="*/ 1128885 w 9611734"/>
              <a:gd name="connsiteY216" fmla="*/ 1543918 h 1927097"/>
              <a:gd name="connsiteX217" fmla="*/ 1293810 w 9611734"/>
              <a:gd name="connsiteY217" fmla="*/ 1292664 h 1927097"/>
              <a:gd name="connsiteX218" fmla="*/ 1020045 w 9611734"/>
              <a:gd name="connsiteY218" fmla="*/ 1614780 h 1927097"/>
              <a:gd name="connsiteX219" fmla="*/ 1293810 w 9611734"/>
              <a:gd name="connsiteY219" fmla="*/ 1927098 h 1927097"/>
              <a:gd name="connsiteX220" fmla="*/ 1543037 w 9611734"/>
              <a:gd name="connsiteY220" fmla="*/ 1728334 h 1927097"/>
              <a:gd name="connsiteX221" fmla="*/ 1450147 w 9611734"/>
              <a:gd name="connsiteY221" fmla="*/ 1704013 h 1927097"/>
              <a:gd name="connsiteX222" fmla="*/ 1303450 w 9611734"/>
              <a:gd name="connsiteY222" fmla="*/ 1841888 h 1927097"/>
              <a:gd name="connsiteX223" fmla="*/ 1125029 w 9611734"/>
              <a:gd name="connsiteY223" fmla="*/ 1616180 h 1927097"/>
              <a:gd name="connsiteX224" fmla="*/ 1544089 w 9611734"/>
              <a:gd name="connsiteY224" fmla="*/ 1616180 h 1927097"/>
              <a:gd name="connsiteX225" fmla="*/ 1544089 w 9611734"/>
              <a:gd name="connsiteY225" fmla="*/ 1582061 h 1927097"/>
              <a:gd name="connsiteX226" fmla="*/ 1293810 w 9611734"/>
              <a:gd name="connsiteY226" fmla="*/ 1292664 h 1927097"/>
              <a:gd name="connsiteX227" fmla="*/ 2967595 w 9611734"/>
              <a:gd name="connsiteY227" fmla="*/ 1543918 h 1927097"/>
              <a:gd name="connsiteX228" fmla="*/ 3132520 w 9611734"/>
              <a:gd name="connsiteY228" fmla="*/ 1375599 h 1927097"/>
              <a:gd name="connsiteX229" fmla="*/ 3280444 w 9611734"/>
              <a:gd name="connsiteY229" fmla="*/ 1543918 h 1927097"/>
              <a:gd name="connsiteX230" fmla="*/ 2967595 w 9611734"/>
              <a:gd name="connsiteY230" fmla="*/ 1543918 h 1927097"/>
              <a:gd name="connsiteX231" fmla="*/ 3132520 w 9611734"/>
              <a:gd name="connsiteY231" fmla="*/ 1292664 h 1927097"/>
              <a:gd name="connsiteX232" fmla="*/ 2858756 w 9611734"/>
              <a:gd name="connsiteY232" fmla="*/ 1614780 h 1927097"/>
              <a:gd name="connsiteX233" fmla="*/ 3132520 w 9611734"/>
              <a:gd name="connsiteY233" fmla="*/ 1927098 h 1927097"/>
              <a:gd name="connsiteX234" fmla="*/ 3381748 w 9611734"/>
              <a:gd name="connsiteY234" fmla="*/ 1728334 h 1927097"/>
              <a:gd name="connsiteX235" fmla="*/ 3288857 w 9611734"/>
              <a:gd name="connsiteY235" fmla="*/ 1704013 h 1927097"/>
              <a:gd name="connsiteX236" fmla="*/ 3142160 w 9611734"/>
              <a:gd name="connsiteY236" fmla="*/ 1841888 h 1927097"/>
              <a:gd name="connsiteX237" fmla="*/ 2963740 w 9611734"/>
              <a:gd name="connsiteY237" fmla="*/ 1616180 h 1927097"/>
              <a:gd name="connsiteX238" fmla="*/ 3382799 w 9611734"/>
              <a:gd name="connsiteY238" fmla="*/ 1616180 h 1927097"/>
              <a:gd name="connsiteX239" fmla="*/ 3382799 w 9611734"/>
              <a:gd name="connsiteY239" fmla="*/ 1582061 h 1927097"/>
              <a:gd name="connsiteX240" fmla="*/ 3132520 w 9611734"/>
              <a:gd name="connsiteY240" fmla="*/ 1292664 h 1927097"/>
              <a:gd name="connsiteX241" fmla="*/ 3766631 w 9611734"/>
              <a:gd name="connsiteY241" fmla="*/ 1292664 h 1927097"/>
              <a:gd name="connsiteX242" fmla="*/ 3485505 w 9611734"/>
              <a:gd name="connsiteY242" fmla="*/ 1616005 h 1927097"/>
              <a:gd name="connsiteX243" fmla="*/ 3761723 w 9611734"/>
              <a:gd name="connsiteY243" fmla="*/ 1927098 h 1927097"/>
              <a:gd name="connsiteX244" fmla="*/ 4012178 w 9611734"/>
              <a:gd name="connsiteY244" fmla="*/ 1709962 h 1927097"/>
              <a:gd name="connsiteX245" fmla="*/ 3915606 w 9611734"/>
              <a:gd name="connsiteY245" fmla="*/ 1686692 h 1927097"/>
              <a:gd name="connsiteX246" fmla="*/ 3768909 w 9611734"/>
              <a:gd name="connsiteY246" fmla="*/ 1840313 h 1927097"/>
              <a:gd name="connsiteX247" fmla="*/ 3591716 w 9611734"/>
              <a:gd name="connsiteY247" fmla="*/ 1608481 h 1927097"/>
              <a:gd name="connsiteX248" fmla="*/ 3764002 w 9611734"/>
              <a:gd name="connsiteY248" fmla="*/ 1379098 h 1927097"/>
              <a:gd name="connsiteX249" fmla="*/ 3915606 w 9611734"/>
              <a:gd name="connsiteY249" fmla="*/ 1525546 h 1927097"/>
              <a:gd name="connsiteX250" fmla="*/ 4012178 w 9611734"/>
              <a:gd name="connsiteY250" fmla="*/ 1502275 h 1927097"/>
              <a:gd name="connsiteX251" fmla="*/ 3766631 w 9611734"/>
              <a:gd name="connsiteY251" fmla="*/ 1292664 h 1927097"/>
              <a:gd name="connsiteX252" fmla="*/ 879833 w 9611734"/>
              <a:gd name="connsiteY252" fmla="*/ 1060831 h 1927097"/>
              <a:gd name="connsiteX253" fmla="*/ 718589 w 9611734"/>
              <a:gd name="connsiteY253" fmla="*/ 1060831 h 1927097"/>
              <a:gd name="connsiteX254" fmla="*/ 465680 w 9611734"/>
              <a:gd name="connsiteY254" fmla="*/ 1748805 h 1927097"/>
              <a:gd name="connsiteX255" fmla="*/ 211545 w 9611734"/>
              <a:gd name="connsiteY255" fmla="*/ 1060831 h 1927097"/>
              <a:gd name="connsiteX256" fmla="*/ 42765 w 9611734"/>
              <a:gd name="connsiteY256" fmla="*/ 1060831 h 1927097"/>
              <a:gd name="connsiteX257" fmla="*/ 42765 w 9611734"/>
              <a:gd name="connsiteY257" fmla="*/ 1914675 h 1927097"/>
              <a:gd name="connsiteX258" fmla="*/ 148976 w 9611734"/>
              <a:gd name="connsiteY258" fmla="*/ 1914675 h 1927097"/>
              <a:gd name="connsiteX259" fmla="*/ 148976 w 9611734"/>
              <a:gd name="connsiteY259" fmla="*/ 1179284 h 1927097"/>
              <a:gd name="connsiteX260" fmla="*/ 421513 w 9611734"/>
              <a:gd name="connsiteY260" fmla="*/ 1914850 h 1927097"/>
              <a:gd name="connsiteX261" fmla="*/ 503362 w 9611734"/>
              <a:gd name="connsiteY261" fmla="*/ 1914850 h 1927097"/>
              <a:gd name="connsiteX262" fmla="*/ 773447 w 9611734"/>
              <a:gd name="connsiteY262" fmla="*/ 1178060 h 1927097"/>
              <a:gd name="connsiteX263" fmla="*/ 773447 w 9611734"/>
              <a:gd name="connsiteY263" fmla="*/ 1914850 h 1927097"/>
              <a:gd name="connsiteX264" fmla="*/ 879833 w 9611734"/>
              <a:gd name="connsiteY264" fmla="*/ 1914850 h 1927097"/>
              <a:gd name="connsiteX265" fmla="*/ 879833 w 9611734"/>
              <a:gd name="connsiteY265" fmla="*/ 1060831 h 1927097"/>
              <a:gd name="connsiteX266" fmla="*/ 1920559 w 9611734"/>
              <a:gd name="connsiteY266" fmla="*/ 1840488 h 1927097"/>
              <a:gd name="connsiteX267" fmla="*/ 1753181 w 9611734"/>
              <a:gd name="connsiteY267" fmla="*/ 1609881 h 1927097"/>
              <a:gd name="connsiteX268" fmla="*/ 1920559 w 9611734"/>
              <a:gd name="connsiteY268" fmla="*/ 1379273 h 1927097"/>
              <a:gd name="connsiteX269" fmla="*/ 2087938 w 9611734"/>
              <a:gd name="connsiteY269" fmla="*/ 1609881 h 1927097"/>
              <a:gd name="connsiteX270" fmla="*/ 1920559 w 9611734"/>
              <a:gd name="connsiteY270" fmla="*/ 1840488 h 1927097"/>
              <a:gd name="connsiteX271" fmla="*/ 2186963 w 9611734"/>
              <a:gd name="connsiteY271" fmla="*/ 1060831 h 1927097"/>
              <a:gd name="connsiteX272" fmla="*/ 2085659 w 9611734"/>
              <a:gd name="connsiteY272" fmla="*/ 1060831 h 1927097"/>
              <a:gd name="connsiteX273" fmla="*/ 2085659 w 9611734"/>
              <a:gd name="connsiteY273" fmla="*/ 1421965 h 1927097"/>
              <a:gd name="connsiteX274" fmla="*/ 1903559 w 9611734"/>
              <a:gd name="connsiteY274" fmla="*/ 1292664 h 1927097"/>
              <a:gd name="connsiteX275" fmla="*/ 1646970 w 9611734"/>
              <a:gd name="connsiteY275" fmla="*/ 1613555 h 1927097"/>
              <a:gd name="connsiteX276" fmla="*/ 1894971 w 9611734"/>
              <a:gd name="connsiteY276" fmla="*/ 1927098 h 1927097"/>
              <a:gd name="connsiteX277" fmla="*/ 2085659 w 9611734"/>
              <a:gd name="connsiteY277" fmla="*/ 1791672 h 1927097"/>
              <a:gd name="connsiteX278" fmla="*/ 2085659 w 9611734"/>
              <a:gd name="connsiteY278" fmla="*/ 1838039 h 1927097"/>
              <a:gd name="connsiteX279" fmla="*/ 2091794 w 9611734"/>
              <a:gd name="connsiteY279" fmla="*/ 1914850 h 1927097"/>
              <a:gd name="connsiteX280" fmla="*/ 2194499 w 9611734"/>
              <a:gd name="connsiteY280" fmla="*/ 1914850 h 1927097"/>
              <a:gd name="connsiteX281" fmla="*/ 2187138 w 9611734"/>
              <a:gd name="connsiteY281" fmla="*/ 1787998 h 1927097"/>
              <a:gd name="connsiteX282" fmla="*/ 2187138 w 9611734"/>
              <a:gd name="connsiteY282" fmla="*/ 1060831 h 1927097"/>
              <a:gd name="connsiteX283" fmla="*/ 2956729 w 9611734"/>
              <a:gd name="connsiteY283" fmla="*/ 1060831 h 1927097"/>
              <a:gd name="connsiteX284" fmla="*/ 2296854 w 9611734"/>
              <a:gd name="connsiteY284" fmla="*/ 1060831 h 1927097"/>
              <a:gd name="connsiteX285" fmla="*/ 2296854 w 9611734"/>
              <a:gd name="connsiteY285" fmla="*/ 1149890 h 1927097"/>
              <a:gd name="connsiteX286" fmla="*/ 2574300 w 9611734"/>
              <a:gd name="connsiteY286" fmla="*/ 1149890 h 1927097"/>
              <a:gd name="connsiteX287" fmla="*/ 2574300 w 9611734"/>
              <a:gd name="connsiteY287" fmla="*/ 1914850 h 1927097"/>
              <a:gd name="connsiteX288" fmla="*/ 2680686 w 9611734"/>
              <a:gd name="connsiteY288" fmla="*/ 1914850 h 1927097"/>
              <a:gd name="connsiteX289" fmla="*/ 2680686 w 9611734"/>
              <a:gd name="connsiteY289" fmla="*/ 1149890 h 1927097"/>
              <a:gd name="connsiteX290" fmla="*/ 2956904 w 9611734"/>
              <a:gd name="connsiteY290" fmla="*/ 1149890 h 1927097"/>
              <a:gd name="connsiteX291" fmla="*/ 2956904 w 9611734"/>
              <a:gd name="connsiteY291" fmla="*/ 1060831 h 1927097"/>
              <a:gd name="connsiteX292" fmla="*/ 4229682 w 9611734"/>
              <a:gd name="connsiteY292" fmla="*/ 1060831 h 1927097"/>
              <a:gd name="connsiteX293" fmla="*/ 4128203 w 9611734"/>
              <a:gd name="connsiteY293" fmla="*/ 1060831 h 1927097"/>
              <a:gd name="connsiteX294" fmla="*/ 4128203 w 9611734"/>
              <a:gd name="connsiteY294" fmla="*/ 1914675 h 1927097"/>
              <a:gd name="connsiteX295" fmla="*/ 4229682 w 9611734"/>
              <a:gd name="connsiteY295" fmla="*/ 1914675 h 1927097"/>
              <a:gd name="connsiteX296" fmla="*/ 4229682 w 9611734"/>
              <a:gd name="connsiteY296" fmla="*/ 1513473 h 1927097"/>
              <a:gd name="connsiteX297" fmla="*/ 4362884 w 9611734"/>
              <a:gd name="connsiteY297" fmla="*/ 1370699 h 1927097"/>
              <a:gd name="connsiteX298" fmla="*/ 4494859 w 9611734"/>
              <a:gd name="connsiteY298" fmla="*/ 1513473 h 1927097"/>
              <a:gd name="connsiteX299" fmla="*/ 4494859 w 9611734"/>
              <a:gd name="connsiteY299" fmla="*/ 1914850 h 1927097"/>
              <a:gd name="connsiteX300" fmla="*/ 4596338 w 9611734"/>
              <a:gd name="connsiteY300" fmla="*/ 1914850 h 1927097"/>
              <a:gd name="connsiteX301" fmla="*/ 4596338 w 9611734"/>
              <a:gd name="connsiteY301" fmla="*/ 1492827 h 1927097"/>
              <a:gd name="connsiteX302" fmla="*/ 4399515 w 9611734"/>
              <a:gd name="connsiteY302" fmla="*/ 1292839 h 1927097"/>
              <a:gd name="connsiteX303" fmla="*/ 4229682 w 9611734"/>
              <a:gd name="connsiteY303" fmla="*/ 1399044 h 1927097"/>
              <a:gd name="connsiteX304" fmla="*/ 4229682 w 9611734"/>
              <a:gd name="connsiteY304" fmla="*/ 1060831 h 192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Lst>
            <a:rect l="l" t="t" r="r" b="b"/>
            <a:pathLst>
              <a:path w="9611734" h="1927097">
                <a:moveTo>
                  <a:pt x="950465" y="818675"/>
                </a:moveTo>
                <a:cubicBezTo>
                  <a:pt x="856347" y="818675"/>
                  <a:pt x="803768" y="729617"/>
                  <a:pt x="803768" y="568646"/>
                </a:cubicBezTo>
                <a:cubicBezTo>
                  <a:pt x="803768" y="405226"/>
                  <a:pt x="856347" y="318617"/>
                  <a:pt x="950465" y="318617"/>
                </a:cubicBezTo>
                <a:cubicBezTo>
                  <a:pt x="1044582" y="318617"/>
                  <a:pt x="1097162" y="406451"/>
                  <a:pt x="1097162" y="568646"/>
                </a:cubicBezTo>
                <a:cubicBezTo>
                  <a:pt x="1097162" y="732066"/>
                  <a:pt x="1044582" y="818675"/>
                  <a:pt x="950465" y="818675"/>
                </a:cubicBezTo>
                <a:moveTo>
                  <a:pt x="950465" y="251429"/>
                </a:moveTo>
                <a:cubicBezTo>
                  <a:pt x="758549" y="251429"/>
                  <a:pt x="652338" y="394203"/>
                  <a:pt x="652338" y="568646"/>
                </a:cubicBezTo>
                <a:cubicBezTo>
                  <a:pt x="652338" y="743089"/>
                  <a:pt x="758724" y="885863"/>
                  <a:pt x="950465" y="885863"/>
                </a:cubicBezTo>
                <a:cubicBezTo>
                  <a:pt x="1142381" y="885863"/>
                  <a:pt x="1248591" y="743089"/>
                  <a:pt x="1248591" y="568646"/>
                </a:cubicBezTo>
                <a:cubicBezTo>
                  <a:pt x="1248767" y="394028"/>
                  <a:pt x="1142381" y="251429"/>
                  <a:pt x="950465" y="251429"/>
                </a:cubicBezTo>
                <a:moveTo>
                  <a:pt x="2283534" y="251429"/>
                </a:moveTo>
                <a:cubicBezTo>
                  <a:pt x="2193097" y="251429"/>
                  <a:pt x="2142971" y="290447"/>
                  <a:pt x="2114929" y="340488"/>
                </a:cubicBezTo>
                <a:lnTo>
                  <a:pt x="2107568" y="340488"/>
                </a:lnTo>
                <a:lnTo>
                  <a:pt x="2107568" y="263677"/>
                </a:lnTo>
                <a:lnTo>
                  <a:pt x="1963324" y="263677"/>
                </a:lnTo>
                <a:lnTo>
                  <a:pt x="1963324" y="873615"/>
                </a:lnTo>
                <a:lnTo>
                  <a:pt x="2107568" y="873615"/>
                </a:lnTo>
                <a:lnTo>
                  <a:pt x="2107568" y="479412"/>
                </a:lnTo>
                <a:cubicBezTo>
                  <a:pt x="2107568" y="389129"/>
                  <a:pt x="2154013" y="336638"/>
                  <a:pt x="2228501" y="336638"/>
                </a:cubicBezTo>
                <a:cubicBezTo>
                  <a:pt x="2300535" y="336638"/>
                  <a:pt x="2332433" y="384230"/>
                  <a:pt x="2332433" y="456142"/>
                </a:cubicBezTo>
                <a:lnTo>
                  <a:pt x="2332433" y="873265"/>
                </a:lnTo>
                <a:lnTo>
                  <a:pt x="2476677" y="873265"/>
                </a:lnTo>
                <a:lnTo>
                  <a:pt x="2476677" y="455092"/>
                </a:lnTo>
                <a:cubicBezTo>
                  <a:pt x="2476502" y="329465"/>
                  <a:pt x="2410602" y="251429"/>
                  <a:pt x="2283534" y="251429"/>
                </a:cubicBezTo>
                <a:moveTo>
                  <a:pt x="2803897" y="251429"/>
                </a:moveTo>
                <a:cubicBezTo>
                  <a:pt x="2670696" y="251429"/>
                  <a:pt x="2570444" y="307594"/>
                  <a:pt x="2570444" y="427097"/>
                </a:cubicBezTo>
                <a:cubicBezTo>
                  <a:pt x="2570444" y="528403"/>
                  <a:pt x="2640024" y="583168"/>
                  <a:pt x="2718368" y="602765"/>
                </a:cubicBezTo>
                <a:lnTo>
                  <a:pt x="2840528" y="633209"/>
                </a:lnTo>
                <a:cubicBezTo>
                  <a:pt x="2905201" y="649131"/>
                  <a:pt x="2934645" y="672227"/>
                  <a:pt x="2934645" y="723493"/>
                </a:cubicBezTo>
                <a:cubicBezTo>
                  <a:pt x="2934645" y="785781"/>
                  <a:pt x="2890654" y="821125"/>
                  <a:pt x="2813712" y="821125"/>
                </a:cubicBezTo>
                <a:cubicBezTo>
                  <a:pt x="2730636" y="821125"/>
                  <a:pt x="2687872" y="780882"/>
                  <a:pt x="2674376" y="679576"/>
                </a:cubicBezTo>
                <a:lnTo>
                  <a:pt x="2544855" y="716144"/>
                </a:lnTo>
                <a:cubicBezTo>
                  <a:pt x="2552216" y="821125"/>
                  <a:pt x="2650014" y="885688"/>
                  <a:pt x="2797763" y="885688"/>
                </a:cubicBezTo>
                <a:cubicBezTo>
                  <a:pt x="2962688" y="885688"/>
                  <a:pt x="3051898" y="808877"/>
                  <a:pt x="3051898" y="686924"/>
                </a:cubicBezTo>
                <a:cubicBezTo>
                  <a:pt x="3051898" y="572320"/>
                  <a:pt x="2972503" y="524729"/>
                  <a:pt x="2889427" y="503908"/>
                </a:cubicBezTo>
                <a:lnTo>
                  <a:pt x="2772174" y="474688"/>
                </a:lnTo>
                <a:cubicBezTo>
                  <a:pt x="2713461" y="459991"/>
                  <a:pt x="2687872" y="433221"/>
                  <a:pt x="2687872" y="394203"/>
                </a:cubicBezTo>
                <a:cubicBezTo>
                  <a:pt x="2687872" y="345387"/>
                  <a:pt x="2729409" y="316167"/>
                  <a:pt x="2791804" y="316167"/>
                </a:cubicBezTo>
                <a:cubicBezTo>
                  <a:pt x="2865065" y="316167"/>
                  <a:pt x="2910284" y="356410"/>
                  <a:pt x="2916418" y="433221"/>
                </a:cubicBezTo>
                <a:lnTo>
                  <a:pt x="3038578" y="396652"/>
                </a:lnTo>
                <a:cubicBezTo>
                  <a:pt x="3023856" y="311093"/>
                  <a:pt x="2939553" y="251429"/>
                  <a:pt x="2803897" y="251429"/>
                </a:cubicBezTo>
                <a:moveTo>
                  <a:pt x="3409965" y="818675"/>
                </a:moveTo>
                <a:cubicBezTo>
                  <a:pt x="3315848" y="818675"/>
                  <a:pt x="3263268" y="729617"/>
                  <a:pt x="3263268" y="568646"/>
                </a:cubicBezTo>
                <a:cubicBezTo>
                  <a:pt x="3263268" y="405226"/>
                  <a:pt x="3315848" y="318617"/>
                  <a:pt x="3409965" y="318617"/>
                </a:cubicBezTo>
                <a:cubicBezTo>
                  <a:pt x="3504083" y="318617"/>
                  <a:pt x="3556663" y="406451"/>
                  <a:pt x="3556663" y="568646"/>
                </a:cubicBezTo>
                <a:cubicBezTo>
                  <a:pt x="3556487" y="732066"/>
                  <a:pt x="3504083" y="818675"/>
                  <a:pt x="3409965" y="818675"/>
                </a:cubicBezTo>
                <a:moveTo>
                  <a:pt x="3409965" y="251429"/>
                </a:moveTo>
                <a:cubicBezTo>
                  <a:pt x="3218050" y="251429"/>
                  <a:pt x="3111839" y="394203"/>
                  <a:pt x="3111839" y="568646"/>
                </a:cubicBezTo>
                <a:cubicBezTo>
                  <a:pt x="3111839" y="743089"/>
                  <a:pt x="3218225" y="885863"/>
                  <a:pt x="3409965" y="885863"/>
                </a:cubicBezTo>
                <a:cubicBezTo>
                  <a:pt x="3601881" y="885863"/>
                  <a:pt x="3708092" y="743089"/>
                  <a:pt x="3708092" y="568646"/>
                </a:cubicBezTo>
                <a:cubicBezTo>
                  <a:pt x="3708092" y="394028"/>
                  <a:pt x="3601706" y="251429"/>
                  <a:pt x="3409965" y="251429"/>
                </a:cubicBezTo>
                <a:moveTo>
                  <a:pt x="4113656" y="251429"/>
                </a:moveTo>
                <a:cubicBezTo>
                  <a:pt x="4023219" y="251429"/>
                  <a:pt x="3973094" y="290447"/>
                  <a:pt x="3945051" y="340488"/>
                </a:cubicBezTo>
                <a:lnTo>
                  <a:pt x="3937690" y="340488"/>
                </a:lnTo>
                <a:lnTo>
                  <a:pt x="3937690" y="263677"/>
                </a:lnTo>
                <a:lnTo>
                  <a:pt x="3793446" y="263677"/>
                </a:lnTo>
                <a:lnTo>
                  <a:pt x="3793446" y="873615"/>
                </a:lnTo>
                <a:lnTo>
                  <a:pt x="3937690" y="873615"/>
                </a:lnTo>
                <a:lnTo>
                  <a:pt x="3937690" y="479412"/>
                </a:lnTo>
                <a:cubicBezTo>
                  <a:pt x="3937690" y="389129"/>
                  <a:pt x="3984135" y="336638"/>
                  <a:pt x="4058623" y="336638"/>
                </a:cubicBezTo>
                <a:cubicBezTo>
                  <a:pt x="4130657" y="336638"/>
                  <a:pt x="4162555" y="384230"/>
                  <a:pt x="4162555" y="456142"/>
                </a:cubicBezTo>
                <a:lnTo>
                  <a:pt x="4162555" y="873265"/>
                </a:lnTo>
                <a:lnTo>
                  <a:pt x="4306799" y="873265"/>
                </a:lnTo>
                <a:lnTo>
                  <a:pt x="4306799" y="455092"/>
                </a:lnTo>
                <a:cubicBezTo>
                  <a:pt x="4306799" y="329465"/>
                  <a:pt x="4240724" y="251429"/>
                  <a:pt x="4113656" y="251429"/>
                </a:cubicBezTo>
                <a:moveTo>
                  <a:pt x="6255401" y="818675"/>
                </a:moveTo>
                <a:cubicBezTo>
                  <a:pt x="6161283" y="818675"/>
                  <a:pt x="6108704" y="729617"/>
                  <a:pt x="6108704" y="568646"/>
                </a:cubicBezTo>
                <a:cubicBezTo>
                  <a:pt x="6108704" y="405226"/>
                  <a:pt x="6161283" y="318617"/>
                  <a:pt x="6255401" y="318617"/>
                </a:cubicBezTo>
                <a:cubicBezTo>
                  <a:pt x="6349518" y="318617"/>
                  <a:pt x="6402098" y="406451"/>
                  <a:pt x="6402098" y="568646"/>
                </a:cubicBezTo>
                <a:cubicBezTo>
                  <a:pt x="6402098" y="732066"/>
                  <a:pt x="6349518" y="818675"/>
                  <a:pt x="6255401" y="818675"/>
                </a:cubicBezTo>
                <a:moveTo>
                  <a:pt x="6255401" y="251429"/>
                </a:moveTo>
                <a:cubicBezTo>
                  <a:pt x="6063485" y="251429"/>
                  <a:pt x="5957274" y="394203"/>
                  <a:pt x="5957274" y="568646"/>
                </a:cubicBezTo>
                <a:cubicBezTo>
                  <a:pt x="5957274" y="743089"/>
                  <a:pt x="6063660" y="885863"/>
                  <a:pt x="6255401" y="885863"/>
                </a:cubicBezTo>
                <a:cubicBezTo>
                  <a:pt x="6447316" y="885863"/>
                  <a:pt x="6553528" y="743089"/>
                  <a:pt x="6553528" y="568646"/>
                </a:cubicBezTo>
                <a:cubicBezTo>
                  <a:pt x="6553528" y="394028"/>
                  <a:pt x="6447316" y="251429"/>
                  <a:pt x="6255401" y="251429"/>
                </a:cubicBezTo>
                <a:moveTo>
                  <a:pt x="7588295" y="251429"/>
                </a:moveTo>
                <a:cubicBezTo>
                  <a:pt x="7497858" y="251429"/>
                  <a:pt x="7447732" y="290447"/>
                  <a:pt x="7419689" y="340488"/>
                </a:cubicBezTo>
                <a:lnTo>
                  <a:pt x="7412328" y="340488"/>
                </a:lnTo>
                <a:lnTo>
                  <a:pt x="7412328" y="263677"/>
                </a:lnTo>
                <a:lnTo>
                  <a:pt x="7268085" y="263677"/>
                </a:lnTo>
                <a:lnTo>
                  <a:pt x="7268085" y="873615"/>
                </a:lnTo>
                <a:lnTo>
                  <a:pt x="7412328" y="873615"/>
                </a:lnTo>
                <a:lnTo>
                  <a:pt x="7412328" y="479412"/>
                </a:lnTo>
                <a:cubicBezTo>
                  <a:pt x="7412328" y="389129"/>
                  <a:pt x="7458774" y="336638"/>
                  <a:pt x="7533262" y="336638"/>
                </a:cubicBezTo>
                <a:cubicBezTo>
                  <a:pt x="7605295" y="336638"/>
                  <a:pt x="7637194" y="384230"/>
                  <a:pt x="7637194" y="456142"/>
                </a:cubicBezTo>
                <a:lnTo>
                  <a:pt x="7637194" y="873265"/>
                </a:lnTo>
                <a:lnTo>
                  <a:pt x="7781438" y="873265"/>
                </a:lnTo>
                <a:lnTo>
                  <a:pt x="7781438" y="455092"/>
                </a:lnTo>
                <a:cubicBezTo>
                  <a:pt x="7781438" y="329465"/>
                  <a:pt x="7715362" y="251429"/>
                  <a:pt x="7588295" y="251429"/>
                </a:cubicBezTo>
                <a:moveTo>
                  <a:pt x="8108833" y="251429"/>
                </a:moveTo>
                <a:cubicBezTo>
                  <a:pt x="7975631" y="251429"/>
                  <a:pt x="7875380" y="307594"/>
                  <a:pt x="7875380" y="427097"/>
                </a:cubicBezTo>
                <a:cubicBezTo>
                  <a:pt x="7875380" y="528403"/>
                  <a:pt x="7944960" y="583168"/>
                  <a:pt x="8023304" y="602765"/>
                </a:cubicBezTo>
                <a:lnTo>
                  <a:pt x="8145464" y="633209"/>
                </a:lnTo>
                <a:cubicBezTo>
                  <a:pt x="8210137" y="649131"/>
                  <a:pt x="8239581" y="672227"/>
                  <a:pt x="8239581" y="723493"/>
                </a:cubicBezTo>
                <a:cubicBezTo>
                  <a:pt x="8239581" y="785781"/>
                  <a:pt x="8195589" y="821125"/>
                  <a:pt x="8118648" y="821125"/>
                </a:cubicBezTo>
                <a:cubicBezTo>
                  <a:pt x="8035573" y="821125"/>
                  <a:pt x="7992808" y="780882"/>
                  <a:pt x="7979312" y="679576"/>
                </a:cubicBezTo>
                <a:lnTo>
                  <a:pt x="7849791" y="716144"/>
                </a:lnTo>
                <a:cubicBezTo>
                  <a:pt x="7857152" y="821125"/>
                  <a:pt x="7954950" y="885688"/>
                  <a:pt x="8102699" y="885688"/>
                </a:cubicBezTo>
                <a:cubicBezTo>
                  <a:pt x="8267624" y="885688"/>
                  <a:pt x="8356834" y="808877"/>
                  <a:pt x="8356834" y="686924"/>
                </a:cubicBezTo>
                <a:cubicBezTo>
                  <a:pt x="8356834" y="572320"/>
                  <a:pt x="8277439" y="524729"/>
                  <a:pt x="8194363" y="503908"/>
                </a:cubicBezTo>
                <a:lnTo>
                  <a:pt x="8077110" y="474688"/>
                </a:lnTo>
                <a:cubicBezTo>
                  <a:pt x="8018396" y="459991"/>
                  <a:pt x="7992808" y="433221"/>
                  <a:pt x="7992808" y="394203"/>
                </a:cubicBezTo>
                <a:cubicBezTo>
                  <a:pt x="7992808" y="345387"/>
                  <a:pt x="8034346" y="316167"/>
                  <a:pt x="8096740" y="316167"/>
                </a:cubicBezTo>
                <a:cubicBezTo>
                  <a:pt x="8170001" y="316167"/>
                  <a:pt x="8215220" y="356410"/>
                  <a:pt x="8221353" y="433221"/>
                </a:cubicBezTo>
                <a:lnTo>
                  <a:pt x="8343514" y="396652"/>
                </a:lnTo>
                <a:cubicBezTo>
                  <a:pt x="8328791" y="311093"/>
                  <a:pt x="8244489" y="251429"/>
                  <a:pt x="8108833" y="251429"/>
                </a:cubicBezTo>
                <a:moveTo>
                  <a:pt x="8714726" y="818675"/>
                </a:moveTo>
                <a:cubicBezTo>
                  <a:pt x="8620608" y="818675"/>
                  <a:pt x="8568028" y="729617"/>
                  <a:pt x="8568028" y="568646"/>
                </a:cubicBezTo>
                <a:cubicBezTo>
                  <a:pt x="8568028" y="405226"/>
                  <a:pt x="8620608" y="318617"/>
                  <a:pt x="8714726" y="318617"/>
                </a:cubicBezTo>
                <a:cubicBezTo>
                  <a:pt x="8808844" y="318617"/>
                  <a:pt x="8861423" y="406451"/>
                  <a:pt x="8861423" y="568646"/>
                </a:cubicBezTo>
                <a:cubicBezTo>
                  <a:pt x="8861423" y="732066"/>
                  <a:pt x="8808844" y="818675"/>
                  <a:pt x="8714726" y="818675"/>
                </a:cubicBezTo>
                <a:moveTo>
                  <a:pt x="8714726" y="251429"/>
                </a:moveTo>
                <a:cubicBezTo>
                  <a:pt x="8522810" y="251429"/>
                  <a:pt x="8416599" y="394203"/>
                  <a:pt x="8416599" y="568646"/>
                </a:cubicBezTo>
                <a:cubicBezTo>
                  <a:pt x="8416599" y="743089"/>
                  <a:pt x="8522810" y="885863"/>
                  <a:pt x="8714726" y="885863"/>
                </a:cubicBezTo>
                <a:cubicBezTo>
                  <a:pt x="8906641" y="885863"/>
                  <a:pt x="9012852" y="743089"/>
                  <a:pt x="9012852" y="568646"/>
                </a:cubicBezTo>
                <a:cubicBezTo>
                  <a:pt x="9012852" y="394028"/>
                  <a:pt x="8906641" y="251429"/>
                  <a:pt x="8714726" y="251429"/>
                </a:cubicBezTo>
                <a:moveTo>
                  <a:pt x="9418592" y="251429"/>
                </a:moveTo>
                <a:cubicBezTo>
                  <a:pt x="9328155" y="251429"/>
                  <a:pt x="9278029" y="290447"/>
                  <a:pt x="9249987" y="340488"/>
                </a:cubicBezTo>
                <a:lnTo>
                  <a:pt x="9242625" y="340488"/>
                </a:lnTo>
                <a:lnTo>
                  <a:pt x="9242625" y="263677"/>
                </a:lnTo>
                <a:lnTo>
                  <a:pt x="9098382" y="263677"/>
                </a:lnTo>
                <a:lnTo>
                  <a:pt x="9098382" y="873615"/>
                </a:lnTo>
                <a:lnTo>
                  <a:pt x="9242625" y="873615"/>
                </a:lnTo>
                <a:lnTo>
                  <a:pt x="9242625" y="479412"/>
                </a:lnTo>
                <a:cubicBezTo>
                  <a:pt x="9242625" y="389129"/>
                  <a:pt x="9289071" y="336638"/>
                  <a:pt x="9363559" y="336638"/>
                </a:cubicBezTo>
                <a:cubicBezTo>
                  <a:pt x="9435593" y="336638"/>
                  <a:pt x="9467491" y="384230"/>
                  <a:pt x="9467491" y="456142"/>
                </a:cubicBezTo>
                <a:lnTo>
                  <a:pt x="9467491" y="873265"/>
                </a:lnTo>
                <a:lnTo>
                  <a:pt x="9611734" y="873265"/>
                </a:lnTo>
                <a:lnTo>
                  <a:pt x="9611734" y="455092"/>
                </a:lnTo>
                <a:cubicBezTo>
                  <a:pt x="9611560" y="329465"/>
                  <a:pt x="9545660" y="251429"/>
                  <a:pt x="9418592" y="251429"/>
                </a:cubicBezTo>
                <a:moveTo>
                  <a:pt x="566984" y="19596"/>
                </a:moveTo>
                <a:lnTo>
                  <a:pt x="415379" y="19596"/>
                </a:lnTo>
                <a:lnTo>
                  <a:pt x="415379" y="650356"/>
                </a:lnTo>
                <a:cubicBezTo>
                  <a:pt x="415379" y="752887"/>
                  <a:pt x="376295" y="813776"/>
                  <a:pt x="283404" y="813776"/>
                </a:cubicBezTo>
                <a:cubicBezTo>
                  <a:pt x="191740" y="813776"/>
                  <a:pt x="151429" y="749213"/>
                  <a:pt x="151429" y="638108"/>
                </a:cubicBezTo>
                <a:lnTo>
                  <a:pt x="151429" y="521055"/>
                </a:lnTo>
                <a:lnTo>
                  <a:pt x="0" y="558848"/>
                </a:lnTo>
                <a:lnTo>
                  <a:pt x="0" y="611338"/>
                </a:lnTo>
                <a:cubicBezTo>
                  <a:pt x="0" y="771084"/>
                  <a:pt x="79395" y="893212"/>
                  <a:pt x="283580" y="893212"/>
                </a:cubicBezTo>
                <a:cubicBezTo>
                  <a:pt x="487589" y="893212"/>
                  <a:pt x="566984" y="771259"/>
                  <a:pt x="566984" y="611338"/>
                </a:cubicBezTo>
                <a:lnTo>
                  <a:pt x="566984" y="19596"/>
                </a:lnTo>
                <a:moveTo>
                  <a:pt x="1478364" y="19596"/>
                </a:moveTo>
                <a:lnTo>
                  <a:pt x="1334121" y="19596"/>
                </a:lnTo>
                <a:lnTo>
                  <a:pt x="1334121" y="873440"/>
                </a:lnTo>
                <a:lnTo>
                  <a:pt x="1478364" y="873440"/>
                </a:lnTo>
                <a:lnTo>
                  <a:pt x="1478364" y="479412"/>
                </a:lnTo>
                <a:cubicBezTo>
                  <a:pt x="1478364" y="389129"/>
                  <a:pt x="1524810" y="336638"/>
                  <a:pt x="1599298" y="336638"/>
                </a:cubicBezTo>
                <a:cubicBezTo>
                  <a:pt x="1671332" y="336638"/>
                  <a:pt x="1703230" y="384230"/>
                  <a:pt x="1703230" y="456142"/>
                </a:cubicBezTo>
                <a:lnTo>
                  <a:pt x="1703230" y="873265"/>
                </a:lnTo>
                <a:lnTo>
                  <a:pt x="1847474" y="873265"/>
                </a:lnTo>
                <a:lnTo>
                  <a:pt x="1847474" y="455092"/>
                </a:lnTo>
                <a:cubicBezTo>
                  <a:pt x="1847474" y="329465"/>
                  <a:pt x="1781398" y="251429"/>
                  <a:pt x="1654331" y="251429"/>
                </a:cubicBezTo>
                <a:cubicBezTo>
                  <a:pt x="1563894" y="251429"/>
                  <a:pt x="1513768" y="290447"/>
                  <a:pt x="1485726" y="340488"/>
                </a:cubicBezTo>
                <a:lnTo>
                  <a:pt x="1478364" y="340488"/>
                </a:lnTo>
                <a:lnTo>
                  <a:pt x="1478364" y="19596"/>
                </a:lnTo>
                <a:moveTo>
                  <a:pt x="5871744" y="19596"/>
                </a:moveTo>
                <a:lnTo>
                  <a:pt x="5720315" y="19596"/>
                </a:lnTo>
                <a:lnTo>
                  <a:pt x="5720315" y="650356"/>
                </a:lnTo>
                <a:cubicBezTo>
                  <a:pt x="5720315" y="752887"/>
                  <a:pt x="5681231" y="813776"/>
                  <a:pt x="5588340" y="813776"/>
                </a:cubicBezTo>
                <a:cubicBezTo>
                  <a:pt x="5496676" y="813776"/>
                  <a:pt x="5456366" y="749213"/>
                  <a:pt x="5456366" y="638108"/>
                </a:cubicBezTo>
                <a:lnTo>
                  <a:pt x="5456366" y="521055"/>
                </a:lnTo>
                <a:lnTo>
                  <a:pt x="5304936" y="558848"/>
                </a:lnTo>
                <a:lnTo>
                  <a:pt x="5304936" y="611338"/>
                </a:lnTo>
                <a:cubicBezTo>
                  <a:pt x="5304936" y="771084"/>
                  <a:pt x="5384331" y="893212"/>
                  <a:pt x="5588515" y="893212"/>
                </a:cubicBezTo>
                <a:cubicBezTo>
                  <a:pt x="5792700" y="893212"/>
                  <a:pt x="5871920" y="771259"/>
                  <a:pt x="5871920" y="611338"/>
                </a:cubicBezTo>
                <a:lnTo>
                  <a:pt x="5871920" y="19596"/>
                </a:lnTo>
                <a:moveTo>
                  <a:pt x="6783125" y="19596"/>
                </a:moveTo>
                <a:lnTo>
                  <a:pt x="6638882" y="19596"/>
                </a:lnTo>
                <a:lnTo>
                  <a:pt x="6638882" y="873440"/>
                </a:lnTo>
                <a:lnTo>
                  <a:pt x="6783125" y="873440"/>
                </a:lnTo>
                <a:lnTo>
                  <a:pt x="6783125" y="479412"/>
                </a:lnTo>
                <a:cubicBezTo>
                  <a:pt x="6783125" y="389129"/>
                  <a:pt x="6829571" y="336638"/>
                  <a:pt x="6904059" y="336638"/>
                </a:cubicBezTo>
                <a:cubicBezTo>
                  <a:pt x="6976092" y="336638"/>
                  <a:pt x="7007991" y="384230"/>
                  <a:pt x="7007991" y="456142"/>
                </a:cubicBezTo>
                <a:lnTo>
                  <a:pt x="7007991" y="873265"/>
                </a:lnTo>
                <a:lnTo>
                  <a:pt x="7152234" y="873265"/>
                </a:lnTo>
                <a:lnTo>
                  <a:pt x="7152234" y="455092"/>
                </a:lnTo>
                <a:cubicBezTo>
                  <a:pt x="7152234" y="329465"/>
                  <a:pt x="7086335" y="251429"/>
                  <a:pt x="6959092" y="251429"/>
                </a:cubicBezTo>
                <a:cubicBezTo>
                  <a:pt x="6868655" y="251429"/>
                  <a:pt x="6818529" y="290447"/>
                  <a:pt x="6790486" y="340488"/>
                </a:cubicBezTo>
                <a:lnTo>
                  <a:pt x="6783125" y="340488"/>
                </a:lnTo>
                <a:lnTo>
                  <a:pt x="6783125" y="19596"/>
                </a:lnTo>
                <a:moveTo>
                  <a:pt x="4781944" y="803978"/>
                </a:moveTo>
                <a:cubicBezTo>
                  <a:pt x="4664691" y="803978"/>
                  <a:pt x="4592482" y="708795"/>
                  <a:pt x="4592482" y="607489"/>
                </a:cubicBezTo>
                <a:cubicBezTo>
                  <a:pt x="4592482" y="543976"/>
                  <a:pt x="4620524" y="485536"/>
                  <a:pt x="4666970" y="452642"/>
                </a:cubicBezTo>
                <a:lnTo>
                  <a:pt x="4943188" y="753937"/>
                </a:lnTo>
                <a:cubicBezTo>
                  <a:pt x="4892010" y="784382"/>
                  <a:pt x="4834523" y="803978"/>
                  <a:pt x="4781944" y="803978"/>
                </a:cubicBezTo>
                <a:moveTo>
                  <a:pt x="5050801" y="653855"/>
                </a:moveTo>
                <a:lnTo>
                  <a:pt x="4811388" y="390354"/>
                </a:lnTo>
                <a:cubicBezTo>
                  <a:pt x="4854153" y="373207"/>
                  <a:pt x="4895691" y="367083"/>
                  <a:pt x="4929868" y="367083"/>
                </a:cubicBezTo>
                <a:cubicBezTo>
                  <a:pt x="5028893" y="367083"/>
                  <a:pt x="5089885" y="424472"/>
                  <a:pt x="5089885" y="523154"/>
                </a:cubicBezTo>
                <a:cubicBezTo>
                  <a:pt x="5089885" y="567246"/>
                  <a:pt x="5077617" y="612388"/>
                  <a:pt x="5050801" y="653855"/>
                </a:cubicBezTo>
                <a:moveTo>
                  <a:pt x="4778263" y="355010"/>
                </a:moveTo>
                <a:lnTo>
                  <a:pt x="4725684" y="296396"/>
                </a:lnTo>
                <a:cubicBezTo>
                  <a:pt x="4679238" y="245130"/>
                  <a:pt x="4665743" y="213461"/>
                  <a:pt x="4665743" y="175668"/>
                </a:cubicBezTo>
                <a:cubicBezTo>
                  <a:pt x="4665743" y="104981"/>
                  <a:pt x="4710961" y="64738"/>
                  <a:pt x="4781768" y="64738"/>
                </a:cubicBezTo>
                <a:cubicBezTo>
                  <a:pt x="4853803" y="64738"/>
                  <a:pt x="4896568" y="106206"/>
                  <a:pt x="4896568" y="181792"/>
                </a:cubicBezTo>
                <a:cubicBezTo>
                  <a:pt x="4896743" y="251429"/>
                  <a:pt x="4862566" y="317217"/>
                  <a:pt x="4778263" y="355010"/>
                </a:cubicBezTo>
                <a:moveTo>
                  <a:pt x="4785624" y="0"/>
                </a:moveTo>
                <a:cubicBezTo>
                  <a:pt x="4617019" y="0"/>
                  <a:pt x="4533943" y="93958"/>
                  <a:pt x="4533943" y="211011"/>
                </a:cubicBezTo>
                <a:cubicBezTo>
                  <a:pt x="4533943" y="274350"/>
                  <a:pt x="4560759" y="337863"/>
                  <a:pt x="4631741" y="414674"/>
                </a:cubicBezTo>
                <a:lnTo>
                  <a:pt x="4632968" y="417124"/>
                </a:lnTo>
                <a:cubicBezTo>
                  <a:pt x="4513262" y="474513"/>
                  <a:pt x="4458228" y="567246"/>
                  <a:pt x="4458228" y="662254"/>
                </a:cubicBezTo>
                <a:cubicBezTo>
                  <a:pt x="4458228" y="787881"/>
                  <a:pt x="4554800" y="892862"/>
                  <a:pt x="4703775" y="892862"/>
                </a:cubicBezTo>
                <a:cubicBezTo>
                  <a:pt x="4789305" y="892862"/>
                  <a:pt x="4889557" y="857518"/>
                  <a:pt x="4979994" y="794005"/>
                </a:cubicBezTo>
                <a:lnTo>
                  <a:pt x="5053255" y="873265"/>
                </a:lnTo>
                <a:lnTo>
                  <a:pt x="5245170" y="873265"/>
                </a:lnTo>
                <a:lnTo>
                  <a:pt x="5245170" y="867141"/>
                </a:lnTo>
                <a:lnTo>
                  <a:pt x="5088834" y="695148"/>
                </a:lnTo>
                <a:cubicBezTo>
                  <a:pt x="5154909" y="617112"/>
                  <a:pt x="5192766" y="531728"/>
                  <a:pt x="5192766" y="457191"/>
                </a:cubicBezTo>
                <a:cubicBezTo>
                  <a:pt x="5192766" y="364458"/>
                  <a:pt x="5130372" y="302345"/>
                  <a:pt x="5032749" y="302345"/>
                </a:cubicBezTo>
                <a:cubicBezTo>
                  <a:pt x="4981396" y="302345"/>
                  <a:pt x="4923909" y="317042"/>
                  <a:pt x="4886051" y="331564"/>
                </a:cubicBezTo>
                <a:lnTo>
                  <a:pt x="4883598" y="326665"/>
                </a:lnTo>
                <a:cubicBezTo>
                  <a:pt x="4976489" y="276624"/>
                  <a:pt x="5015573" y="230258"/>
                  <a:pt x="5015573" y="165695"/>
                </a:cubicBezTo>
                <a:cubicBezTo>
                  <a:pt x="5015398" y="73312"/>
                  <a:pt x="4932322" y="0"/>
                  <a:pt x="4785624" y="0"/>
                </a:cubicBezTo>
                <a:moveTo>
                  <a:pt x="1128885" y="1543918"/>
                </a:moveTo>
                <a:cubicBezTo>
                  <a:pt x="1142381" y="1436662"/>
                  <a:pt x="1197239" y="1375599"/>
                  <a:pt x="1293810" y="1375599"/>
                </a:cubicBezTo>
                <a:cubicBezTo>
                  <a:pt x="1385474" y="1375599"/>
                  <a:pt x="1439280" y="1430538"/>
                  <a:pt x="1441734" y="1543918"/>
                </a:cubicBezTo>
                <a:lnTo>
                  <a:pt x="1128885" y="1543918"/>
                </a:lnTo>
                <a:moveTo>
                  <a:pt x="1293810" y="1292664"/>
                </a:moveTo>
                <a:cubicBezTo>
                  <a:pt x="1132566" y="1292664"/>
                  <a:pt x="1020045" y="1406043"/>
                  <a:pt x="1020045" y="1614780"/>
                </a:cubicBezTo>
                <a:cubicBezTo>
                  <a:pt x="1020045" y="1814768"/>
                  <a:pt x="1123978" y="1927098"/>
                  <a:pt x="1293810" y="1927098"/>
                </a:cubicBezTo>
                <a:cubicBezTo>
                  <a:pt x="1433146" y="1927098"/>
                  <a:pt x="1521129" y="1847837"/>
                  <a:pt x="1543037" y="1728334"/>
                </a:cubicBezTo>
                <a:lnTo>
                  <a:pt x="1450147" y="1704013"/>
                </a:lnTo>
                <a:cubicBezTo>
                  <a:pt x="1434198" y="1806545"/>
                  <a:pt x="1379339" y="1841888"/>
                  <a:pt x="1303450" y="1841888"/>
                </a:cubicBezTo>
                <a:cubicBezTo>
                  <a:pt x="1182516" y="1841888"/>
                  <a:pt x="1128710" y="1752829"/>
                  <a:pt x="1125029" y="1616180"/>
                </a:cubicBezTo>
                <a:lnTo>
                  <a:pt x="1544089" y="1616180"/>
                </a:lnTo>
                <a:lnTo>
                  <a:pt x="1544089" y="1582061"/>
                </a:lnTo>
                <a:cubicBezTo>
                  <a:pt x="1544440" y="1368250"/>
                  <a:pt x="1428238" y="1292664"/>
                  <a:pt x="1293810" y="1292664"/>
                </a:cubicBezTo>
                <a:moveTo>
                  <a:pt x="2967595" y="1543918"/>
                </a:moveTo>
                <a:cubicBezTo>
                  <a:pt x="2981091" y="1436662"/>
                  <a:pt x="3035949" y="1375599"/>
                  <a:pt x="3132520" y="1375599"/>
                </a:cubicBezTo>
                <a:cubicBezTo>
                  <a:pt x="3224184" y="1375599"/>
                  <a:pt x="3277991" y="1430538"/>
                  <a:pt x="3280444" y="1543918"/>
                </a:cubicBezTo>
                <a:lnTo>
                  <a:pt x="2967595" y="1543918"/>
                </a:lnTo>
                <a:moveTo>
                  <a:pt x="3132520" y="1292664"/>
                </a:moveTo>
                <a:cubicBezTo>
                  <a:pt x="2971276" y="1292664"/>
                  <a:pt x="2858756" y="1406043"/>
                  <a:pt x="2858756" y="1614780"/>
                </a:cubicBezTo>
                <a:cubicBezTo>
                  <a:pt x="2858756" y="1814768"/>
                  <a:pt x="2962688" y="1927098"/>
                  <a:pt x="3132520" y="1927098"/>
                </a:cubicBezTo>
                <a:cubicBezTo>
                  <a:pt x="3271856" y="1927098"/>
                  <a:pt x="3359839" y="1847837"/>
                  <a:pt x="3381748" y="1728334"/>
                </a:cubicBezTo>
                <a:lnTo>
                  <a:pt x="3288857" y="1704013"/>
                </a:lnTo>
                <a:cubicBezTo>
                  <a:pt x="3272908" y="1806545"/>
                  <a:pt x="3218050" y="1841888"/>
                  <a:pt x="3142160" y="1841888"/>
                </a:cubicBezTo>
                <a:cubicBezTo>
                  <a:pt x="3021227" y="1841888"/>
                  <a:pt x="2967420" y="1752829"/>
                  <a:pt x="2963740" y="1616180"/>
                </a:cubicBezTo>
                <a:lnTo>
                  <a:pt x="3382799" y="1616180"/>
                </a:lnTo>
                <a:lnTo>
                  <a:pt x="3382799" y="1582061"/>
                </a:lnTo>
                <a:cubicBezTo>
                  <a:pt x="3383150" y="1368250"/>
                  <a:pt x="3266949" y="1292664"/>
                  <a:pt x="3132520" y="1292664"/>
                </a:cubicBezTo>
                <a:moveTo>
                  <a:pt x="3766631" y="1292664"/>
                </a:moveTo>
                <a:cubicBezTo>
                  <a:pt x="3599252" y="1292664"/>
                  <a:pt x="3485505" y="1409717"/>
                  <a:pt x="3485505" y="1616005"/>
                </a:cubicBezTo>
                <a:cubicBezTo>
                  <a:pt x="3485505" y="1818442"/>
                  <a:pt x="3596623" y="1927098"/>
                  <a:pt x="3761723" y="1927098"/>
                </a:cubicBezTo>
                <a:cubicBezTo>
                  <a:pt x="3910874" y="1927098"/>
                  <a:pt x="3995177" y="1835589"/>
                  <a:pt x="4012178" y="1709962"/>
                </a:cubicBezTo>
                <a:lnTo>
                  <a:pt x="3915606" y="1686692"/>
                </a:lnTo>
                <a:cubicBezTo>
                  <a:pt x="3898430" y="1801296"/>
                  <a:pt x="3849531" y="1840313"/>
                  <a:pt x="3768909" y="1840313"/>
                </a:cubicBezTo>
                <a:cubicBezTo>
                  <a:pt x="3651657" y="1840313"/>
                  <a:pt x="3591716" y="1754929"/>
                  <a:pt x="3591716" y="1608481"/>
                </a:cubicBezTo>
                <a:cubicBezTo>
                  <a:pt x="3591716" y="1455909"/>
                  <a:pt x="3655337" y="1379098"/>
                  <a:pt x="3764002" y="1379098"/>
                </a:cubicBezTo>
                <a:cubicBezTo>
                  <a:pt x="3840943" y="1379098"/>
                  <a:pt x="3897204" y="1416891"/>
                  <a:pt x="3915606" y="1525546"/>
                </a:cubicBezTo>
                <a:lnTo>
                  <a:pt x="4012178" y="1502275"/>
                </a:lnTo>
                <a:cubicBezTo>
                  <a:pt x="3995177" y="1378048"/>
                  <a:pt x="3910874" y="1292664"/>
                  <a:pt x="3766631" y="1292664"/>
                </a:cubicBezTo>
                <a:moveTo>
                  <a:pt x="879833" y="1060831"/>
                </a:moveTo>
                <a:lnTo>
                  <a:pt x="718589" y="1060831"/>
                </a:lnTo>
                <a:lnTo>
                  <a:pt x="465680" y="1748805"/>
                </a:lnTo>
                <a:lnTo>
                  <a:pt x="211545" y="1060831"/>
                </a:lnTo>
                <a:lnTo>
                  <a:pt x="42765" y="1060831"/>
                </a:lnTo>
                <a:lnTo>
                  <a:pt x="42765" y="1914675"/>
                </a:lnTo>
                <a:lnTo>
                  <a:pt x="148976" y="1914675"/>
                </a:lnTo>
                <a:lnTo>
                  <a:pt x="148976" y="1179284"/>
                </a:lnTo>
                <a:lnTo>
                  <a:pt x="421513" y="1914850"/>
                </a:lnTo>
                <a:lnTo>
                  <a:pt x="503362" y="1914850"/>
                </a:lnTo>
                <a:lnTo>
                  <a:pt x="773447" y="1178060"/>
                </a:lnTo>
                <a:lnTo>
                  <a:pt x="773447" y="1914850"/>
                </a:lnTo>
                <a:lnTo>
                  <a:pt x="879833" y="1914850"/>
                </a:lnTo>
                <a:lnTo>
                  <a:pt x="879833" y="1060831"/>
                </a:lnTo>
                <a:moveTo>
                  <a:pt x="1920559" y="1840488"/>
                </a:moveTo>
                <a:cubicBezTo>
                  <a:pt x="1820307" y="1840488"/>
                  <a:pt x="1753181" y="1768577"/>
                  <a:pt x="1753181" y="1609881"/>
                </a:cubicBezTo>
                <a:cubicBezTo>
                  <a:pt x="1753181" y="1450135"/>
                  <a:pt x="1820307" y="1379273"/>
                  <a:pt x="1920559" y="1379273"/>
                </a:cubicBezTo>
                <a:cubicBezTo>
                  <a:pt x="2020811" y="1379273"/>
                  <a:pt x="2087938" y="1449960"/>
                  <a:pt x="2087938" y="1609881"/>
                </a:cubicBezTo>
                <a:cubicBezTo>
                  <a:pt x="2087938" y="1768402"/>
                  <a:pt x="2020811" y="1840488"/>
                  <a:pt x="1920559" y="1840488"/>
                </a:cubicBezTo>
                <a:moveTo>
                  <a:pt x="2186963" y="1060831"/>
                </a:moveTo>
                <a:lnTo>
                  <a:pt x="2085659" y="1060831"/>
                </a:lnTo>
                <a:lnTo>
                  <a:pt x="2085659" y="1421965"/>
                </a:lnTo>
                <a:cubicBezTo>
                  <a:pt x="2063576" y="1354777"/>
                  <a:pt x="2009945" y="1292664"/>
                  <a:pt x="1903559" y="1292664"/>
                </a:cubicBezTo>
                <a:cubicBezTo>
                  <a:pt x="1766676" y="1292664"/>
                  <a:pt x="1646970" y="1400094"/>
                  <a:pt x="1646970" y="1613555"/>
                </a:cubicBezTo>
                <a:cubicBezTo>
                  <a:pt x="1646970" y="1829465"/>
                  <a:pt x="1766676" y="1927098"/>
                  <a:pt x="1894971" y="1927098"/>
                </a:cubicBezTo>
                <a:cubicBezTo>
                  <a:pt x="1991542" y="1927098"/>
                  <a:pt x="2062349" y="1870933"/>
                  <a:pt x="2085659" y="1791672"/>
                </a:cubicBezTo>
                <a:lnTo>
                  <a:pt x="2085659" y="1838039"/>
                </a:lnTo>
                <a:cubicBezTo>
                  <a:pt x="2085659" y="1866034"/>
                  <a:pt x="2088113" y="1896653"/>
                  <a:pt x="2091794" y="1914850"/>
                </a:cubicBezTo>
                <a:lnTo>
                  <a:pt x="2194499" y="1914850"/>
                </a:lnTo>
                <a:cubicBezTo>
                  <a:pt x="2189592" y="1885630"/>
                  <a:pt x="2187138" y="1842938"/>
                  <a:pt x="2187138" y="1787998"/>
                </a:cubicBezTo>
                <a:lnTo>
                  <a:pt x="2187138" y="1060831"/>
                </a:lnTo>
                <a:moveTo>
                  <a:pt x="2956729" y="1060831"/>
                </a:moveTo>
                <a:lnTo>
                  <a:pt x="2296854" y="1060831"/>
                </a:lnTo>
                <a:lnTo>
                  <a:pt x="2296854" y="1149890"/>
                </a:lnTo>
                <a:lnTo>
                  <a:pt x="2574300" y="1149890"/>
                </a:lnTo>
                <a:lnTo>
                  <a:pt x="2574300" y="1914850"/>
                </a:lnTo>
                <a:lnTo>
                  <a:pt x="2680686" y="1914850"/>
                </a:lnTo>
                <a:lnTo>
                  <a:pt x="2680686" y="1149890"/>
                </a:lnTo>
                <a:lnTo>
                  <a:pt x="2956904" y="1149890"/>
                </a:lnTo>
                <a:lnTo>
                  <a:pt x="2956904" y="1060831"/>
                </a:lnTo>
                <a:moveTo>
                  <a:pt x="4229682" y="1060831"/>
                </a:moveTo>
                <a:lnTo>
                  <a:pt x="4128203" y="1060831"/>
                </a:lnTo>
                <a:lnTo>
                  <a:pt x="4128203" y="1914675"/>
                </a:lnTo>
                <a:lnTo>
                  <a:pt x="4229682" y="1914675"/>
                </a:lnTo>
                <a:lnTo>
                  <a:pt x="4229682" y="1513473"/>
                </a:lnTo>
                <a:cubicBezTo>
                  <a:pt x="4229682" y="1428089"/>
                  <a:pt x="4272447" y="1370699"/>
                  <a:pt x="4362884" y="1370699"/>
                </a:cubicBezTo>
                <a:cubicBezTo>
                  <a:pt x="4452094" y="1370699"/>
                  <a:pt x="4494859" y="1428089"/>
                  <a:pt x="4494859" y="1513473"/>
                </a:cubicBezTo>
                <a:lnTo>
                  <a:pt x="4494859" y="1914850"/>
                </a:lnTo>
                <a:lnTo>
                  <a:pt x="4596338" y="1914850"/>
                </a:lnTo>
                <a:lnTo>
                  <a:pt x="4596338" y="1492827"/>
                </a:lnTo>
                <a:cubicBezTo>
                  <a:pt x="4596338" y="1378223"/>
                  <a:pt x="4525530" y="1292839"/>
                  <a:pt x="4399515" y="1292839"/>
                </a:cubicBezTo>
                <a:cubicBezTo>
                  <a:pt x="4315212" y="1292839"/>
                  <a:pt x="4252817" y="1330632"/>
                  <a:pt x="4229682" y="1399044"/>
                </a:cubicBezTo>
                <a:lnTo>
                  <a:pt x="4229682" y="1060831"/>
                </a:lnTo>
              </a:path>
            </a:pathLst>
          </a:custGeom>
          <a:solidFill>
            <a:schemeClr val="bg1"/>
          </a:solidFill>
          <a:ln w="17520" cap="flat">
            <a:noFill/>
            <a:prstDash val="solid"/>
            <a:miter/>
          </a:ln>
        </p:spPr>
        <p:txBody>
          <a:bodyPr rtlCol="0" anchor="ctr"/>
          <a:lstStyle/>
          <a:p>
            <a:endParaRPr lang="en-GB">
              <a:solidFill>
                <a:schemeClr val="tx1"/>
              </a:solidFill>
            </a:endParaRPr>
          </a:p>
        </p:txBody>
      </p:sp>
      <p:sp>
        <p:nvSpPr>
          <p:cNvPr id="3" name="TextBox 2">
            <a:extLst>
              <a:ext uri="{FF2B5EF4-FFF2-40B4-BE49-F238E27FC236}">
                <a16:creationId xmlns:a16="http://schemas.microsoft.com/office/drawing/2014/main" id="{AC828A21-93B6-153B-3280-A894055B3746}"/>
              </a:ext>
            </a:extLst>
          </p:cNvPr>
          <p:cNvSpPr txBox="1"/>
          <p:nvPr userDrawn="1"/>
        </p:nvSpPr>
        <p:spPr>
          <a:xfrm>
            <a:off x="9227934" y="6254750"/>
            <a:ext cx="1229504" cy="246221"/>
          </a:xfrm>
          <a:prstGeom prst="rect">
            <a:avLst/>
          </a:prstGeom>
        </p:spPr>
        <p:txBody>
          <a:bodyPr vert="horz" wrap="none" lIns="0" tIns="0" rIns="0" bIns="0" rtlCol="0">
            <a:spAutoFit/>
          </a:bodyPr>
          <a:lstStyle>
            <a:lvl1pPr lvl="0" indent="0">
              <a:lnSpc>
                <a:spcPct val="100000"/>
              </a:lnSpc>
              <a:spcBef>
                <a:spcPts val="0"/>
              </a:spcBef>
              <a:spcAft>
                <a:spcPts val="0"/>
              </a:spcAft>
              <a:buFont typeface="Arial" panose="020B0604020202020204" pitchFamily="34" charset="0"/>
              <a:buNone/>
              <a:tabLst/>
              <a:defRPr sz="1600" b="0" i="0">
                <a:solidFill>
                  <a:schemeClr val="bg1"/>
                </a:solidFill>
              </a:defRPr>
            </a:lvl1pPr>
            <a:lvl2pPr marL="0" indent="0">
              <a:lnSpc>
                <a:spcPct val="100000"/>
              </a:lnSpc>
              <a:spcBef>
                <a:spcPts val="0"/>
              </a:spcBef>
              <a:spcAft>
                <a:spcPts val="0"/>
              </a:spcAft>
              <a:buFont typeface="Arial" panose="020B0604020202020204" pitchFamily="34" charset="0"/>
              <a:buNone/>
              <a:tabLst/>
              <a:defRPr sz="800" b="0" i="0">
                <a:solidFill>
                  <a:schemeClr val="tx2"/>
                </a:solidFill>
              </a:defRPr>
            </a:lvl2pPr>
            <a:lvl3pPr marL="0" indent="0">
              <a:lnSpc>
                <a:spcPct val="100000"/>
              </a:lnSpc>
              <a:spcBef>
                <a:spcPts val="0"/>
              </a:spcBef>
              <a:spcAft>
                <a:spcPts val="0"/>
              </a:spcAft>
              <a:buFont typeface="Arial" panose="020B0604020202020204" pitchFamily="34" charset="0"/>
              <a:buNone/>
              <a:tabLst/>
              <a:defRPr sz="800" b="0" i="0">
                <a:solidFill>
                  <a:schemeClr val="tx2"/>
                </a:solidFill>
              </a:defRPr>
            </a:lvl3pPr>
            <a:lvl4pPr marL="0" indent="0">
              <a:lnSpc>
                <a:spcPct val="100000"/>
              </a:lnSpc>
              <a:spcBef>
                <a:spcPts val="0"/>
              </a:spcBef>
              <a:spcAft>
                <a:spcPts val="0"/>
              </a:spcAft>
              <a:buFont typeface="Arial" panose="020B0604020202020204" pitchFamily="34" charset="0"/>
              <a:buNone/>
              <a:tabLst/>
              <a:defRPr sz="800" b="0" i="0">
                <a:solidFill>
                  <a:schemeClr val="tx2"/>
                </a:solidFill>
              </a:defRPr>
            </a:lvl4pPr>
            <a:lvl5pPr marL="0" indent="0">
              <a:lnSpc>
                <a:spcPct val="100000"/>
              </a:lnSpc>
              <a:spcBef>
                <a:spcPts val="0"/>
              </a:spcBef>
              <a:spcAft>
                <a:spcPts val="0"/>
              </a:spcAft>
              <a:buFont typeface="Arial" panose="020B0604020202020204" pitchFamily="34" charset="0"/>
              <a:buNone/>
              <a:tabLst/>
              <a:defRPr sz="800" b="0" i="0">
                <a:solidFill>
                  <a:schemeClr val="tx2"/>
                </a:solidFill>
              </a:defRPr>
            </a:lvl5pPr>
            <a:lvl6pPr marL="0" indent="0">
              <a:lnSpc>
                <a:spcPct val="90000"/>
              </a:lnSpc>
              <a:spcBef>
                <a:spcPts val="600"/>
              </a:spcBef>
              <a:spcAft>
                <a:spcPts val="600"/>
              </a:spcAft>
              <a:buFont typeface="Arial" panose="020B0604020202020204" pitchFamily="34" charset="0"/>
              <a:buNone/>
              <a:defRPr lang="en-GB" b="0" i="0" dirty="0" smtClean="0"/>
            </a:lvl6pPr>
            <a:lvl7pPr marL="0" indent="0">
              <a:lnSpc>
                <a:spcPct val="90000"/>
              </a:lnSpc>
              <a:spcBef>
                <a:spcPts val="600"/>
              </a:spcBef>
              <a:spcAft>
                <a:spcPts val="600"/>
              </a:spcAft>
              <a:buFont typeface="Arial" panose="020B0604020202020204" pitchFamily="34" charset="0"/>
              <a:buNone/>
              <a:defRPr lang="en-GB" b="0" i="0" dirty="0" smtClean="0"/>
            </a:lvl7pPr>
            <a:lvl8pPr marL="0" indent="0">
              <a:lnSpc>
                <a:spcPct val="90000"/>
              </a:lnSpc>
              <a:spcBef>
                <a:spcPts val="600"/>
              </a:spcBef>
              <a:spcAft>
                <a:spcPts val="600"/>
              </a:spcAft>
              <a:buFont typeface="Arial" panose="020B0604020202020204" pitchFamily="34" charset="0"/>
              <a:buNone/>
              <a:defRPr lang="en-GB" b="0" i="0" dirty="0"/>
            </a:lvl8pPr>
            <a:lvl9pPr marL="0" indent="0">
              <a:lnSpc>
                <a:spcPct val="90000"/>
              </a:lnSpc>
              <a:spcBef>
                <a:spcPts val="600"/>
              </a:spcBef>
              <a:spcAft>
                <a:spcPts val="600"/>
              </a:spcAft>
              <a:buFont typeface="Arial" panose="020B0604020202020204" pitchFamily="34" charset="0"/>
              <a:buNone/>
              <a:defRPr b="0" i="0"/>
            </a:lvl9pPr>
          </a:lstStyle>
          <a:p>
            <a:pPr lvl="0"/>
            <a:r>
              <a:rPr lang="en-GB"/>
              <a:t>Orthopaedics</a:t>
            </a:r>
          </a:p>
        </p:txBody>
      </p:sp>
      <p:sp>
        <p:nvSpPr>
          <p:cNvPr id="4" name="Rectangle 3">
            <a:extLst>
              <a:ext uri="{FF2B5EF4-FFF2-40B4-BE49-F238E27FC236}">
                <a16:creationId xmlns:a16="http://schemas.microsoft.com/office/drawing/2014/main" id="{6CE94C83-07DF-12B6-D8A2-39C96D1B4AE1}"/>
              </a:ext>
            </a:extLst>
          </p:cNvPr>
          <p:cNvSpPr/>
          <p:nvPr userDrawn="1"/>
        </p:nvSpPr>
        <p:spPr>
          <a:xfrm>
            <a:off x="9100850" y="6160934"/>
            <a:ext cx="18288" cy="3931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Tree>
    <p:extLst>
      <p:ext uri="{BB962C8B-B14F-4D97-AF65-F5344CB8AC3E}">
        <p14:creationId xmlns:p14="http://schemas.microsoft.com/office/powerpoint/2010/main" val="122399638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End Slide [Accessible Version]">
    <p:bg>
      <p:bgPr>
        <a:solidFill>
          <a:srgbClr val="F6F3F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F71E3-AC39-2207-0CC4-1E2486610795}"/>
              </a:ext>
            </a:extLst>
          </p:cNvPr>
          <p:cNvSpPr>
            <a:spLocks noGrp="1"/>
          </p:cNvSpPr>
          <p:nvPr>
            <p:ph type="ctrTitle" hasCustomPrompt="1"/>
          </p:nvPr>
        </p:nvSpPr>
        <p:spPr>
          <a:xfrm>
            <a:off x="291593" y="280800"/>
            <a:ext cx="5734050" cy="896849"/>
          </a:xfrm>
        </p:spPr>
        <p:txBody>
          <a:bodyPr wrap="square" anchor="t">
            <a:spAutoFit/>
          </a:bodyPr>
          <a:lstStyle>
            <a:lvl1pPr algn="l">
              <a:lnSpc>
                <a:spcPct val="80000"/>
              </a:lnSpc>
              <a:defRPr sz="7000" b="0" i="0" spc="0" baseline="0">
                <a:solidFill>
                  <a:schemeClr val="tx2"/>
                </a:solidFill>
                <a:latin typeface="+mj-lt"/>
              </a:defRPr>
            </a:lvl1pPr>
          </a:lstStyle>
          <a:p>
            <a:r>
              <a:rPr lang="en-GB"/>
              <a:t>Master title</a:t>
            </a:r>
          </a:p>
        </p:txBody>
      </p:sp>
      <p:sp>
        <p:nvSpPr>
          <p:cNvPr id="6" name="Text Placeholder 31">
            <a:extLst>
              <a:ext uri="{FF2B5EF4-FFF2-40B4-BE49-F238E27FC236}">
                <a16:creationId xmlns:a16="http://schemas.microsoft.com/office/drawing/2014/main" id="{E47AFA7D-A34A-D03E-F7A3-33469B4BD468}"/>
              </a:ext>
            </a:extLst>
          </p:cNvPr>
          <p:cNvSpPr>
            <a:spLocks noGrp="1"/>
          </p:cNvSpPr>
          <p:nvPr>
            <p:ph type="body" sz="quarter" idx="17" hasCustomPrompt="1"/>
          </p:nvPr>
        </p:nvSpPr>
        <p:spPr>
          <a:xfrm>
            <a:off x="287338" y="1321765"/>
            <a:ext cx="2795587" cy="1891335"/>
          </a:xfrm>
        </p:spPr>
        <p:txBody>
          <a:bodyPr anchor="t"/>
          <a:lstStyle>
            <a:lvl1pPr>
              <a:spcBef>
                <a:spcPts val="0"/>
              </a:spcBef>
              <a:spcAft>
                <a:spcPts val="0"/>
              </a:spcAft>
              <a:defRPr sz="1000">
                <a:solidFill>
                  <a:schemeClr val="tx1"/>
                </a:solidFill>
              </a:defRPr>
            </a:lvl1pPr>
          </a:lstStyle>
          <a:p>
            <a:r>
              <a:rPr lang="en-GB"/>
              <a:t>Supporting details – delete if not required</a:t>
            </a:r>
          </a:p>
        </p:txBody>
      </p:sp>
      <p:sp>
        <p:nvSpPr>
          <p:cNvPr id="7" name="Graphic 6">
            <a:extLst>
              <a:ext uri="{FF2B5EF4-FFF2-40B4-BE49-F238E27FC236}">
                <a16:creationId xmlns:a16="http://schemas.microsoft.com/office/drawing/2014/main" id="{A16D3097-29EE-4F99-DD34-B62F92479E68}"/>
              </a:ext>
            </a:extLst>
          </p:cNvPr>
          <p:cNvSpPr>
            <a:spLocks noChangeAspect="1"/>
          </p:cNvSpPr>
          <p:nvPr userDrawn="1"/>
        </p:nvSpPr>
        <p:spPr>
          <a:xfrm>
            <a:off x="295014" y="6157305"/>
            <a:ext cx="2028986" cy="406800"/>
          </a:xfrm>
          <a:custGeom>
            <a:avLst/>
            <a:gdLst>
              <a:gd name="connsiteX0" fmla="*/ 950465 w 9611734"/>
              <a:gd name="connsiteY0" fmla="*/ 818675 h 1927097"/>
              <a:gd name="connsiteX1" fmla="*/ 803768 w 9611734"/>
              <a:gd name="connsiteY1" fmla="*/ 568646 h 1927097"/>
              <a:gd name="connsiteX2" fmla="*/ 950465 w 9611734"/>
              <a:gd name="connsiteY2" fmla="*/ 318617 h 1927097"/>
              <a:gd name="connsiteX3" fmla="*/ 1097162 w 9611734"/>
              <a:gd name="connsiteY3" fmla="*/ 568646 h 1927097"/>
              <a:gd name="connsiteX4" fmla="*/ 950465 w 9611734"/>
              <a:gd name="connsiteY4" fmla="*/ 818675 h 1927097"/>
              <a:gd name="connsiteX5" fmla="*/ 950465 w 9611734"/>
              <a:gd name="connsiteY5" fmla="*/ 251429 h 1927097"/>
              <a:gd name="connsiteX6" fmla="*/ 652338 w 9611734"/>
              <a:gd name="connsiteY6" fmla="*/ 568646 h 1927097"/>
              <a:gd name="connsiteX7" fmla="*/ 950465 w 9611734"/>
              <a:gd name="connsiteY7" fmla="*/ 885863 h 1927097"/>
              <a:gd name="connsiteX8" fmla="*/ 1248591 w 9611734"/>
              <a:gd name="connsiteY8" fmla="*/ 568646 h 1927097"/>
              <a:gd name="connsiteX9" fmla="*/ 950465 w 9611734"/>
              <a:gd name="connsiteY9" fmla="*/ 251429 h 1927097"/>
              <a:gd name="connsiteX10" fmla="*/ 2283534 w 9611734"/>
              <a:gd name="connsiteY10" fmla="*/ 251429 h 1927097"/>
              <a:gd name="connsiteX11" fmla="*/ 2114929 w 9611734"/>
              <a:gd name="connsiteY11" fmla="*/ 340488 h 1927097"/>
              <a:gd name="connsiteX12" fmla="*/ 2107568 w 9611734"/>
              <a:gd name="connsiteY12" fmla="*/ 340488 h 1927097"/>
              <a:gd name="connsiteX13" fmla="*/ 2107568 w 9611734"/>
              <a:gd name="connsiteY13" fmla="*/ 263677 h 1927097"/>
              <a:gd name="connsiteX14" fmla="*/ 1963324 w 9611734"/>
              <a:gd name="connsiteY14" fmla="*/ 263677 h 1927097"/>
              <a:gd name="connsiteX15" fmla="*/ 1963324 w 9611734"/>
              <a:gd name="connsiteY15" fmla="*/ 873615 h 1927097"/>
              <a:gd name="connsiteX16" fmla="*/ 2107568 w 9611734"/>
              <a:gd name="connsiteY16" fmla="*/ 873615 h 1927097"/>
              <a:gd name="connsiteX17" fmla="*/ 2107568 w 9611734"/>
              <a:gd name="connsiteY17" fmla="*/ 479412 h 1927097"/>
              <a:gd name="connsiteX18" fmla="*/ 2228501 w 9611734"/>
              <a:gd name="connsiteY18" fmla="*/ 336638 h 1927097"/>
              <a:gd name="connsiteX19" fmla="*/ 2332433 w 9611734"/>
              <a:gd name="connsiteY19" fmla="*/ 456142 h 1927097"/>
              <a:gd name="connsiteX20" fmla="*/ 2332433 w 9611734"/>
              <a:gd name="connsiteY20" fmla="*/ 873265 h 1927097"/>
              <a:gd name="connsiteX21" fmla="*/ 2476677 w 9611734"/>
              <a:gd name="connsiteY21" fmla="*/ 873265 h 1927097"/>
              <a:gd name="connsiteX22" fmla="*/ 2476677 w 9611734"/>
              <a:gd name="connsiteY22" fmla="*/ 455092 h 1927097"/>
              <a:gd name="connsiteX23" fmla="*/ 2283534 w 9611734"/>
              <a:gd name="connsiteY23" fmla="*/ 251429 h 1927097"/>
              <a:gd name="connsiteX24" fmla="*/ 2803897 w 9611734"/>
              <a:gd name="connsiteY24" fmla="*/ 251429 h 1927097"/>
              <a:gd name="connsiteX25" fmla="*/ 2570444 w 9611734"/>
              <a:gd name="connsiteY25" fmla="*/ 427097 h 1927097"/>
              <a:gd name="connsiteX26" fmla="*/ 2718368 w 9611734"/>
              <a:gd name="connsiteY26" fmla="*/ 602765 h 1927097"/>
              <a:gd name="connsiteX27" fmla="*/ 2840528 w 9611734"/>
              <a:gd name="connsiteY27" fmla="*/ 633209 h 1927097"/>
              <a:gd name="connsiteX28" fmla="*/ 2934645 w 9611734"/>
              <a:gd name="connsiteY28" fmla="*/ 723493 h 1927097"/>
              <a:gd name="connsiteX29" fmla="*/ 2813712 w 9611734"/>
              <a:gd name="connsiteY29" fmla="*/ 821125 h 1927097"/>
              <a:gd name="connsiteX30" fmla="*/ 2674376 w 9611734"/>
              <a:gd name="connsiteY30" fmla="*/ 679576 h 1927097"/>
              <a:gd name="connsiteX31" fmla="*/ 2544855 w 9611734"/>
              <a:gd name="connsiteY31" fmla="*/ 716144 h 1927097"/>
              <a:gd name="connsiteX32" fmla="*/ 2797763 w 9611734"/>
              <a:gd name="connsiteY32" fmla="*/ 885688 h 1927097"/>
              <a:gd name="connsiteX33" fmla="*/ 3051898 w 9611734"/>
              <a:gd name="connsiteY33" fmla="*/ 686924 h 1927097"/>
              <a:gd name="connsiteX34" fmla="*/ 2889427 w 9611734"/>
              <a:gd name="connsiteY34" fmla="*/ 503908 h 1927097"/>
              <a:gd name="connsiteX35" fmla="*/ 2772174 w 9611734"/>
              <a:gd name="connsiteY35" fmla="*/ 474688 h 1927097"/>
              <a:gd name="connsiteX36" fmla="*/ 2687872 w 9611734"/>
              <a:gd name="connsiteY36" fmla="*/ 394203 h 1927097"/>
              <a:gd name="connsiteX37" fmla="*/ 2791804 w 9611734"/>
              <a:gd name="connsiteY37" fmla="*/ 316167 h 1927097"/>
              <a:gd name="connsiteX38" fmla="*/ 2916418 w 9611734"/>
              <a:gd name="connsiteY38" fmla="*/ 433221 h 1927097"/>
              <a:gd name="connsiteX39" fmla="*/ 3038578 w 9611734"/>
              <a:gd name="connsiteY39" fmla="*/ 396652 h 1927097"/>
              <a:gd name="connsiteX40" fmla="*/ 2803897 w 9611734"/>
              <a:gd name="connsiteY40" fmla="*/ 251429 h 1927097"/>
              <a:gd name="connsiteX41" fmla="*/ 3409965 w 9611734"/>
              <a:gd name="connsiteY41" fmla="*/ 818675 h 1927097"/>
              <a:gd name="connsiteX42" fmla="*/ 3263268 w 9611734"/>
              <a:gd name="connsiteY42" fmla="*/ 568646 h 1927097"/>
              <a:gd name="connsiteX43" fmla="*/ 3409965 w 9611734"/>
              <a:gd name="connsiteY43" fmla="*/ 318617 h 1927097"/>
              <a:gd name="connsiteX44" fmla="*/ 3556663 w 9611734"/>
              <a:gd name="connsiteY44" fmla="*/ 568646 h 1927097"/>
              <a:gd name="connsiteX45" fmla="*/ 3409965 w 9611734"/>
              <a:gd name="connsiteY45" fmla="*/ 818675 h 1927097"/>
              <a:gd name="connsiteX46" fmla="*/ 3409965 w 9611734"/>
              <a:gd name="connsiteY46" fmla="*/ 251429 h 1927097"/>
              <a:gd name="connsiteX47" fmla="*/ 3111839 w 9611734"/>
              <a:gd name="connsiteY47" fmla="*/ 568646 h 1927097"/>
              <a:gd name="connsiteX48" fmla="*/ 3409965 w 9611734"/>
              <a:gd name="connsiteY48" fmla="*/ 885863 h 1927097"/>
              <a:gd name="connsiteX49" fmla="*/ 3708092 w 9611734"/>
              <a:gd name="connsiteY49" fmla="*/ 568646 h 1927097"/>
              <a:gd name="connsiteX50" fmla="*/ 3409965 w 9611734"/>
              <a:gd name="connsiteY50" fmla="*/ 251429 h 1927097"/>
              <a:gd name="connsiteX51" fmla="*/ 4113656 w 9611734"/>
              <a:gd name="connsiteY51" fmla="*/ 251429 h 1927097"/>
              <a:gd name="connsiteX52" fmla="*/ 3945051 w 9611734"/>
              <a:gd name="connsiteY52" fmla="*/ 340488 h 1927097"/>
              <a:gd name="connsiteX53" fmla="*/ 3937690 w 9611734"/>
              <a:gd name="connsiteY53" fmla="*/ 340488 h 1927097"/>
              <a:gd name="connsiteX54" fmla="*/ 3937690 w 9611734"/>
              <a:gd name="connsiteY54" fmla="*/ 263677 h 1927097"/>
              <a:gd name="connsiteX55" fmla="*/ 3793446 w 9611734"/>
              <a:gd name="connsiteY55" fmla="*/ 263677 h 1927097"/>
              <a:gd name="connsiteX56" fmla="*/ 3793446 w 9611734"/>
              <a:gd name="connsiteY56" fmla="*/ 873615 h 1927097"/>
              <a:gd name="connsiteX57" fmla="*/ 3937690 w 9611734"/>
              <a:gd name="connsiteY57" fmla="*/ 873615 h 1927097"/>
              <a:gd name="connsiteX58" fmla="*/ 3937690 w 9611734"/>
              <a:gd name="connsiteY58" fmla="*/ 479412 h 1927097"/>
              <a:gd name="connsiteX59" fmla="*/ 4058623 w 9611734"/>
              <a:gd name="connsiteY59" fmla="*/ 336638 h 1927097"/>
              <a:gd name="connsiteX60" fmla="*/ 4162555 w 9611734"/>
              <a:gd name="connsiteY60" fmla="*/ 456142 h 1927097"/>
              <a:gd name="connsiteX61" fmla="*/ 4162555 w 9611734"/>
              <a:gd name="connsiteY61" fmla="*/ 873265 h 1927097"/>
              <a:gd name="connsiteX62" fmla="*/ 4306799 w 9611734"/>
              <a:gd name="connsiteY62" fmla="*/ 873265 h 1927097"/>
              <a:gd name="connsiteX63" fmla="*/ 4306799 w 9611734"/>
              <a:gd name="connsiteY63" fmla="*/ 455092 h 1927097"/>
              <a:gd name="connsiteX64" fmla="*/ 4113656 w 9611734"/>
              <a:gd name="connsiteY64" fmla="*/ 251429 h 1927097"/>
              <a:gd name="connsiteX65" fmla="*/ 6255401 w 9611734"/>
              <a:gd name="connsiteY65" fmla="*/ 818675 h 1927097"/>
              <a:gd name="connsiteX66" fmla="*/ 6108704 w 9611734"/>
              <a:gd name="connsiteY66" fmla="*/ 568646 h 1927097"/>
              <a:gd name="connsiteX67" fmla="*/ 6255401 w 9611734"/>
              <a:gd name="connsiteY67" fmla="*/ 318617 h 1927097"/>
              <a:gd name="connsiteX68" fmla="*/ 6402098 w 9611734"/>
              <a:gd name="connsiteY68" fmla="*/ 568646 h 1927097"/>
              <a:gd name="connsiteX69" fmla="*/ 6255401 w 9611734"/>
              <a:gd name="connsiteY69" fmla="*/ 818675 h 1927097"/>
              <a:gd name="connsiteX70" fmla="*/ 6255401 w 9611734"/>
              <a:gd name="connsiteY70" fmla="*/ 251429 h 1927097"/>
              <a:gd name="connsiteX71" fmla="*/ 5957274 w 9611734"/>
              <a:gd name="connsiteY71" fmla="*/ 568646 h 1927097"/>
              <a:gd name="connsiteX72" fmla="*/ 6255401 w 9611734"/>
              <a:gd name="connsiteY72" fmla="*/ 885863 h 1927097"/>
              <a:gd name="connsiteX73" fmla="*/ 6553528 w 9611734"/>
              <a:gd name="connsiteY73" fmla="*/ 568646 h 1927097"/>
              <a:gd name="connsiteX74" fmla="*/ 6255401 w 9611734"/>
              <a:gd name="connsiteY74" fmla="*/ 251429 h 1927097"/>
              <a:gd name="connsiteX75" fmla="*/ 7588295 w 9611734"/>
              <a:gd name="connsiteY75" fmla="*/ 251429 h 1927097"/>
              <a:gd name="connsiteX76" fmla="*/ 7419689 w 9611734"/>
              <a:gd name="connsiteY76" fmla="*/ 340488 h 1927097"/>
              <a:gd name="connsiteX77" fmla="*/ 7412328 w 9611734"/>
              <a:gd name="connsiteY77" fmla="*/ 340488 h 1927097"/>
              <a:gd name="connsiteX78" fmla="*/ 7412328 w 9611734"/>
              <a:gd name="connsiteY78" fmla="*/ 263677 h 1927097"/>
              <a:gd name="connsiteX79" fmla="*/ 7268085 w 9611734"/>
              <a:gd name="connsiteY79" fmla="*/ 263677 h 1927097"/>
              <a:gd name="connsiteX80" fmla="*/ 7268085 w 9611734"/>
              <a:gd name="connsiteY80" fmla="*/ 873615 h 1927097"/>
              <a:gd name="connsiteX81" fmla="*/ 7412328 w 9611734"/>
              <a:gd name="connsiteY81" fmla="*/ 873615 h 1927097"/>
              <a:gd name="connsiteX82" fmla="*/ 7412328 w 9611734"/>
              <a:gd name="connsiteY82" fmla="*/ 479412 h 1927097"/>
              <a:gd name="connsiteX83" fmla="*/ 7533262 w 9611734"/>
              <a:gd name="connsiteY83" fmla="*/ 336638 h 1927097"/>
              <a:gd name="connsiteX84" fmla="*/ 7637194 w 9611734"/>
              <a:gd name="connsiteY84" fmla="*/ 456142 h 1927097"/>
              <a:gd name="connsiteX85" fmla="*/ 7637194 w 9611734"/>
              <a:gd name="connsiteY85" fmla="*/ 873265 h 1927097"/>
              <a:gd name="connsiteX86" fmla="*/ 7781438 w 9611734"/>
              <a:gd name="connsiteY86" fmla="*/ 873265 h 1927097"/>
              <a:gd name="connsiteX87" fmla="*/ 7781438 w 9611734"/>
              <a:gd name="connsiteY87" fmla="*/ 455092 h 1927097"/>
              <a:gd name="connsiteX88" fmla="*/ 7588295 w 9611734"/>
              <a:gd name="connsiteY88" fmla="*/ 251429 h 1927097"/>
              <a:gd name="connsiteX89" fmla="*/ 8108833 w 9611734"/>
              <a:gd name="connsiteY89" fmla="*/ 251429 h 1927097"/>
              <a:gd name="connsiteX90" fmla="*/ 7875380 w 9611734"/>
              <a:gd name="connsiteY90" fmla="*/ 427097 h 1927097"/>
              <a:gd name="connsiteX91" fmla="*/ 8023304 w 9611734"/>
              <a:gd name="connsiteY91" fmla="*/ 602765 h 1927097"/>
              <a:gd name="connsiteX92" fmla="*/ 8145464 w 9611734"/>
              <a:gd name="connsiteY92" fmla="*/ 633209 h 1927097"/>
              <a:gd name="connsiteX93" fmla="*/ 8239581 w 9611734"/>
              <a:gd name="connsiteY93" fmla="*/ 723493 h 1927097"/>
              <a:gd name="connsiteX94" fmla="*/ 8118648 w 9611734"/>
              <a:gd name="connsiteY94" fmla="*/ 821125 h 1927097"/>
              <a:gd name="connsiteX95" fmla="*/ 7979312 w 9611734"/>
              <a:gd name="connsiteY95" fmla="*/ 679576 h 1927097"/>
              <a:gd name="connsiteX96" fmla="*/ 7849791 w 9611734"/>
              <a:gd name="connsiteY96" fmla="*/ 716144 h 1927097"/>
              <a:gd name="connsiteX97" fmla="*/ 8102699 w 9611734"/>
              <a:gd name="connsiteY97" fmla="*/ 885688 h 1927097"/>
              <a:gd name="connsiteX98" fmla="*/ 8356834 w 9611734"/>
              <a:gd name="connsiteY98" fmla="*/ 686924 h 1927097"/>
              <a:gd name="connsiteX99" fmla="*/ 8194363 w 9611734"/>
              <a:gd name="connsiteY99" fmla="*/ 503908 h 1927097"/>
              <a:gd name="connsiteX100" fmla="*/ 8077110 w 9611734"/>
              <a:gd name="connsiteY100" fmla="*/ 474688 h 1927097"/>
              <a:gd name="connsiteX101" fmla="*/ 7992808 w 9611734"/>
              <a:gd name="connsiteY101" fmla="*/ 394203 h 1927097"/>
              <a:gd name="connsiteX102" fmla="*/ 8096740 w 9611734"/>
              <a:gd name="connsiteY102" fmla="*/ 316167 h 1927097"/>
              <a:gd name="connsiteX103" fmla="*/ 8221353 w 9611734"/>
              <a:gd name="connsiteY103" fmla="*/ 433221 h 1927097"/>
              <a:gd name="connsiteX104" fmla="*/ 8343514 w 9611734"/>
              <a:gd name="connsiteY104" fmla="*/ 396652 h 1927097"/>
              <a:gd name="connsiteX105" fmla="*/ 8108833 w 9611734"/>
              <a:gd name="connsiteY105" fmla="*/ 251429 h 1927097"/>
              <a:gd name="connsiteX106" fmla="*/ 8714726 w 9611734"/>
              <a:gd name="connsiteY106" fmla="*/ 818675 h 1927097"/>
              <a:gd name="connsiteX107" fmla="*/ 8568028 w 9611734"/>
              <a:gd name="connsiteY107" fmla="*/ 568646 h 1927097"/>
              <a:gd name="connsiteX108" fmla="*/ 8714726 w 9611734"/>
              <a:gd name="connsiteY108" fmla="*/ 318617 h 1927097"/>
              <a:gd name="connsiteX109" fmla="*/ 8861423 w 9611734"/>
              <a:gd name="connsiteY109" fmla="*/ 568646 h 1927097"/>
              <a:gd name="connsiteX110" fmla="*/ 8714726 w 9611734"/>
              <a:gd name="connsiteY110" fmla="*/ 818675 h 1927097"/>
              <a:gd name="connsiteX111" fmla="*/ 8714726 w 9611734"/>
              <a:gd name="connsiteY111" fmla="*/ 251429 h 1927097"/>
              <a:gd name="connsiteX112" fmla="*/ 8416599 w 9611734"/>
              <a:gd name="connsiteY112" fmla="*/ 568646 h 1927097"/>
              <a:gd name="connsiteX113" fmla="*/ 8714726 w 9611734"/>
              <a:gd name="connsiteY113" fmla="*/ 885863 h 1927097"/>
              <a:gd name="connsiteX114" fmla="*/ 9012852 w 9611734"/>
              <a:gd name="connsiteY114" fmla="*/ 568646 h 1927097"/>
              <a:gd name="connsiteX115" fmla="*/ 8714726 w 9611734"/>
              <a:gd name="connsiteY115" fmla="*/ 251429 h 1927097"/>
              <a:gd name="connsiteX116" fmla="*/ 9418592 w 9611734"/>
              <a:gd name="connsiteY116" fmla="*/ 251429 h 1927097"/>
              <a:gd name="connsiteX117" fmla="*/ 9249987 w 9611734"/>
              <a:gd name="connsiteY117" fmla="*/ 340488 h 1927097"/>
              <a:gd name="connsiteX118" fmla="*/ 9242625 w 9611734"/>
              <a:gd name="connsiteY118" fmla="*/ 340488 h 1927097"/>
              <a:gd name="connsiteX119" fmla="*/ 9242625 w 9611734"/>
              <a:gd name="connsiteY119" fmla="*/ 263677 h 1927097"/>
              <a:gd name="connsiteX120" fmla="*/ 9098382 w 9611734"/>
              <a:gd name="connsiteY120" fmla="*/ 263677 h 1927097"/>
              <a:gd name="connsiteX121" fmla="*/ 9098382 w 9611734"/>
              <a:gd name="connsiteY121" fmla="*/ 873615 h 1927097"/>
              <a:gd name="connsiteX122" fmla="*/ 9242625 w 9611734"/>
              <a:gd name="connsiteY122" fmla="*/ 873615 h 1927097"/>
              <a:gd name="connsiteX123" fmla="*/ 9242625 w 9611734"/>
              <a:gd name="connsiteY123" fmla="*/ 479412 h 1927097"/>
              <a:gd name="connsiteX124" fmla="*/ 9363559 w 9611734"/>
              <a:gd name="connsiteY124" fmla="*/ 336638 h 1927097"/>
              <a:gd name="connsiteX125" fmla="*/ 9467491 w 9611734"/>
              <a:gd name="connsiteY125" fmla="*/ 456142 h 1927097"/>
              <a:gd name="connsiteX126" fmla="*/ 9467491 w 9611734"/>
              <a:gd name="connsiteY126" fmla="*/ 873265 h 1927097"/>
              <a:gd name="connsiteX127" fmla="*/ 9611734 w 9611734"/>
              <a:gd name="connsiteY127" fmla="*/ 873265 h 1927097"/>
              <a:gd name="connsiteX128" fmla="*/ 9611734 w 9611734"/>
              <a:gd name="connsiteY128" fmla="*/ 455092 h 1927097"/>
              <a:gd name="connsiteX129" fmla="*/ 9418592 w 9611734"/>
              <a:gd name="connsiteY129" fmla="*/ 251429 h 1927097"/>
              <a:gd name="connsiteX130" fmla="*/ 566984 w 9611734"/>
              <a:gd name="connsiteY130" fmla="*/ 19596 h 1927097"/>
              <a:gd name="connsiteX131" fmla="*/ 415379 w 9611734"/>
              <a:gd name="connsiteY131" fmla="*/ 19596 h 1927097"/>
              <a:gd name="connsiteX132" fmla="*/ 415379 w 9611734"/>
              <a:gd name="connsiteY132" fmla="*/ 650356 h 1927097"/>
              <a:gd name="connsiteX133" fmla="*/ 283404 w 9611734"/>
              <a:gd name="connsiteY133" fmla="*/ 813776 h 1927097"/>
              <a:gd name="connsiteX134" fmla="*/ 151429 w 9611734"/>
              <a:gd name="connsiteY134" fmla="*/ 638108 h 1927097"/>
              <a:gd name="connsiteX135" fmla="*/ 151429 w 9611734"/>
              <a:gd name="connsiteY135" fmla="*/ 521055 h 1927097"/>
              <a:gd name="connsiteX136" fmla="*/ 0 w 9611734"/>
              <a:gd name="connsiteY136" fmla="*/ 558848 h 1927097"/>
              <a:gd name="connsiteX137" fmla="*/ 0 w 9611734"/>
              <a:gd name="connsiteY137" fmla="*/ 611338 h 1927097"/>
              <a:gd name="connsiteX138" fmla="*/ 283580 w 9611734"/>
              <a:gd name="connsiteY138" fmla="*/ 893212 h 1927097"/>
              <a:gd name="connsiteX139" fmla="*/ 566984 w 9611734"/>
              <a:gd name="connsiteY139" fmla="*/ 611338 h 1927097"/>
              <a:gd name="connsiteX140" fmla="*/ 566984 w 9611734"/>
              <a:gd name="connsiteY140" fmla="*/ 19596 h 1927097"/>
              <a:gd name="connsiteX141" fmla="*/ 1478364 w 9611734"/>
              <a:gd name="connsiteY141" fmla="*/ 19596 h 1927097"/>
              <a:gd name="connsiteX142" fmla="*/ 1334121 w 9611734"/>
              <a:gd name="connsiteY142" fmla="*/ 19596 h 1927097"/>
              <a:gd name="connsiteX143" fmla="*/ 1334121 w 9611734"/>
              <a:gd name="connsiteY143" fmla="*/ 873440 h 1927097"/>
              <a:gd name="connsiteX144" fmla="*/ 1478364 w 9611734"/>
              <a:gd name="connsiteY144" fmla="*/ 873440 h 1927097"/>
              <a:gd name="connsiteX145" fmla="*/ 1478364 w 9611734"/>
              <a:gd name="connsiteY145" fmla="*/ 479412 h 1927097"/>
              <a:gd name="connsiteX146" fmla="*/ 1599298 w 9611734"/>
              <a:gd name="connsiteY146" fmla="*/ 336638 h 1927097"/>
              <a:gd name="connsiteX147" fmla="*/ 1703230 w 9611734"/>
              <a:gd name="connsiteY147" fmla="*/ 456142 h 1927097"/>
              <a:gd name="connsiteX148" fmla="*/ 1703230 w 9611734"/>
              <a:gd name="connsiteY148" fmla="*/ 873265 h 1927097"/>
              <a:gd name="connsiteX149" fmla="*/ 1847474 w 9611734"/>
              <a:gd name="connsiteY149" fmla="*/ 873265 h 1927097"/>
              <a:gd name="connsiteX150" fmla="*/ 1847474 w 9611734"/>
              <a:gd name="connsiteY150" fmla="*/ 455092 h 1927097"/>
              <a:gd name="connsiteX151" fmla="*/ 1654331 w 9611734"/>
              <a:gd name="connsiteY151" fmla="*/ 251429 h 1927097"/>
              <a:gd name="connsiteX152" fmla="*/ 1485726 w 9611734"/>
              <a:gd name="connsiteY152" fmla="*/ 340488 h 1927097"/>
              <a:gd name="connsiteX153" fmla="*/ 1478364 w 9611734"/>
              <a:gd name="connsiteY153" fmla="*/ 340488 h 1927097"/>
              <a:gd name="connsiteX154" fmla="*/ 1478364 w 9611734"/>
              <a:gd name="connsiteY154" fmla="*/ 19596 h 1927097"/>
              <a:gd name="connsiteX155" fmla="*/ 5871744 w 9611734"/>
              <a:gd name="connsiteY155" fmla="*/ 19596 h 1927097"/>
              <a:gd name="connsiteX156" fmla="*/ 5720315 w 9611734"/>
              <a:gd name="connsiteY156" fmla="*/ 19596 h 1927097"/>
              <a:gd name="connsiteX157" fmla="*/ 5720315 w 9611734"/>
              <a:gd name="connsiteY157" fmla="*/ 650356 h 1927097"/>
              <a:gd name="connsiteX158" fmla="*/ 5588340 w 9611734"/>
              <a:gd name="connsiteY158" fmla="*/ 813776 h 1927097"/>
              <a:gd name="connsiteX159" fmla="*/ 5456366 w 9611734"/>
              <a:gd name="connsiteY159" fmla="*/ 638108 h 1927097"/>
              <a:gd name="connsiteX160" fmla="*/ 5456366 w 9611734"/>
              <a:gd name="connsiteY160" fmla="*/ 521055 h 1927097"/>
              <a:gd name="connsiteX161" fmla="*/ 5304936 w 9611734"/>
              <a:gd name="connsiteY161" fmla="*/ 558848 h 1927097"/>
              <a:gd name="connsiteX162" fmla="*/ 5304936 w 9611734"/>
              <a:gd name="connsiteY162" fmla="*/ 611338 h 1927097"/>
              <a:gd name="connsiteX163" fmla="*/ 5588515 w 9611734"/>
              <a:gd name="connsiteY163" fmla="*/ 893212 h 1927097"/>
              <a:gd name="connsiteX164" fmla="*/ 5871920 w 9611734"/>
              <a:gd name="connsiteY164" fmla="*/ 611338 h 1927097"/>
              <a:gd name="connsiteX165" fmla="*/ 5871920 w 9611734"/>
              <a:gd name="connsiteY165" fmla="*/ 19596 h 1927097"/>
              <a:gd name="connsiteX166" fmla="*/ 6783125 w 9611734"/>
              <a:gd name="connsiteY166" fmla="*/ 19596 h 1927097"/>
              <a:gd name="connsiteX167" fmla="*/ 6638882 w 9611734"/>
              <a:gd name="connsiteY167" fmla="*/ 19596 h 1927097"/>
              <a:gd name="connsiteX168" fmla="*/ 6638882 w 9611734"/>
              <a:gd name="connsiteY168" fmla="*/ 873440 h 1927097"/>
              <a:gd name="connsiteX169" fmla="*/ 6783125 w 9611734"/>
              <a:gd name="connsiteY169" fmla="*/ 873440 h 1927097"/>
              <a:gd name="connsiteX170" fmla="*/ 6783125 w 9611734"/>
              <a:gd name="connsiteY170" fmla="*/ 479412 h 1927097"/>
              <a:gd name="connsiteX171" fmla="*/ 6904059 w 9611734"/>
              <a:gd name="connsiteY171" fmla="*/ 336638 h 1927097"/>
              <a:gd name="connsiteX172" fmla="*/ 7007991 w 9611734"/>
              <a:gd name="connsiteY172" fmla="*/ 456142 h 1927097"/>
              <a:gd name="connsiteX173" fmla="*/ 7007991 w 9611734"/>
              <a:gd name="connsiteY173" fmla="*/ 873265 h 1927097"/>
              <a:gd name="connsiteX174" fmla="*/ 7152234 w 9611734"/>
              <a:gd name="connsiteY174" fmla="*/ 873265 h 1927097"/>
              <a:gd name="connsiteX175" fmla="*/ 7152234 w 9611734"/>
              <a:gd name="connsiteY175" fmla="*/ 455092 h 1927097"/>
              <a:gd name="connsiteX176" fmla="*/ 6959092 w 9611734"/>
              <a:gd name="connsiteY176" fmla="*/ 251429 h 1927097"/>
              <a:gd name="connsiteX177" fmla="*/ 6790486 w 9611734"/>
              <a:gd name="connsiteY177" fmla="*/ 340488 h 1927097"/>
              <a:gd name="connsiteX178" fmla="*/ 6783125 w 9611734"/>
              <a:gd name="connsiteY178" fmla="*/ 340488 h 1927097"/>
              <a:gd name="connsiteX179" fmla="*/ 6783125 w 9611734"/>
              <a:gd name="connsiteY179" fmla="*/ 19596 h 1927097"/>
              <a:gd name="connsiteX180" fmla="*/ 4781944 w 9611734"/>
              <a:gd name="connsiteY180" fmla="*/ 803978 h 1927097"/>
              <a:gd name="connsiteX181" fmla="*/ 4592482 w 9611734"/>
              <a:gd name="connsiteY181" fmla="*/ 607489 h 1927097"/>
              <a:gd name="connsiteX182" fmla="*/ 4666970 w 9611734"/>
              <a:gd name="connsiteY182" fmla="*/ 452642 h 1927097"/>
              <a:gd name="connsiteX183" fmla="*/ 4943188 w 9611734"/>
              <a:gd name="connsiteY183" fmla="*/ 753937 h 1927097"/>
              <a:gd name="connsiteX184" fmla="*/ 4781944 w 9611734"/>
              <a:gd name="connsiteY184" fmla="*/ 803978 h 1927097"/>
              <a:gd name="connsiteX185" fmla="*/ 5050801 w 9611734"/>
              <a:gd name="connsiteY185" fmla="*/ 653855 h 1927097"/>
              <a:gd name="connsiteX186" fmla="*/ 4811388 w 9611734"/>
              <a:gd name="connsiteY186" fmla="*/ 390354 h 1927097"/>
              <a:gd name="connsiteX187" fmla="*/ 4929868 w 9611734"/>
              <a:gd name="connsiteY187" fmla="*/ 367083 h 1927097"/>
              <a:gd name="connsiteX188" fmla="*/ 5089885 w 9611734"/>
              <a:gd name="connsiteY188" fmla="*/ 523154 h 1927097"/>
              <a:gd name="connsiteX189" fmla="*/ 5050801 w 9611734"/>
              <a:gd name="connsiteY189" fmla="*/ 653855 h 1927097"/>
              <a:gd name="connsiteX190" fmla="*/ 4778263 w 9611734"/>
              <a:gd name="connsiteY190" fmla="*/ 355010 h 1927097"/>
              <a:gd name="connsiteX191" fmla="*/ 4725684 w 9611734"/>
              <a:gd name="connsiteY191" fmla="*/ 296396 h 1927097"/>
              <a:gd name="connsiteX192" fmla="*/ 4665743 w 9611734"/>
              <a:gd name="connsiteY192" fmla="*/ 175668 h 1927097"/>
              <a:gd name="connsiteX193" fmla="*/ 4781768 w 9611734"/>
              <a:gd name="connsiteY193" fmla="*/ 64738 h 1927097"/>
              <a:gd name="connsiteX194" fmla="*/ 4896568 w 9611734"/>
              <a:gd name="connsiteY194" fmla="*/ 181792 h 1927097"/>
              <a:gd name="connsiteX195" fmla="*/ 4778263 w 9611734"/>
              <a:gd name="connsiteY195" fmla="*/ 355010 h 1927097"/>
              <a:gd name="connsiteX196" fmla="*/ 4785624 w 9611734"/>
              <a:gd name="connsiteY196" fmla="*/ 0 h 1927097"/>
              <a:gd name="connsiteX197" fmla="*/ 4533943 w 9611734"/>
              <a:gd name="connsiteY197" fmla="*/ 211011 h 1927097"/>
              <a:gd name="connsiteX198" fmla="*/ 4631741 w 9611734"/>
              <a:gd name="connsiteY198" fmla="*/ 414674 h 1927097"/>
              <a:gd name="connsiteX199" fmla="*/ 4632968 w 9611734"/>
              <a:gd name="connsiteY199" fmla="*/ 417124 h 1927097"/>
              <a:gd name="connsiteX200" fmla="*/ 4458228 w 9611734"/>
              <a:gd name="connsiteY200" fmla="*/ 662254 h 1927097"/>
              <a:gd name="connsiteX201" fmla="*/ 4703775 w 9611734"/>
              <a:gd name="connsiteY201" fmla="*/ 892862 h 1927097"/>
              <a:gd name="connsiteX202" fmla="*/ 4979994 w 9611734"/>
              <a:gd name="connsiteY202" fmla="*/ 794005 h 1927097"/>
              <a:gd name="connsiteX203" fmla="*/ 5053255 w 9611734"/>
              <a:gd name="connsiteY203" fmla="*/ 873265 h 1927097"/>
              <a:gd name="connsiteX204" fmla="*/ 5245170 w 9611734"/>
              <a:gd name="connsiteY204" fmla="*/ 873265 h 1927097"/>
              <a:gd name="connsiteX205" fmla="*/ 5245170 w 9611734"/>
              <a:gd name="connsiteY205" fmla="*/ 867141 h 1927097"/>
              <a:gd name="connsiteX206" fmla="*/ 5088834 w 9611734"/>
              <a:gd name="connsiteY206" fmla="*/ 695148 h 1927097"/>
              <a:gd name="connsiteX207" fmla="*/ 5192766 w 9611734"/>
              <a:gd name="connsiteY207" fmla="*/ 457191 h 1927097"/>
              <a:gd name="connsiteX208" fmla="*/ 5032749 w 9611734"/>
              <a:gd name="connsiteY208" fmla="*/ 302345 h 1927097"/>
              <a:gd name="connsiteX209" fmla="*/ 4886051 w 9611734"/>
              <a:gd name="connsiteY209" fmla="*/ 331564 h 1927097"/>
              <a:gd name="connsiteX210" fmla="*/ 4883598 w 9611734"/>
              <a:gd name="connsiteY210" fmla="*/ 326665 h 1927097"/>
              <a:gd name="connsiteX211" fmla="*/ 5015573 w 9611734"/>
              <a:gd name="connsiteY211" fmla="*/ 165695 h 1927097"/>
              <a:gd name="connsiteX212" fmla="*/ 4785624 w 9611734"/>
              <a:gd name="connsiteY212" fmla="*/ 0 h 1927097"/>
              <a:gd name="connsiteX213" fmla="*/ 1128885 w 9611734"/>
              <a:gd name="connsiteY213" fmla="*/ 1543918 h 1927097"/>
              <a:gd name="connsiteX214" fmla="*/ 1293810 w 9611734"/>
              <a:gd name="connsiteY214" fmla="*/ 1375599 h 1927097"/>
              <a:gd name="connsiteX215" fmla="*/ 1441734 w 9611734"/>
              <a:gd name="connsiteY215" fmla="*/ 1543918 h 1927097"/>
              <a:gd name="connsiteX216" fmla="*/ 1128885 w 9611734"/>
              <a:gd name="connsiteY216" fmla="*/ 1543918 h 1927097"/>
              <a:gd name="connsiteX217" fmla="*/ 1293810 w 9611734"/>
              <a:gd name="connsiteY217" fmla="*/ 1292664 h 1927097"/>
              <a:gd name="connsiteX218" fmla="*/ 1020045 w 9611734"/>
              <a:gd name="connsiteY218" fmla="*/ 1614780 h 1927097"/>
              <a:gd name="connsiteX219" fmla="*/ 1293810 w 9611734"/>
              <a:gd name="connsiteY219" fmla="*/ 1927098 h 1927097"/>
              <a:gd name="connsiteX220" fmla="*/ 1543037 w 9611734"/>
              <a:gd name="connsiteY220" fmla="*/ 1728334 h 1927097"/>
              <a:gd name="connsiteX221" fmla="*/ 1450147 w 9611734"/>
              <a:gd name="connsiteY221" fmla="*/ 1704013 h 1927097"/>
              <a:gd name="connsiteX222" fmla="*/ 1303450 w 9611734"/>
              <a:gd name="connsiteY222" fmla="*/ 1841888 h 1927097"/>
              <a:gd name="connsiteX223" fmla="*/ 1125029 w 9611734"/>
              <a:gd name="connsiteY223" fmla="*/ 1616180 h 1927097"/>
              <a:gd name="connsiteX224" fmla="*/ 1544089 w 9611734"/>
              <a:gd name="connsiteY224" fmla="*/ 1616180 h 1927097"/>
              <a:gd name="connsiteX225" fmla="*/ 1544089 w 9611734"/>
              <a:gd name="connsiteY225" fmla="*/ 1582061 h 1927097"/>
              <a:gd name="connsiteX226" fmla="*/ 1293810 w 9611734"/>
              <a:gd name="connsiteY226" fmla="*/ 1292664 h 1927097"/>
              <a:gd name="connsiteX227" fmla="*/ 2967595 w 9611734"/>
              <a:gd name="connsiteY227" fmla="*/ 1543918 h 1927097"/>
              <a:gd name="connsiteX228" fmla="*/ 3132520 w 9611734"/>
              <a:gd name="connsiteY228" fmla="*/ 1375599 h 1927097"/>
              <a:gd name="connsiteX229" fmla="*/ 3280444 w 9611734"/>
              <a:gd name="connsiteY229" fmla="*/ 1543918 h 1927097"/>
              <a:gd name="connsiteX230" fmla="*/ 2967595 w 9611734"/>
              <a:gd name="connsiteY230" fmla="*/ 1543918 h 1927097"/>
              <a:gd name="connsiteX231" fmla="*/ 3132520 w 9611734"/>
              <a:gd name="connsiteY231" fmla="*/ 1292664 h 1927097"/>
              <a:gd name="connsiteX232" fmla="*/ 2858756 w 9611734"/>
              <a:gd name="connsiteY232" fmla="*/ 1614780 h 1927097"/>
              <a:gd name="connsiteX233" fmla="*/ 3132520 w 9611734"/>
              <a:gd name="connsiteY233" fmla="*/ 1927098 h 1927097"/>
              <a:gd name="connsiteX234" fmla="*/ 3381748 w 9611734"/>
              <a:gd name="connsiteY234" fmla="*/ 1728334 h 1927097"/>
              <a:gd name="connsiteX235" fmla="*/ 3288857 w 9611734"/>
              <a:gd name="connsiteY235" fmla="*/ 1704013 h 1927097"/>
              <a:gd name="connsiteX236" fmla="*/ 3142160 w 9611734"/>
              <a:gd name="connsiteY236" fmla="*/ 1841888 h 1927097"/>
              <a:gd name="connsiteX237" fmla="*/ 2963740 w 9611734"/>
              <a:gd name="connsiteY237" fmla="*/ 1616180 h 1927097"/>
              <a:gd name="connsiteX238" fmla="*/ 3382799 w 9611734"/>
              <a:gd name="connsiteY238" fmla="*/ 1616180 h 1927097"/>
              <a:gd name="connsiteX239" fmla="*/ 3382799 w 9611734"/>
              <a:gd name="connsiteY239" fmla="*/ 1582061 h 1927097"/>
              <a:gd name="connsiteX240" fmla="*/ 3132520 w 9611734"/>
              <a:gd name="connsiteY240" fmla="*/ 1292664 h 1927097"/>
              <a:gd name="connsiteX241" fmla="*/ 3766631 w 9611734"/>
              <a:gd name="connsiteY241" fmla="*/ 1292664 h 1927097"/>
              <a:gd name="connsiteX242" fmla="*/ 3485505 w 9611734"/>
              <a:gd name="connsiteY242" fmla="*/ 1616005 h 1927097"/>
              <a:gd name="connsiteX243" fmla="*/ 3761723 w 9611734"/>
              <a:gd name="connsiteY243" fmla="*/ 1927098 h 1927097"/>
              <a:gd name="connsiteX244" fmla="*/ 4012178 w 9611734"/>
              <a:gd name="connsiteY244" fmla="*/ 1709962 h 1927097"/>
              <a:gd name="connsiteX245" fmla="*/ 3915606 w 9611734"/>
              <a:gd name="connsiteY245" fmla="*/ 1686692 h 1927097"/>
              <a:gd name="connsiteX246" fmla="*/ 3768909 w 9611734"/>
              <a:gd name="connsiteY246" fmla="*/ 1840313 h 1927097"/>
              <a:gd name="connsiteX247" fmla="*/ 3591716 w 9611734"/>
              <a:gd name="connsiteY247" fmla="*/ 1608481 h 1927097"/>
              <a:gd name="connsiteX248" fmla="*/ 3764002 w 9611734"/>
              <a:gd name="connsiteY248" fmla="*/ 1379098 h 1927097"/>
              <a:gd name="connsiteX249" fmla="*/ 3915606 w 9611734"/>
              <a:gd name="connsiteY249" fmla="*/ 1525546 h 1927097"/>
              <a:gd name="connsiteX250" fmla="*/ 4012178 w 9611734"/>
              <a:gd name="connsiteY250" fmla="*/ 1502275 h 1927097"/>
              <a:gd name="connsiteX251" fmla="*/ 3766631 w 9611734"/>
              <a:gd name="connsiteY251" fmla="*/ 1292664 h 1927097"/>
              <a:gd name="connsiteX252" fmla="*/ 879833 w 9611734"/>
              <a:gd name="connsiteY252" fmla="*/ 1060831 h 1927097"/>
              <a:gd name="connsiteX253" fmla="*/ 718589 w 9611734"/>
              <a:gd name="connsiteY253" fmla="*/ 1060831 h 1927097"/>
              <a:gd name="connsiteX254" fmla="*/ 465680 w 9611734"/>
              <a:gd name="connsiteY254" fmla="*/ 1748805 h 1927097"/>
              <a:gd name="connsiteX255" fmla="*/ 211545 w 9611734"/>
              <a:gd name="connsiteY255" fmla="*/ 1060831 h 1927097"/>
              <a:gd name="connsiteX256" fmla="*/ 42765 w 9611734"/>
              <a:gd name="connsiteY256" fmla="*/ 1060831 h 1927097"/>
              <a:gd name="connsiteX257" fmla="*/ 42765 w 9611734"/>
              <a:gd name="connsiteY257" fmla="*/ 1914675 h 1927097"/>
              <a:gd name="connsiteX258" fmla="*/ 148976 w 9611734"/>
              <a:gd name="connsiteY258" fmla="*/ 1914675 h 1927097"/>
              <a:gd name="connsiteX259" fmla="*/ 148976 w 9611734"/>
              <a:gd name="connsiteY259" fmla="*/ 1179284 h 1927097"/>
              <a:gd name="connsiteX260" fmla="*/ 421513 w 9611734"/>
              <a:gd name="connsiteY260" fmla="*/ 1914850 h 1927097"/>
              <a:gd name="connsiteX261" fmla="*/ 503362 w 9611734"/>
              <a:gd name="connsiteY261" fmla="*/ 1914850 h 1927097"/>
              <a:gd name="connsiteX262" fmla="*/ 773447 w 9611734"/>
              <a:gd name="connsiteY262" fmla="*/ 1178060 h 1927097"/>
              <a:gd name="connsiteX263" fmla="*/ 773447 w 9611734"/>
              <a:gd name="connsiteY263" fmla="*/ 1914850 h 1927097"/>
              <a:gd name="connsiteX264" fmla="*/ 879833 w 9611734"/>
              <a:gd name="connsiteY264" fmla="*/ 1914850 h 1927097"/>
              <a:gd name="connsiteX265" fmla="*/ 879833 w 9611734"/>
              <a:gd name="connsiteY265" fmla="*/ 1060831 h 1927097"/>
              <a:gd name="connsiteX266" fmla="*/ 1920559 w 9611734"/>
              <a:gd name="connsiteY266" fmla="*/ 1840488 h 1927097"/>
              <a:gd name="connsiteX267" fmla="*/ 1753181 w 9611734"/>
              <a:gd name="connsiteY267" fmla="*/ 1609881 h 1927097"/>
              <a:gd name="connsiteX268" fmla="*/ 1920559 w 9611734"/>
              <a:gd name="connsiteY268" fmla="*/ 1379273 h 1927097"/>
              <a:gd name="connsiteX269" fmla="*/ 2087938 w 9611734"/>
              <a:gd name="connsiteY269" fmla="*/ 1609881 h 1927097"/>
              <a:gd name="connsiteX270" fmla="*/ 1920559 w 9611734"/>
              <a:gd name="connsiteY270" fmla="*/ 1840488 h 1927097"/>
              <a:gd name="connsiteX271" fmla="*/ 2186963 w 9611734"/>
              <a:gd name="connsiteY271" fmla="*/ 1060831 h 1927097"/>
              <a:gd name="connsiteX272" fmla="*/ 2085659 w 9611734"/>
              <a:gd name="connsiteY272" fmla="*/ 1060831 h 1927097"/>
              <a:gd name="connsiteX273" fmla="*/ 2085659 w 9611734"/>
              <a:gd name="connsiteY273" fmla="*/ 1421965 h 1927097"/>
              <a:gd name="connsiteX274" fmla="*/ 1903559 w 9611734"/>
              <a:gd name="connsiteY274" fmla="*/ 1292664 h 1927097"/>
              <a:gd name="connsiteX275" fmla="*/ 1646970 w 9611734"/>
              <a:gd name="connsiteY275" fmla="*/ 1613555 h 1927097"/>
              <a:gd name="connsiteX276" fmla="*/ 1894971 w 9611734"/>
              <a:gd name="connsiteY276" fmla="*/ 1927098 h 1927097"/>
              <a:gd name="connsiteX277" fmla="*/ 2085659 w 9611734"/>
              <a:gd name="connsiteY277" fmla="*/ 1791672 h 1927097"/>
              <a:gd name="connsiteX278" fmla="*/ 2085659 w 9611734"/>
              <a:gd name="connsiteY278" fmla="*/ 1838039 h 1927097"/>
              <a:gd name="connsiteX279" fmla="*/ 2091794 w 9611734"/>
              <a:gd name="connsiteY279" fmla="*/ 1914850 h 1927097"/>
              <a:gd name="connsiteX280" fmla="*/ 2194499 w 9611734"/>
              <a:gd name="connsiteY280" fmla="*/ 1914850 h 1927097"/>
              <a:gd name="connsiteX281" fmla="*/ 2187138 w 9611734"/>
              <a:gd name="connsiteY281" fmla="*/ 1787998 h 1927097"/>
              <a:gd name="connsiteX282" fmla="*/ 2187138 w 9611734"/>
              <a:gd name="connsiteY282" fmla="*/ 1060831 h 1927097"/>
              <a:gd name="connsiteX283" fmla="*/ 2956729 w 9611734"/>
              <a:gd name="connsiteY283" fmla="*/ 1060831 h 1927097"/>
              <a:gd name="connsiteX284" fmla="*/ 2296854 w 9611734"/>
              <a:gd name="connsiteY284" fmla="*/ 1060831 h 1927097"/>
              <a:gd name="connsiteX285" fmla="*/ 2296854 w 9611734"/>
              <a:gd name="connsiteY285" fmla="*/ 1149890 h 1927097"/>
              <a:gd name="connsiteX286" fmla="*/ 2574300 w 9611734"/>
              <a:gd name="connsiteY286" fmla="*/ 1149890 h 1927097"/>
              <a:gd name="connsiteX287" fmla="*/ 2574300 w 9611734"/>
              <a:gd name="connsiteY287" fmla="*/ 1914850 h 1927097"/>
              <a:gd name="connsiteX288" fmla="*/ 2680686 w 9611734"/>
              <a:gd name="connsiteY288" fmla="*/ 1914850 h 1927097"/>
              <a:gd name="connsiteX289" fmla="*/ 2680686 w 9611734"/>
              <a:gd name="connsiteY289" fmla="*/ 1149890 h 1927097"/>
              <a:gd name="connsiteX290" fmla="*/ 2956904 w 9611734"/>
              <a:gd name="connsiteY290" fmla="*/ 1149890 h 1927097"/>
              <a:gd name="connsiteX291" fmla="*/ 2956904 w 9611734"/>
              <a:gd name="connsiteY291" fmla="*/ 1060831 h 1927097"/>
              <a:gd name="connsiteX292" fmla="*/ 4229682 w 9611734"/>
              <a:gd name="connsiteY292" fmla="*/ 1060831 h 1927097"/>
              <a:gd name="connsiteX293" fmla="*/ 4128203 w 9611734"/>
              <a:gd name="connsiteY293" fmla="*/ 1060831 h 1927097"/>
              <a:gd name="connsiteX294" fmla="*/ 4128203 w 9611734"/>
              <a:gd name="connsiteY294" fmla="*/ 1914675 h 1927097"/>
              <a:gd name="connsiteX295" fmla="*/ 4229682 w 9611734"/>
              <a:gd name="connsiteY295" fmla="*/ 1914675 h 1927097"/>
              <a:gd name="connsiteX296" fmla="*/ 4229682 w 9611734"/>
              <a:gd name="connsiteY296" fmla="*/ 1513473 h 1927097"/>
              <a:gd name="connsiteX297" fmla="*/ 4362884 w 9611734"/>
              <a:gd name="connsiteY297" fmla="*/ 1370699 h 1927097"/>
              <a:gd name="connsiteX298" fmla="*/ 4494859 w 9611734"/>
              <a:gd name="connsiteY298" fmla="*/ 1513473 h 1927097"/>
              <a:gd name="connsiteX299" fmla="*/ 4494859 w 9611734"/>
              <a:gd name="connsiteY299" fmla="*/ 1914850 h 1927097"/>
              <a:gd name="connsiteX300" fmla="*/ 4596338 w 9611734"/>
              <a:gd name="connsiteY300" fmla="*/ 1914850 h 1927097"/>
              <a:gd name="connsiteX301" fmla="*/ 4596338 w 9611734"/>
              <a:gd name="connsiteY301" fmla="*/ 1492827 h 1927097"/>
              <a:gd name="connsiteX302" fmla="*/ 4399515 w 9611734"/>
              <a:gd name="connsiteY302" fmla="*/ 1292839 h 1927097"/>
              <a:gd name="connsiteX303" fmla="*/ 4229682 w 9611734"/>
              <a:gd name="connsiteY303" fmla="*/ 1399044 h 1927097"/>
              <a:gd name="connsiteX304" fmla="*/ 4229682 w 9611734"/>
              <a:gd name="connsiteY304" fmla="*/ 1060831 h 192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Lst>
            <a:rect l="l" t="t" r="r" b="b"/>
            <a:pathLst>
              <a:path w="9611734" h="1927097">
                <a:moveTo>
                  <a:pt x="950465" y="818675"/>
                </a:moveTo>
                <a:cubicBezTo>
                  <a:pt x="856347" y="818675"/>
                  <a:pt x="803768" y="729617"/>
                  <a:pt x="803768" y="568646"/>
                </a:cubicBezTo>
                <a:cubicBezTo>
                  <a:pt x="803768" y="405226"/>
                  <a:pt x="856347" y="318617"/>
                  <a:pt x="950465" y="318617"/>
                </a:cubicBezTo>
                <a:cubicBezTo>
                  <a:pt x="1044582" y="318617"/>
                  <a:pt x="1097162" y="406451"/>
                  <a:pt x="1097162" y="568646"/>
                </a:cubicBezTo>
                <a:cubicBezTo>
                  <a:pt x="1097162" y="732066"/>
                  <a:pt x="1044582" y="818675"/>
                  <a:pt x="950465" y="818675"/>
                </a:cubicBezTo>
                <a:moveTo>
                  <a:pt x="950465" y="251429"/>
                </a:moveTo>
                <a:cubicBezTo>
                  <a:pt x="758549" y="251429"/>
                  <a:pt x="652338" y="394203"/>
                  <a:pt x="652338" y="568646"/>
                </a:cubicBezTo>
                <a:cubicBezTo>
                  <a:pt x="652338" y="743089"/>
                  <a:pt x="758724" y="885863"/>
                  <a:pt x="950465" y="885863"/>
                </a:cubicBezTo>
                <a:cubicBezTo>
                  <a:pt x="1142381" y="885863"/>
                  <a:pt x="1248591" y="743089"/>
                  <a:pt x="1248591" y="568646"/>
                </a:cubicBezTo>
                <a:cubicBezTo>
                  <a:pt x="1248767" y="394028"/>
                  <a:pt x="1142381" y="251429"/>
                  <a:pt x="950465" y="251429"/>
                </a:cubicBezTo>
                <a:moveTo>
                  <a:pt x="2283534" y="251429"/>
                </a:moveTo>
                <a:cubicBezTo>
                  <a:pt x="2193097" y="251429"/>
                  <a:pt x="2142971" y="290447"/>
                  <a:pt x="2114929" y="340488"/>
                </a:cubicBezTo>
                <a:lnTo>
                  <a:pt x="2107568" y="340488"/>
                </a:lnTo>
                <a:lnTo>
                  <a:pt x="2107568" y="263677"/>
                </a:lnTo>
                <a:lnTo>
                  <a:pt x="1963324" y="263677"/>
                </a:lnTo>
                <a:lnTo>
                  <a:pt x="1963324" y="873615"/>
                </a:lnTo>
                <a:lnTo>
                  <a:pt x="2107568" y="873615"/>
                </a:lnTo>
                <a:lnTo>
                  <a:pt x="2107568" y="479412"/>
                </a:lnTo>
                <a:cubicBezTo>
                  <a:pt x="2107568" y="389129"/>
                  <a:pt x="2154013" y="336638"/>
                  <a:pt x="2228501" y="336638"/>
                </a:cubicBezTo>
                <a:cubicBezTo>
                  <a:pt x="2300535" y="336638"/>
                  <a:pt x="2332433" y="384230"/>
                  <a:pt x="2332433" y="456142"/>
                </a:cubicBezTo>
                <a:lnTo>
                  <a:pt x="2332433" y="873265"/>
                </a:lnTo>
                <a:lnTo>
                  <a:pt x="2476677" y="873265"/>
                </a:lnTo>
                <a:lnTo>
                  <a:pt x="2476677" y="455092"/>
                </a:lnTo>
                <a:cubicBezTo>
                  <a:pt x="2476502" y="329465"/>
                  <a:pt x="2410602" y="251429"/>
                  <a:pt x="2283534" y="251429"/>
                </a:cubicBezTo>
                <a:moveTo>
                  <a:pt x="2803897" y="251429"/>
                </a:moveTo>
                <a:cubicBezTo>
                  <a:pt x="2670696" y="251429"/>
                  <a:pt x="2570444" y="307594"/>
                  <a:pt x="2570444" y="427097"/>
                </a:cubicBezTo>
                <a:cubicBezTo>
                  <a:pt x="2570444" y="528403"/>
                  <a:pt x="2640024" y="583168"/>
                  <a:pt x="2718368" y="602765"/>
                </a:cubicBezTo>
                <a:lnTo>
                  <a:pt x="2840528" y="633209"/>
                </a:lnTo>
                <a:cubicBezTo>
                  <a:pt x="2905201" y="649131"/>
                  <a:pt x="2934645" y="672227"/>
                  <a:pt x="2934645" y="723493"/>
                </a:cubicBezTo>
                <a:cubicBezTo>
                  <a:pt x="2934645" y="785781"/>
                  <a:pt x="2890654" y="821125"/>
                  <a:pt x="2813712" y="821125"/>
                </a:cubicBezTo>
                <a:cubicBezTo>
                  <a:pt x="2730636" y="821125"/>
                  <a:pt x="2687872" y="780882"/>
                  <a:pt x="2674376" y="679576"/>
                </a:cubicBezTo>
                <a:lnTo>
                  <a:pt x="2544855" y="716144"/>
                </a:lnTo>
                <a:cubicBezTo>
                  <a:pt x="2552216" y="821125"/>
                  <a:pt x="2650014" y="885688"/>
                  <a:pt x="2797763" y="885688"/>
                </a:cubicBezTo>
                <a:cubicBezTo>
                  <a:pt x="2962688" y="885688"/>
                  <a:pt x="3051898" y="808877"/>
                  <a:pt x="3051898" y="686924"/>
                </a:cubicBezTo>
                <a:cubicBezTo>
                  <a:pt x="3051898" y="572320"/>
                  <a:pt x="2972503" y="524729"/>
                  <a:pt x="2889427" y="503908"/>
                </a:cubicBezTo>
                <a:lnTo>
                  <a:pt x="2772174" y="474688"/>
                </a:lnTo>
                <a:cubicBezTo>
                  <a:pt x="2713461" y="459991"/>
                  <a:pt x="2687872" y="433221"/>
                  <a:pt x="2687872" y="394203"/>
                </a:cubicBezTo>
                <a:cubicBezTo>
                  <a:pt x="2687872" y="345387"/>
                  <a:pt x="2729409" y="316167"/>
                  <a:pt x="2791804" y="316167"/>
                </a:cubicBezTo>
                <a:cubicBezTo>
                  <a:pt x="2865065" y="316167"/>
                  <a:pt x="2910284" y="356410"/>
                  <a:pt x="2916418" y="433221"/>
                </a:cubicBezTo>
                <a:lnTo>
                  <a:pt x="3038578" y="396652"/>
                </a:lnTo>
                <a:cubicBezTo>
                  <a:pt x="3023856" y="311093"/>
                  <a:pt x="2939553" y="251429"/>
                  <a:pt x="2803897" y="251429"/>
                </a:cubicBezTo>
                <a:moveTo>
                  <a:pt x="3409965" y="818675"/>
                </a:moveTo>
                <a:cubicBezTo>
                  <a:pt x="3315848" y="818675"/>
                  <a:pt x="3263268" y="729617"/>
                  <a:pt x="3263268" y="568646"/>
                </a:cubicBezTo>
                <a:cubicBezTo>
                  <a:pt x="3263268" y="405226"/>
                  <a:pt x="3315848" y="318617"/>
                  <a:pt x="3409965" y="318617"/>
                </a:cubicBezTo>
                <a:cubicBezTo>
                  <a:pt x="3504083" y="318617"/>
                  <a:pt x="3556663" y="406451"/>
                  <a:pt x="3556663" y="568646"/>
                </a:cubicBezTo>
                <a:cubicBezTo>
                  <a:pt x="3556487" y="732066"/>
                  <a:pt x="3504083" y="818675"/>
                  <a:pt x="3409965" y="818675"/>
                </a:cubicBezTo>
                <a:moveTo>
                  <a:pt x="3409965" y="251429"/>
                </a:moveTo>
                <a:cubicBezTo>
                  <a:pt x="3218050" y="251429"/>
                  <a:pt x="3111839" y="394203"/>
                  <a:pt x="3111839" y="568646"/>
                </a:cubicBezTo>
                <a:cubicBezTo>
                  <a:pt x="3111839" y="743089"/>
                  <a:pt x="3218225" y="885863"/>
                  <a:pt x="3409965" y="885863"/>
                </a:cubicBezTo>
                <a:cubicBezTo>
                  <a:pt x="3601881" y="885863"/>
                  <a:pt x="3708092" y="743089"/>
                  <a:pt x="3708092" y="568646"/>
                </a:cubicBezTo>
                <a:cubicBezTo>
                  <a:pt x="3708092" y="394028"/>
                  <a:pt x="3601706" y="251429"/>
                  <a:pt x="3409965" y="251429"/>
                </a:cubicBezTo>
                <a:moveTo>
                  <a:pt x="4113656" y="251429"/>
                </a:moveTo>
                <a:cubicBezTo>
                  <a:pt x="4023219" y="251429"/>
                  <a:pt x="3973094" y="290447"/>
                  <a:pt x="3945051" y="340488"/>
                </a:cubicBezTo>
                <a:lnTo>
                  <a:pt x="3937690" y="340488"/>
                </a:lnTo>
                <a:lnTo>
                  <a:pt x="3937690" y="263677"/>
                </a:lnTo>
                <a:lnTo>
                  <a:pt x="3793446" y="263677"/>
                </a:lnTo>
                <a:lnTo>
                  <a:pt x="3793446" y="873615"/>
                </a:lnTo>
                <a:lnTo>
                  <a:pt x="3937690" y="873615"/>
                </a:lnTo>
                <a:lnTo>
                  <a:pt x="3937690" y="479412"/>
                </a:lnTo>
                <a:cubicBezTo>
                  <a:pt x="3937690" y="389129"/>
                  <a:pt x="3984135" y="336638"/>
                  <a:pt x="4058623" y="336638"/>
                </a:cubicBezTo>
                <a:cubicBezTo>
                  <a:pt x="4130657" y="336638"/>
                  <a:pt x="4162555" y="384230"/>
                  <a:pt x="4162555" y="456142"/>
                </a:cubicBezTo>
                <a:lnTo>
                  <a:pt x="4162555" y="873265"/>
                </a:lnTo>
                <a:lnTo>
                  <a:pt x="4306799" y="873265"/>
                </a:lnTo>
                <a:lnTo>
                  <a:pt x="4306799" y="455092"/>
                </a:lnTo>
                <a:cubicBezTo>
                  <a:pt x="4306799" y="329465"/>
                  <a:pt x="4240724" y="251429"/>
                  <a:pt x="4113656" y="251429"/>
                </a:cubicBezTo>
                <a:moveTo>
                  <a:pt x="6255401" y="818675"/>
                </a:moveTo>
                <a:cubicBezTo>
                  <a:pt x="6161283" y="818675"/>
                  <a:pt x="6108704" y="729617"/>
                  <a:pt x="6108704" y="568646"/>
                </a:cubicBezTo>
                <a:cubicBezTo>
                  <a:pt x="6108704" y="405226"/>
                  <a:pt x="6161283" y="318617"/>
                  <a:pt x="6255401" y="318617"/>
                </a:cubicBezTo>
                <a:cubicBezTo>
                  <a:pt x="6349518" y="318617"/>
                  <a:pt x="6402098" y="406451"/>
                  <a:pt x="6402098" y="568646"/>
                </a:cubicBezTo>
                <a:cubicBezTo>
                  <a:pt x="6402098" y="732066"/>
                  <a:pt x="6349518" y="818675"/>
                  <a:pt x="6255401" y="818675"/>
                </a:cubicBezTo>
                <a:moveTo>
                  <a:pt x="6255401" y="251429"/>
                </a:moveTo>
                <a:cubicBezTo>
                  <a:pt x="6063485" y="251429"/>
                  <a:pt x="5957274" y="394203"/>
                  <a:pt x="5957274" y="568646"/>
                </a:cubicBezTo>
                <a:cubicBezTo>
                  <a:pt x="5957274" y="743089"/>
                  <a:pt x="6063660" y="885863"/>
                  <a:pt x="6255401" y="885863"/>
                </a:cubicBezTo>
                <a:cubicBezTo>
                  <a:pt x="6447316" y="885863"/>
                  <a:pt x="6553528" y="743089"/>
                  <a:pt x="6553528" y="568646"/>
                </a:cubicBezTo>
                <a:cubicBezTo>
                  <a:pt x="6553528" y="394028"/>
                  <a:pt x="6447316" y="251429"/>
                  <a:pt x="6255401" y="251429"/>
                </a:cubicBezTo>
                <a:moveTo>
                  <a:pt x="7588295" y="251429"/>
                </a:moveTo>
                <a:cubicBezTo>
                  <a:pt x="7497858" y="251429"/>
                  <a:pt x="7447732" y="290447"/>
                  <a:pt x="7419689" y="340488"/>
                </a:cubicBezTo>
                <a:lnTo>
                  <a:pt x="7412328" y="340488"/>
                </a:lnTo>
                <a:lnTo>
                  <a:pt x="7412328" y="263677"/>
                </a:lnTo>
                <a:lnTo>
                  <a:pt x="7268085" y="263677"/>
                </a:lnTo>
                <a:lnTo>
                  <a:pt x="7268085" y="873615"/>
                </a:lnTo>
                <a:lnTo>
                  <a:pt x="7412328" y="873615"/>
                </a:lnTo>
                <a:lnTo>
                  <a:pt x="7412328" y="479412"/>
                </a:lnTo>
                <a:cubicBezTo>
                  <a:pt x="7412328" y="389129"/>
                  <a:pt x="7458774" y="336638"/>
                  <a:pt x="7533262" y="336638"/>
                </a:cubicBezTo>
                <a:cubicBezTo>
                  <a:pt x="7605295" y="336638"/>
                  <a:pt x="7637194" y="384230"/>
                  <a:pt x="7637194" y="456142"/>
                </a:cubicBezTo>
                <a:lnTo>
                  <a:pt x="7637194" y="873265"/>
                </a:lnTo>
                <a:lnTo>
                  <a:pt x="7781438" y="873265"/>
                </a:lnTo>
                <a:lnTo>
                  <a:pt x="7781438" y="455092"/>
                </a:lnTo>
                <a:cubicBezTo>
                  <a:pt x="7781438" y="329465"/>
                  <a:pt x="7715362" y="251429"/>
                  <a:pt x="7588295" y="251429"/>
                </a:cubicBezTo>
                <a:moveTo>
                  <a:pt x="8108833" y="251429"/>
                </a:moveTo>
                <a:cubicBezTo>
                  <a:pt x="7975631" y="251429"/>
                  <a:pt x="7875380" y="307594"/>
                  <a:pt x="7875380" y="427097"/>
                </a:cubicBezTo>
                <a:cubicBezTo>
                  <a:pt x="7875380" y="528403"/>
                  <a:pt x="7944960" y="583168"/>
                  <a:pt x="8023304" y="602765"/>
                </a:cubicBezTo>
                <a:lnTo>
                  <a:pt x="8145464" y="633209"/>
                </a:lnTo>
                <a:cubicBezTo>
                  <a:pt x="8210137" y="649131"/>
                  <a:pt x="8239581" y="672227"/>
                  <a:pt x="8239581" y="723493"/>
                </a:cubicBezTo>
                <a:cubicBezTo>
                  <a:pt x="8239581" y="785781"/>
                  <a:pt x="8195589" y="821125"/>
                  <a:pt x="8118648" y="821125"/>
                </a:cubicBezTo>
                <a:cubicBezTo>
                  <a:pt x="8035573" y="821125"/>
                  <a:pt x="7992808" y="780882"/>
                  <a:pt x="7979312" y="679576"/>
                </a:cubicBezTo>
                <a:lnTo>
                  <a:pt x="7849791" y="716144"/>
                </a:lnTo>
                <a:cubicBezTo>
                  <a:pt x="7857152" y="821125"/>
                  <a:pt x="7954950" y="885688"/>
                  <a:pt x="8102699" y="885688"/>
                </a:cubicBezTo>
                <a:cubicBezTo>
                  <a:pt x="8267624" y="885688"/>
                  <a:pt x="8356834" y="808877"/>
                  <a:pt x="8356834" y="686924"/>
                </a:cubicBezTo>
                <a:cubicBezTo>
                  <a:pt x="8356834" y="572320"/>
                  <a:pt x="8277439" y="524729"/>
                  <a:pt x="8194363" y="503908"/>
                </a:cubicBezTo>
                <a:lnTo>
                  <a:pt x="8077110" y="474688"/>
                </a:lnTo>
                <a:cubicBezTo>
                  <a:pt x="8018396" y="459991"/>
                  <a:pt x="7992808" y="433221"/>
                  <a:pt x="7992808" y="394203"/>
                </a:cubicBezTo>
                <a:cubicBezTo>
                  <a:pt x="7992808" y="345387"/>
                  <a:pt x="8034346" y="316167"/>
                  <a:pt x="8096740" y="316167"/>
                </a:cubicBezTo>
                <a:cubicBezTo>
                  <a:pt x="8170001" y="316167"/>
                  <a:pt x="8215220" y="356410"/>
                  <a:pt x="8221353" y="433221"/>
                </a:cubicBezTo>
                <a:lnTo>
                  <a:pt x="8343514" y="396652"/>
                </a:lnTo>
                <a:cubicBezTo>
                  <a:pt x="8328791" y="311093"/>
                  <a:pt x="8244489" y="251429"/>
                  <a:pt x="8108833" y="251429"/>
                </a:cubicBezTo>
                <a:moveTo>
                  <a:pt x="8714726" y="818675"/>
                </a:moveTo>
                <a:cubicBezTo>
                  <a:pt x="8620608" y="818675"/>
                  <a:pt x="8568028" y="729617"/>
                  <a:pt x="8568028" y="568646"/>
                </a:cubicBezTo>
                <a:cubicBezTo>
                  <a:pt x="8568028" y="405226"/>
                  <a:pt x="8620608" y="318617"/>
                  <a:pt x="8714726" y="318617"/>
                </a:cubicBezTo>
                <a:cubicBezTo>
                  <a:pt x="8808844" y="318617"/>
                  <a:pt x="8861423" y="406451"/>
                  <a:pt x="8861423" y="568646"/>
                </a:cubicBezTo>
                <a:cubicBezTo>
                  <a:pt x="8861423" y="732066"/>
                  <a:pt x="8808844" y="818675"/>
                  <a:pt x="8714726" y="818675"/>
                </a:cubicBezTo>
                <a:moveTo>
                  <a:pt x="8714726" y="251429"/>
                </a:moveTo>
                <a:cubicBezTo>
                  <a:pt x="8522810" y="251429"/>
                  <a:pt x="8416599" y="394203"/>
                  <a:pt x="8416599" y="568646"/>
                </a:cubicBezTo>
                <a:cubicBezTo>
                  <a:pt x="8416599" y="743089"/>
                  <a:pt x="8522810" y="885863"/>
                  <a:pt x="8714726" y="885863"/>
                </a:cubicBezTo>
                <a:cubicBezTo>
                  <a:pt x="8906641" y="885863"/>
                  <a:pt x="9012852" y="743089"/>
                  <a:pt x="9012852" y="568646"/>
                </a:cubicBezTo>
                <a:cubicBezTo>
                  <a:pt x="9012852" y="394028"/>
                  <a:pt x="8906641" y="251429"/>
                  <a:pt x="8714726" y="251429"/>
                </a:cubicBezTo>
                <a:moveTo>
                  <a:pt x="9418592" y="251429"/>
                </a:moveTo>
                <a:cubicBezTo>
                  <a:pt x="9328155" y="251429"/>
                  <a:pt x="9278029" y="290447"/>
                  <a:pt x="9249987" y="340488"/>
                </a:cubicBezTo>
                <a:lnTo>
                  <a:pt x="9242625" y="340488"/>
                </a:lnTo>
                <a:lnTo>
                  <a:pt x="9242625" y="263677"/>
                </a:lnTo>
                <a:lnTo>
                  <a:pt x="9098382" y="263677"/>
                </a:lnTo>
                <a:lnTo>
                  <a:pt x="9098382" y="873615"/>
                </a:lnTo>
                <a:lnTo>
                  <a:pt x="9242625" y="873615"/>
                </a:lnTo>
                <a:lnTo>
                  <a:pt x="9242625" y="479412"/>
                </a:lnTo>
                <a:cubicBezTo>
                  <a:pt x="9242625" y="389129"/>
                  <a:pt x="9289071" y="336638"/>
                  <a:pt x="9363559" y="336638"/>
                </a:cubicBezTo>
                <a:cubicBezTo>
                  <a:pt x="9435593" y="336638"/>
                  <a:pt x="9467491" y="384230"/>
                  <a:pt x="9467491" y="456142"/>
                </a:cubicBezTo>
                <a:lnTo>
                  <a:pt x="9467491" y="873265"/>
                </a:lnTo>
                <a:lnTo>
                  <a:pt x="9611734" y="873265"/>
                </a:lnTo>
                <a:lnTo>
                  <a:pt x="9611734" y="455092"/>
                </a:lnTo>
                <a:cubicBezTo>
                  <a:pt x="9611560" y="329465"/>
                  <a:pt x="9545660" y="251429"/>
                  <a:pt x="9418592" y="251429"/>
                </a:cubicBezTo>
                <a:moveTo>
                  <a:pt x="566984" y="19596"/>
                </a:moveTo>
                <a:lnTo>
                  <a:pt x="415379" y="19596"/>
                </a:lnTo>
                <a:lnTo>
                  <a:pt x="415379" y="650356"/>
                </a:lnTo>
                <a:cubicBezTo>
                  <a:pt x="415379" y="752887"/>
                  <a:pt x="376295" y="813776"/>
                  <a:pt x="283404" y="813776"/>
                </a:cubicBezTo>
                <a:cubicBezTo>
                  <a:pt x="191740" y="813776"/>
                  <a:pt x="151429" y="749213"/>
                  <a:pt x="151429" y="638108"/>
                </a:cubicBezTo>
                <a:lnTo>
                  <a:pt x="151429" y="521055"/>
                </a:lnTo>
                <a:lnTo>
                  <a:pt x="0" y="558848"/>
                </a:lnTo>
                <a:lnTo>
                  <a:pt x="0" y="611338"/>
                </a:lnTo>
                <a:cubicBezTo>
                  <a:pt x="0" y="771084"/>
                  <a:pt x="79395" y="893212"/>
                  <a:pt x="283580" y="893212"/>
                </a:cubicBezTo>
                <a:cubicBezTo>
                  <a:pt x="487589" y="893212"/>
                  <a:pt x="566984" y="771259"/>
                  <a:pt x="566984" y="611338"/>
                </a:cubicBezTo>
                <a:lnTo>
                  <a:pt x="566984" y="19596"/>
                </a:lnTo>
                <a:moveTo>
                  <a:pt x="1478364" y="19596"/>
                </a:moveTo>
                <a:lnTo>
                  <a:pt x="1334121" y="19596"/>
                </a:lnTo>
                <a:lnTo>
                  <a:pt x="1334121" y="873440"/>
                </a:lnTo>
                <a:lnTo>
                  <a:pt x="1478364" y="873440"/>
                </a:lnTo>
                <a:lnTo>
                  <a:pt x="1478364" y="479412"/>
                </a:lnTo>
                <a:cubicBezTo>
                  <a:pt x="1478364" y="389129"/>
                  <a:pt x="1524810" y="336638"/>
                  <a:pt x="1599298" y="336638"/>
                </a:cubicBezTo>
                <a:cubicBezTo>
                  <a:pt x="1671332" y="336638"/>
                  <a:pt x="1703230" y="384230"/>
                  <a:pt x="1703230" y="456142"/>
                </a:cubicBezTo>
                <a:lnTo>
                  <a:pt x="1703230" y="873265"/>
                </a:lnTo>
                <a:lnTo>
                  <a:pt x="1847474" y="873265"/>
                </a:lnTo>
                <a:lnTo>
                  <a:pt x="1847474" y="455092"/>
                </a:lnTo>
                <a:cubicBezTo>
                  <a:pt x="1847474" y="329465"/>
                  <a:pt x="1781398" y="251429"/>
                  <a:pt x="1654331" y="251429"/>
                </a:cubicBezTo>
                <a:cubicBezTo>
                  <a:pt x="1563894" y="251429"/>
                  <a:pt x="1513768" y="290447"/>
                  <a:pt x="1485726" y="340488"/>
                </a:cubicBezTo>
                <a:lnTo>
                  <a:pt x="1478364" y="340488"/>
                </a:lnTo>
                <a:lnTo>
                  <a:pt x="1478364" y="19596"/>
                </a:lnTo>
                <a:moveTo>
                  <a:pt x="5871744" y="19596"/>
                </a:moveTo>
                <a:lnTo>
                  <a:pt x="5720315" y="19596"/>
                </a:lnTo>
                <a:lnTo>
                  <a:pt x="5720315" y="650356"/>
                </a:lnTo>
                <a:cubicBezTo>
                  <a:pt x="5720315" y="752887"/>
                  <a:pt x="5681231" y="813776"/>
                  <a:pt x="5588340" y="813776"/>
                </a:cubicBezTo>
                <a:cubicBezTo>
                  <a:pt x="5496676" y="813776"/>
                  <a:pt x="5456366" y="749213"/>
                  <a:pt x="5456366" y="638108"/>
                </a:cubicBezTo>
                <a:lnTo>
                  <a:pt x="5456366" y="521055"/>
                </a:lnTo>
                <a:lnTo>
                  <a:pt x="5304936" y="558848"/>
                </a:lnTo>
                <a:lnTo>
                  <a:pt x="5304936" y="611338"/>
                </a:lnTo>
                <a:cubicBezTo>
                  <a:pt x="5304936" y="771084"/>
                  <a:pt x="5384331" y="893212"/>
                  <a:pt x="5588515" y="893212"/>
                </a:cubicBezTo>
                <a:cubicBezTo>
                  <a:pt x="5792700" y="893212"/>
                  <a:pt x="5871920" y="771259"/>
                  <a:pt x="5871920" y="611338"/>
                </a:cubicBezTo>
                <a:lnTo>
                  <a:pt x="5871920" y="19596"/>
                </a:lnTo>
                <a:moveTo>
                  <a:pt x="6783125" y="19596"/>
                </a:moveTo>
                <a:lnTo>
                  <a:pt x="6638882" y="19596"/>
                </a:lnTo>
                <a:lnTo>
                  <a:pt x="6638882" y="873440"/>
                </a:lnTo>
                <a:lnTo>
                  <a:pt x="6783125" y="873440"/>
                </a:lnTo>
                <a:lnTo>
                  <a:pt x="6783125" y="479412"/>
                </a:lnTo>
                <a:cubicBezTo>
                  <a:pt x="6783125" y="389129"/>
                  <a:pt x="6829571" y="336638"/>
                  <a:pt x="6904059" y="336638"/>
                </a:cubicBezTo>
                <a:cubicBezTo>
                  <a:pt x="6976092" y="336638"/>
                  <a:pt x="7007991" y="384230"/>
                  <a:pt x="7007991" y="456142"/>
                </a:cubicBezTo>
                <a:lnTo>
                  <a:pt x="7007991" y="873265"/>
                </a:lnTo>
                <a:lnTo>
                  <a:pt x="7152234" y="873265"/>
                </a:lnTo>
                <a:lnTo>
                  <a:pt x="7152234" y="455092"/>
                </a:lnTo>
                <a:cubicBezTo>
                  <a:pt x="7152234" y="329465"/>
                  <a:pt x="7086335" y="251429"/>
                  <a:pt x="6959092" y="251429"/>
                </a:cubicBezTo>
                <a:cubicBezTo>
                  <a:pt x="6868655" y="251429"/>
                  <a:pt x="6818529" y="290447"/>
                  <a:pt x="6790486" y="340488"/>
                </a:cubicBezTo>
                <a:lnTo>
                  <a:pt x="6783125" y="340488"/>
                </a:lnTo>
                <a:lnTo>
                  <a:pt x="6783125" y="19596"/>
                </a:lnTo>
                <a:moveTo>
                  <a:pt x="4781944" y="803978"/>
                </a:moveTo>
                <a:cubicBezTo>
                  <a:pt x="4664691" y="803978"/>
                  <a:pt x="4592482" y="708795"/>
                  <a:pt x="4592482" y="607489"/>
                </a:cubicBezTo>
                <a:cubicBezTo>
                  <a:pt x="4592482" y="543976"/>
                  <a:pt x="4620524" y="485536"/>
                  <a:pt x="4666970" y="452642"/>
                </a:cubicBezTo>
                <a:lnTo>
                  <a:pt x="4943188" y="753937"/>
                </a:lnTo>
                <a:cubicBezTo>
                  <a:pt x="4892010" y="784382"/>
                  <a:pt x="4834523" y="803978"/>
                  <a:pt x="4781944" y="803978"/>
                </a:cubicBezTo>
                <a:moveTo>
                  <a:pt x="5050801" y="653855"/>
                </a:moveTo>
                <a:lnTo>
                  <a:pt x="4811388" y="390354"/>
                </a:lnTo>
                <a:cubicBezTo>
                  <a:pt x="4854153" y="373207"/>
                  <a:pt x="4895691" y="367083"/>
                  <a:pt x="4929868" y="367083"/>
                </a:cubicBezTo>
                <a:cubicBezTo>
                  <a:pt x="5028893" y="367083"/>
                  <a:pt x="5089885" y="424472"/>
                  <a:pt x="5089885" y="523154"/>
                </a:cubicBezTo>
                <a:cubicBezTo>
                  <a:pt x="5089885" y="567246"/>
                  <a:pt x="5077617" y="612388"/>
                  <a:pt x="5050801" y="653855"/>
                </a:cubicBezTo>
                <a:moveTo>
                  <a:pt x="4778263" y="355010"/>
                </a:moveTo>
                <a:lnTo>
                  <a:pt x="4725684" y="296396"/>
                </a:lnTo>
                <a:cubicBezTo>
                  <a:pt x="4679238" y="245130"/>
                  <a:pt x="4665743" y="213461"/>
                  <a:pt x="4665743" y="175668"/>
                </a:cubicBezTo>
                <a:cubicBezTo>
                  <a:pt x="4665743" y="104981"/>
                  <a:pt x="4710961" y="64738"/>
                  <a:pt x="4781768" y="64738"/>
                </a:cubicBezTo>
                <a:cubicBezTo>
                  <a:pt x="4853803" y="64738"/>
                  <a:pt x="4896568" y="106206"/>
                  <a:pt x="4896568" y="181792"/>
                </a:cubicBezTo>
                <a:cubicBezTo>
                  <a:pt x="4896743" y="251429"/>
                  <a:pt x="4862566" y="317217"/>
                  <a:pt x="4778263" y="355010"/>
                </a:cubicBezTo>
                <a:moveTo>
                  <a:pt x="4785624" y="0"/>
                </a:moveTo>
                <a:cubicBezTo>
                  <a:pt x="4617019" y="0"/>
                  <a:pt x="4533943" y="93958"/>
                  <a:pt x="4533943" y="211011"/>
                </a:cubicBezTo>
                <a:cubicBezTo>
                  <a:pt x="4533943" y="274350"/>
                  <a:pt x="4560759" y="337863"/>
                  <a:pt x="4631741" y="414674"/>
                </a:cubicBezTo>
                <a:lnTo>
                  <a:pt x="4632968" y="417124"/>
                </a:lnTo>
                <a:cubicBezTo>
                  <a:pt x="4513262" y="474513"/>
                  <a:pt x="4458228" y="567246"/>
                  <a:pt x="4458228" y="662254"/>
                </a:cubicBezTo>
                <a:cubicBezTo>
                  <a:pt x="4458228" y="787881"/>
                  <a:pt x="4554800" y="892862"/>
                  <a:pt x="4703775" y="892862"/>
                </a:cubicBezTo>
                <a:cubicBezTo>
                  <a:pt x="4789305" y="892862"/>
                  <a:pt x="4889557" y="857518"/>
                  <a:pt x="4979994" y="794005"/>
                </a:cubicBezTo>
                <a:lnTo>
                  <a:pt x="5053255" y="873265"/>
                </a:lnTo>
                <a:lnTo>
                  <a:pt x="5245170" y="873265"/>
                </a:lnTo>
                <a:lnTo>
                  <a:pt x="5245170" y="867141"/>
                </a:lnTo>
                <a:lnTo>
                  <a:pt x="5088834" y="695148"/>
                </a:lnTo>
                <a:cubicBezTo>
                  <a:pt x="5154909" y="617112"/>
                  <a:pt x="5192766" y="531728"/>
                  <a:pt x="5192766" y="457191"/>
                </a:cubicBezTo>
                <a:cubicBezTo>
                  <a:pt x="5192766" y="364458"/>
                  <a:pt x="5130372" y="302345"/>
                  <a:pt x="5032749" y="302345"/>
                </a:cubicBezTo>
                <a:cubicBezTo>
                  <a:pt x="4981396" y="302345"/>
                  <a:pt x="4923909" y="317042"/>
                  <a:pt x="4886051" y="331564"/>
                </a:cubicBezTo>
                <a:lnTo>
                  <a:pt x="4883598" y="326665"/>
                </a:lnTo>
                <a:cubicBezTo>
                  <a:pt x="4976489" y="276624"/>
                  <a:pt x="5015573" y="230258"/>
                  <a:pt x="5015573" y="165695"/>
                </a:cubicBezTo>
                <a:cubicBezTo>
                  <a:pt x="5015398" y="73312"/>
                  <a:pt x="4932322" y="0"/>
                  <a:pt x="4785624" y="0"/>
                </a:cubicBezTo>
                <a:moveTo>
                  <a:pt x="1128885" y="1543918"/>
                </a:moveTo>
                <a:cubicBezTo>
                  <a:pt x="1142381" y="1436662"/>
                  <a:pt x="1197239" y="1375599"/>
                  <a:pt x="1293810" y="1375599"/>
                </a:cubicBezTo>
                <a:cubicBezTo>
                  <a:pt x="1385474" y="1375599"/>
                  <a:pt x="1439280" y="1430538"/>
                  <a:pt x="1441734" y="1543918"/>
                </a:cubicBezTo>
                <a:lnTo>
                  <a:pt x="1128885" y="1543918"/>
                </a:lnTo>
                <a:moveTo>
                  <a:pt x="1293810" y="1292664"/>
                </a:moveTo>
                <a:cubicBezTo>
                  <a:pt x="1132566" y="1292664"/>
                  <a:pt x="1020045" y="1406043"/>
                  <a:pt x="1020045" y="1614780"/>
                </a:cubicBezTo>
                <a:cubicBezTo>
                  <a:pt x="1020045" y="1814768"/>
                  <a:pt x="1123978" y="1927098"/>
                  <a:pt x="1293810" y="1927098"/>
                </a:cubicBezTo>
                <a:cubicBezTo>
                  <a:pt x="1433146" y="1927098"/>
                  <a:pt x="1521129" y="1847837"/>
                  <a:pt x="1543037" y="1728334"/>
                </a:cubicBezTo>
                <a:lnTo>
                  <a:pt x="1450147" y="1704013"/>
                </a:lnTo>
                <a:cubicBezTo>
                  <a:pt x="1434198" y="1806545"/>
                  <a:pt x="1379339" y="1841888"/>
                  <a:pt x="1303450" y="1841888"/>
                </a:cubicBezTo>
                <a:cubicBezTo>
                  <a:pt x="1182516" y="1841888"/>
                  <a:pt x="1128710" y="1752829"/>
                  <a:pt x="1125029" y="1616180"/>
                </a:cubicBezTo>
                <a:lnTo>
                  <a:pt x="1544089" y="1616180"/>
                </a:lnTo>
                <a:lnTo>
                  <a:pt x="1544089" y="1582061"/>
                </a:lnTo>
                <a:cubicBezTo>
                  <a:pt x="1544440" y="1368250"/>
                  <a:pt x="1428238" y="1292664"/>
                  <a:pt x="1293810" y="1292664"/>
                </a:cubicBezTo>
                <a:moveTo>
                  <a:pt x="2967595" y="1543918"/>
                </a:moveTo>
                <a:cubicBezTo>
                  <a:pt x="2981091" y="1436662"/>
                  <a:pt x="3035949" y="1375599"/>
                  <a:pt x="3132520" y="1375599"/>
                </a:cubicBezTo>
                <a:cubicBezTo>
                  <a:pt x="3224184" y="1375599"/>
                  <a:pt x="3277991" y="1430538"/>
                  <a:pt x="3280444" y="1543918"/>
                </a:cubicBezTo>
                <a:lnTo>
                  <a:pt x="2967595" y="1543918"/>
                </a:lnTo>
                <a:moveTo>
                  <a:pt x="3132520" y="1292664"/>
                </a:moveTo>
                <a:cubicBezTo>
                  <a:pt x="2971276" y="1292664"/>
                  <a:pt x="2858756" y="1406043"/>
                  <a:pt x="2858756" y="1614780"/>
                </a:cubicBezTo>
                <a:cubicBezTo>
                  <a:pt x="2858756" y="1814768"/>
                  <a:pt x="2962688" y="1927098"/>
                  <a:pt x="3132520" y="1927098"/>
                </a:cubicBezTo>
                <a:cubicBezTo>
                  <a:pt x="3271856" y="1927098"/>
                  <a:pt x="3359839" y="1847837"/>
                  <a:pt x="3381748" y="1728334"/>
                </a:cubicBezTo>
                <a:lnTo>
                  <a:pt x="3288857" y="1704013"/>
                </a:lnTo>
                <a:cubicBezTo>
                  <a:pt x="3272908" y="1806545"/>
                  <a:pt x="3218050" y="1841888"/>
                  <a:pt x="3142160" y="1841888"/>
                </a:cubicBezTo>
                <a:cubicBezTo>
                  <a:pt x="3021227" y="1841888"/>
                  <a:pt x="2967420" y="1752829"/>
                  <a:pt x="2963740" y="1616180"/>
                </a:cubicBezTo>
                <a:lnTo>
                  <a:pt x="3382799" y="1616180"/>
                </a:lnTo>
                <a:lnTo>
                  <a:pt x="3382799" y="1582061"/>
                </a:lnTo>
                <a:cubicBezTo>
                  <a:pt x="3383150" y="1368250"/>
                  <a:pt x="3266949" y="1292664"/>
                  <a:pt x="3132520" y="1292664"/>
                </a:cubicBezTo>
                <a:moveTo>
                  <a:pt x="3766631" y="1292664"/>
                </a:moveTo>
                <a:cubicBezTo>
                  <a:pt x="3599252" y="1292664"/>
                  <a:pt x="3485505" y="1409717"/>
                  <a:pt x="3485505" y="1616005"/>
                </a:cubicBezTo>
                <a:cubicBezTo>
                  <a:pt x="3485505" y="1818442"/>
                  <a:pt x="3596623" y="1927098"/>
                  <a:pt x="3761723" y="1927098"/>
                </a:cubicBezTo>
                <a:cubicBezTo>
                  <a:pt x="3910874" y="1927098"/>
                  <a:pt x="3995177" y="1835589"/>
                  <a:pt x="4012178" y="1709962"/>
                </a:cubicBezTo>
                <a:lnTo>
                  <a:pt x="3915606" y="1686692"/>
                </a:lnTo>
                <a:cubicBezTo>
                  <a:pt x="3898430" y="1801296"/>
                  <a:pt x="3849531" y="1840313"/>
                  <a:pt x="3768909" y="1840313"/>
                </a:cubicBezTo>
                <a:cubicBezTo>
                  <a:pt x="3651657" y="1840313"/>
                  <a:pt x="3591716" y="1754929"/>
                  <a:pt x="3591716" y="1608481"/>
                </a:cubicBezTo>
                <a:cubicBezTo>
                  <a:pt x="3591716" y="1455909"/>
                  <a:pt x="3655337" y="1379098"/>
                  <a:pt x="3764002" y="1379098"/>
                </a:cubicBezTo>
                <a:cubicBezTo>
                  <a:pt x="3840943" y="1379098"/>
                  <a:pt x="3897204" y="1416891"/>
                  <a:pt x="3915606" y="1525546"/>
                </a:cubicBezTo>
                <a:lnTo>
                  <a:pt x="4012178" y="1502275"/>
                </a:lnTo>
                <a:cubicBezTo>
                  <a:pt x="3995177" y="1378048"/>
                  <a:pt x="3910874" y="1292664"/>
                  <a:pt x="3766631" y="1292664"/>
                </a:cubicBezTo>
                <a:moveTo>
                  <a:pt x="879833" y="1060831"/>
                </a:moveTo>
                <a:lnTo>
                  <a:pt x="718589" y="1060831"/>
                </a:lnTo>
                <a:lnTo>
                  <a:pt x="465680" y="1748805"/>
                </a:lnTo>
                <a:lnTo>
                  <a:pt x="211545" y="1060831"/>
                </a:lnTo>
                <a:lnTo>
                  <a:pt x="42765" y="1060831"/>
                </a:lnTo>
                <a:lnTo>
                  <a:pt x="42765" y="1914675"/>
                </a:lnTo>
                <a:lnTo>
                  <a:pt x="148976" y="1914675"/>
                </a:lnTo>
                <a:lnTo>
                  <a:pt x="148976" y="1179284"/>
                </a:lnTo>
                <a:lnTo>
                  <a:pt x="421513" y="1914850"/>
                </a:lnTo>
                <a:lnTo>
                  <a:pt x="503362" y="1914850"/>
                </a:lnTo>
                <a:lnTo>
                  <a:pt x="773447" y="1178060"/>
                </a:lnTo>
                <a:lnTo>
                  <a:pt x="773447" y="1914850"/>
                </a:lnTo>
                <a:lnTo>
                  <a:pt x="879833" y="1914850"/>
                </a:lnTo>
                <a:lnTo>
                  <a:pt x="879833" y="1060831"/>
                </a:lnTo>
                <a:moveTo>
                  <a:pt x="1920559" y="1840488"/>
                </a:moveTo>
                <a:cubicBezTo>
                  <a:pt x="1820307" y="1840488"/>
                  <a:pt x="1753181" y="1768577"/>
                  <a:pt x="1753181" y="1609881"/>
                </a:cubicBezTo>
                <a:cubicBezTo>
                  <a:pt x="1753181" y="1450135"/>
                  <a:pt x="1820307" y="1379273"/>
                  <a:pt x="1920559" y="1379273"/>
                </a:cubicBezTo>
                <a:cubicBezTo>
                  <a:pt x="2020811" y="1379273"/>
                  <a:pt x="2087938" y="1449960"/>
                  <a:pt x="2087938" y="1609881"/>
                </a:cubicBezTo>
                <a:cubicBezTo>
                  <a:pt x="2087938" y="1768402"/>
                  <a:pt x="2020811" y="1840488"/>
                  <a:pt x="1920559" y="1840488"/>
                </a:cubicBezTo>
                <a:moveTo>
                  <a:pt x="2186963" y="1060831"/>
                </a:moveTo>
                <a:lnTo>
                  <a:pt x="2085659" y="1060831"/>
                </a:lnTo>
                <a:lnTo>
                  <a:pt x="2085659" y="1421965"/>
                </a:lnTo>
                <a:cubicBezTo>
                  <a:pt x="2063576" y="1354777"/>
                  <a:pt x="2009945" y="1292664"/>
                  <a:pt x="1903559" y="1292664"/>
                </a:cubicBezTo>
                <a:cubicBezTo>
                  <a:pt x="1766676" y="1292664"/>
                  <a:pt x="1646970" y="1400094"/>
                  <a:pt x="1646970" y="1613555"/>
                </a:cubicBezTo>
                <a:cubicBezTo>
                  <a:pt x="1646970" y="1829465"/>
                  <a:pt x="1766676" y="1927098"/>
                  <a:pt x="1894971" y="1927098"/>
                </a:cubicBezTo>
                <a:cubicBezTo>
                  <a:pt x="1991542" y="1927098"/>
                  <a:pt x="2062349" y="1870933"/>
                  <a:pt x="2085659" y="1791672"/>
                </a:cubicBezTo>
                <a:lnTo>
                  <a:pt x="2085659" y="1838039"/>
                </a:lnTo>
                <a:cubicBezTo>
                  <a:pt x="2085659" y="1866034"/>
                  <a:pt x="2088113" y="1896653"/>
                  <a:pt x="2091794" y="1914850"/>
                </a:cubicBezTo>
                <a:lnTo>
                  <a:pt x="2194499" y="1914850"/>
                </a:lnTo>
                <a:cubicBezTo>
                  <a:pt x="2189592" y="1885630"/>
                  <a:pt x="2187138" y="1842938"/>
                  <a:pt x="2187138" y="1787998"/>
                </a:cubicBezTo>
                <a:lnTo>
                  <a:pt x="2187138" y="1060831"/>
                </a:lnTo>
                <a:moveTo>
                  <a:pt x="2956729" y="1060831"/>
                </a:moveTo>
                <a:lnTo>
                  <a:pt x="2296854" y="1060831"/>
                </a:lnTo>
                <a:lnTo>
                  <a:pt x="2296854" y="1149890"/>
                </a:lnTo>
                <a:lnTo>
                  <a:pt x="2574300" y="1149890"/>
                </a:lnTo>
                <a:lnTo>
                  <a:pt x="2574300" y="1914850"/>
                </a:lnTo>
                <a:lnTo>
                  <a:pt x="2680686" y="1914850"/>
                </a:lnTo>
                <a:lnTo>
                  <a:pt x="2680686" y="1149890"/>
                </a:lnTo>
                <a:lnTo>
                  <a:pt x="2956904" y="1149890"/>
                </a:lnTo>
                <a:lnTo>
                  <a:pt x="2956904" y="1060831"/>
                </a:lnTo>
                <a:moveTo>
                  <a:pt x="4229682" y="1060831"/>
                </a:moveTo>
                <a:lnTo>
                  <a:pt x="4128203" y="1060831"/>
                </a:lnTo>
                <a:lnTo>
                  <a:pt x="4128203" y="1914675"/>
                </a:lnTo>
                <a:lnTo>
                  <a:pt x="4229682" y="1914675"/>
                </a:lnTo>
                <a:lnTo>
                  <a:pt x="4229682" y="1513473"/>
                </a:lnTo>
                <a:cubicBezTo>
                  <a:pt x="4229682" y="1428089"/>
                  <a:pt x="4272447" y="1370699"/>
                  <a:pt x="4362884" y="1370699"/>
                </a:cubicBezTo>
                <a:cubicBezTo>
                  <a:pt x="4452094" y="1370699"/>
                  <a:pt x="4494859" y="1428089"/>
                  <a:pt x="4494859" y="1513473"/>
                </a:cubicBezTo>
                <a:lnTo>
                  <a:pt x="4494859" y="1914850"/>
                </a:lnTo>
                <a:lnTo>
                  <a:pt x="4596338" y="1914850"/>
                </a:lnTo>
                <a:lnTo>
                  <a:pt x="4596338" y="1492827"/>
                </a:lnTo>
                <a:cubicBezTo>
                  <a:pt x="4596338" y="1378223"/>
                  <a:pt x="4525530" y="1292839"/>
                  <a:pt x="4399515" y="1292839"/>
                </a:cubicBezTo>
                <a:cubicBezTo>
                  <a:pt x="4315212" y="1292839"/>
                  <a:pt x="4252817" y="1330632"/>
                  <a:pt x="4229682" y="1399044"/>
                </a:cubicBezTo>
                <a:lnTo>
                  <a:pt x="4229682" y="1060831"/>
                </a:lnTo>
              </a:path>
            </a:pathLst>
          </a:custGeom>
          <a:solidFill>
            <a:schemeClr val="tx2"/>
          </a:solidFill>
          <a:ln w="17520" cap="flat">
            <a:noFill/>
            <a:prstDash val="solid"/>
            <a:miter/>
          </a:ln>
        </p:spPr>
        <p:txBody>
          <a:bodyPr rtlCol="0" anchor="ctr"/>
          <a:lstStyle/>
          <a:p>
            <a:endParaRPr lang="en-GB">
              <a:solidFill>
                <a:schemeClr val="tx1"/>
              </a:solidFill>
            </a:endParaRPr>
          </a:p>
        </p:txBody>
      </p:sp>
      <p:sp>
        <p:nvSpPr>
          <p:cNvPr id="4" name="TextBox 3">
            <a:extLst>
              <a:ext uri="{FF2B5EF4-FFF2-40B4-BE49-F238E27FC236}">
                <a16:creationId xmlns:a16="http://schemas.microsoft.com/office/drawing/2014/main" id="{8B2E1049-761C-6B59-3F0B-D9C7EF5EA23B}"/>
              </a:ext>
            </a:extLst>
          </p:cNvPr>
          <p:cNvSpPr txBox="1"/>
          <p:nvPr userDrawn="1"/>
        </p:nvSpPr>
        <p:spPr>
          <a:xfrm>
            <a:off x="9227934" y="6254750"/>
            <a:ext cx="1229504" cy="246221"/>
          </a:xfrm>
          <a:prstGeom prst="rect">
            <a:avLst/>
          </a:prstGeom>
        </p:spPr>
        <p:txBody>
          <a:bodyPr vert="horz" wrap="none" lIns="0" tIns="0" rIns="0" bIns="0" rtlCol="0">
            <a:spAutoFit/>
          </a:bodyPr>
          <a:lstStyle>
            <a:lvl1pPr lvl="0" indent="0">
              <a:lnSpc>
                <a:spcPct val="100000"/>
              </a:lnSpc>
              <a:spcBef>
                <a:spcPts val="0"/>
              </a:spcBef>
              <a:spcAft>
                <a:spcPts val="0"/>
              </a:spcAft>
              <a:buFont typeface="Arial" panose="020B0604020202020204" pitchFamily="34" charset="0"/>
              <a:buNone/>
              <a:tabLst/>
              <a:defRPr sz="1600" b="0" i="0">
                <a:solidFill>
                  <a:schemeClr val="bg1"/>
                </a:solidFill>
              </a:defRPr>
            </a:lvl1pPr>
            <a:lvl2pPr marL="0" indent="0">
              <a:lnSpc>
                <a:spcPct val="100000"/>
              </a:lnSpc>
              <a:spcBef>
                <a:spcPts val="0"/>
              </a:spcBef>
              <a:spcAft>
                <a:spcPts val="0"/>
              </a:spcAft>
              <a:buFont typeface="Arial" panose="020B0604020202020204" pitchFamily="34" charset="0"/>
              <a:buNone/>
              <a:tabLst/>
              <a:defRPr sz="800" b="0" i="0">
                <a:solidFill>
                  <a:schemeClr val="tx2"/>
                </a:solidFill>
              </a:defRPr>
            </a:lvl2pPr>
            <a:lvl3pPr marL="0" indent="0">
              <a:lnSpc>
                <a:spcPct val="100000"/>
              </a:lnSpc>
              <a:spcBef>
                <a:spcPts val="0"/>
              </a:spcBef>
              <a:spcAft>
                <a:spcPts val="0"/>
              </a:spcAft>
              <a:buFont typeface="Arial" panose="020B0604020202020204" pitchFamily="34" charset="0"/>
              <a:buNone/>
              <a:tabLst/>
              <a:defRPr sz="800" b="0" i="0">
                <a:solidFill>
                  <a:schemeClr val="tx2"/>
                </a:solidFill>
              </a:defRPr>
            </a:lvl3pPr>
            <a:lvl4pPr marL="0" indent="0">
              <a:lnSpc>
                <a:spcPct val="100000"/>
              </a:lnSpc>
              <a:spcBef>
                <a:spcPts val="0"/>
              </a:spcBef>
              <a:spcAft>
                <a:spcPts val="0"/>
              </a:spcAft>
              <a:buFont typeface="Arial" panose="020B0604020202020204" pitchFamily="34" charset="0"/>
              <a:buNone/>
              <a:tabLst/>
              <a:defRPr sz="800" b="0" i="0">
                <a:solidFill>
                  <a:schemeClr val="tx2"/>
                </a:solidFill>
              </a:defRPr>
            </a:lvl4pPr>
            <a:lvl5pPr marL="0" indent="0">
              <a:lnSpc>
                <a:spcPct val="100000"/>
              </a:lnSpc>
              <a:spcBef>
                <a:spcPts val="0"/>
              </a:spcBef>
              <a:spcAft>
                <a:spcPts val="0"/>
              </a:spcAft>
              <a:buFont typeface="Arial" panose="020B0604020202020204" pitchFamily="34" charset="0"/>
              <a:buNone/>
              <a:tabLst/>
              <a:defRPr sz="800" b="0" i="0">
                <a:solidFill>
                  <a:schemeClr val="tx2"/>
                </a:solidFill>
              </a:defRPr>
            </a:lvl5pPr>
            <a:lvl6pPr marL="0" indent="0">
              <a:lnSpc>
                <a:spcPct val="90000"/>
              </a:lnSpc>
              <a:spcBef>
                <a:spcPts val="600"/>
              </a:spcBef>
              <a:spcAft>
                <a:spcPts val="600"/>
              </a:spcAft>
              <a:buFont typeface="Arial" panose="020B0604020202020204" pitchFamily="34" charset="0"/>
              <a:buNone/>
              <a:defRPr lang="en-GB" b="0" i="0" dirty="0" smtClean="0"/>
            </a:lvl6pPr>
            <a:lvl7pPr marL="0" indent="0">
              <a:lnSpc>
                <a:spcPct val="90000"/>
              </a:lnSpc>
              <a:spcBef>
                <a:spcPts val="600"/>
              </a:spcBef>
              <a:spcAft>
                <a:spcPts val="600"/>
              </a:spcAft>
              <a:buFont typeface="Arial" panose="020B0604020202020204" pitchFamily="34" charset="0"/>
              <a:buNone/>
              <a:defRPr lang="en-GB" b="0" i="0" dirty="0" smtClean="0"/>
            </a:lvl7pPr>
            <a:lvl8pPr marL="0" indent="0">
              <a:lnSpc>
                <a:spcPct val="90000"/>
              </a:lnSpc>
              <a:spcBef>
                <a:spcPts val="600"/>
              </a:spcBef>
              <a:spcAft>
                <a:spcPts val="600"/>
              </a:spcAft>
              <a:buFont typeface="Arial" panose="020B0604020202020204" pitchFamily="34" charset="0"/>
              <a:buNone/>
              <a:defRPr lang="en-GB" b="0" i="0" dirty="0"/>
            </a:lvl8pPr>
            <a:lvl9pPr marL="0" indent="0">
              <a:lnSpc>
                <a:spcPct val="90000"/>
              </a:lnSpc>
              <a:spcBef>
                <a:spcPts val="600"/>
              </a:spcBef>
              <a:spcAft>
                <a:spcPts val="600"/>
              </a:spcAft>
              <a:buFont typeface="Arial" panose="020B0604020202020204" pitchFamily="34" charset="0"/>
              <a:buNone/>
              <a:defRPr b="0" i="0"/>
            </a:lvl9pPr>
          </a:lstStyle>
          <a:p>
            <a:pPr lvl="0"/>
            <a:r>
              <a:rPr lang="en-GB">
                <a:solidFill>
                  <a:schemeClr val="tx2"/>
                </a:solidFill>
              </a:rPr>
              <a:t>Orthopaedics</a:t>
            </a:r>
          </a:p>
        </p:txBody>
      </p:sp>
      <p:sp>
        <p:nvSpPr>
          <p:cNvPr id="8" name="Rectangle 7">
            <a:extLst>
              <a:ext uri="{FF2B5EF4-FFF2-40B4-BE49-F238E27FC236}">
                <a16:creationId xmlns:a16="http://schemas.microsoft.com/office/drawing/2014/main" id="{AC9BC3C7-F516-BC8B-D73D-D8671D3C3886}"/>
              </a:ext>
            </a:extLst>
          </p:cNvPr>
          <p:cNvSpPr/>
          <p:nvPr userDrawn="1"/>
        </p:nvSpPr>
        <p:spPr>
          <a:xfrm>
            <a:off x="9100850" y="6160934"/>
            <a:ext cx="18288" cy="3931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Tree>
    <p:extLst>
      <p:ext uri="{BB962C8B-B14F-4D97-AF65-F5344CB8AC3E}">
        <p14:creationId xmlns:p14="http://schemas.microsoft.com/office/powerpoint/2010/main" val="10247880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Large Photo with Open Foot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9B02CE1-E2DB-8E48-B172-0D852DE626F0}"/>
              </a:ext>
            </a:extLst>
          </p:cNvPr>
          <p:cNvSpPr>
            <a:spLocks noGrp="1"/>
          </p:cNvSpPr>
          <p:nvPr>
            <p:ph type="sldNum" sz="quarter" idx="10"/>
          </p:nvPr>
        </p:nvSpPr>
        <p:spPr/>
        <p:txBody>
          <a:bodyPr/>
          <a:lstStyle>
            <a:lvl1pPr>
              <a:defRPr>
                <a:solidFill>
                  <a:schemeClr val="accent1"/>
                </a:solidFill>
              </a:defRPr>
            </a:lvl1pPr>
          </a:lstStyle>
          <a:p>
            <a:fld id="{AD816501-AAE5-214E-B100-00C3DC5F5E3F}" type="slidenum">
              <a:rPr lang="en-US" smtClean="0"/>
              <a:pPr/>
              <a:t>‹#›</a:t>
            </a:fld>
            <a:endParaRPr lang="en-US"/>
          </a:p>
        </p:txBody>
      </p:sp>
      <p:sp>
        <p:nvSpPr>
          <p:cNvPr id="5" name="Picture Placeholder 4">
            <a:extLst>
              <a:ext uri="{FF2B5EF4-FFF2-40B4-BE49-F238E27FC236}">
                <a16:creationId xmlns:a16="http://schemas.microsoft.com/office/drawing/2014/main" id="{795DE8C9-BE0E-FA4A-BA82-2F7A75AEC629}"/>
              </a:ext>
            </a:extLst>
          </p:cNvPr>
          <p:cNvSpPr>
            <a:spLocks noGrp="1"/>
          </p:cNvSpPr>
          <p:nvPr>
            <p:ph type="pic" sz="quarter" idx="11"/>
          </p:nvPr>
        </p:nvSpPr>
        <p:spPr>
          <a:xfrm>
            <a:off x="0" y="1"/>
            <a:ext cx="12191999" cy="6087034"/>
          </a:xfrm>
          <a:solidFill>
            <a:schemeClr val="bg1">
              <a:lumMod val="95000"/>
            </a:schemeClr>
          </a:solidFill>
        </p:spPr>
        <p:txBody>
          <a:bodyPr anchor="ctr"/>
          <a:lstStyle>
            <a:lvl1pPr marL="0" indent="0" algn="ctr">
              <a:buNone/>
              <a:defRPr/>
            </a:lvl1pPr>
          </a:lstStyle>
          <a:p>
            <a:endParaRPr lang="en-US"/>
          </a:p>
        </p:txBody>
      </p:sp>
    </p:spTree>
    <p:extLst>
      <p:ext uri="{BB962C8B-B14F-4D97-AF65-F5344CB8AC3E}">
        <p14:creationId xmlns:p14="http://schemas.microsoft.com/office/powerpoint/2010/main" val="2492099272"/>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title, sub, LEFT HALF bullets">
    <p:spTree>
      <p:nvGrpSpPr>
        <p:cNvPr id="1" name=""/>
        <p:cNvGrpSpPr/>
        <p:nvPr/>
      </p:nvGrpSpPr>
      <p:grpSpPr>
        <a:xfrm>
          <a:off x="0" y="0"/>
          <a:ext cx="0" cy="0"/>
          <a:chOff x="0" y="0"/>
          <a:chExt cx="0" cy="0"/>
        </a:xfrm>
      </p:grpSpPr>
      <p:sp>
        <p:nvSpPr>
          <p:cNvPr id="6" name="Text Placeholder 4"/>
          <p:cNvSpPr>
            <a:spLocks noGrp="1"/>
          </p:cNvSpPr>
          <p:nvPr>
            <p:ph type="body" sz="quarter" idx="10" hasCustomPrompt="1"/>
          </p:nvPr>
        </p:nvSpPr>
        <p:spPr>
          <a:xfrm>
            <a:off x="609600" y="868059"/>
            <a:ext cx="10972800" cy="307777"/>
          </a:xfrm>
          <a:noFill/>
          <a:ln w="12700">
            <a:noFill/>
            <a:miter lim="800000"/>
            <a:headEnd/>
            <a:tailEnd/>
          </a:ln>
        </p:spPr>
        <p:txBody>
          <a:bodyPr vert="horz" wrap="square" lIns="0" tIns="0" rIns="0" bIns="0" numCol="1" anchor="t" anchorCtr="0" compatLnSpc="1">
            <a:prstTxWarp prst="textNoShape">
              <a:avLst/>
            </a:prstTxWarp>
            <a:noAutofit/>
          </a:bodyPr>
          <a:lstStyle>
            <a:lvl1pPr marL="0" indent="0">
              <a:buNone/>
              <a:defRPr lang="en-US" sz="2000" dirty="0">
                <a:solidFill>
                  <a:schemeClr val="tx2"/>
                </a:solidFill>
                <a:latin typeface="+mn-lt"/>
                <a:ea typeface="Arial Unicode MS" pitchFamily="-65" charset="0"/>
                <a:cs typeface="Arial Unicode MS" pitchFamily="-65" charset="0"/>
                <a:sym typeface="Arial" pitchFamily="-65" charset="0"/>
              </a:defRPr>
            </a:lvl1pPr>
            <a:lvl2pPr>
              <a:defRPr sz="2100"/>
            </a:lvl2pPr>
            <a:lvl3pPr>
              <a:defRPr sz="2100"/>
            </a:lvl3pPr>
            <a:lvl4pPr>
              <a:defRPr sz="2100"/>
            </a:lvl4pPr>
            <a:lvl5pPr>
              <a:defRPr sz="2100"/>
            </a:lvl5pPr>
          </a:lstStyle>
          <a:p>
            <a:pPr marL="0" lvl="0" indent="0" algn="l" rtl="0" eaLnBrk="0" fontAlgn="base" hangingPunct="0">
              <a:spcBef>
                <a:spcPts val="2100"/>
              </a:spcBef>
              <a:spcAft>
                <a:spcPct val="0"/>
              </a:spcAft>
              <a:buClr>
                <a:schemeClr val="tx1"/>
              </a:buClr>
              <a:buSzPct val="100000"/>
              <a:buFont typeface="Arial" pitchFamily="-65" charset="0"/>
              <a:buNone/>
            </a:pPr>
            <a:r>
              <a:rPr lang="en-US"/>
              <a:t>Edit Master text styles</a:t>
            </a:r>
          </a:p>
        </p:txBody>
      </p:sp>
      <p:sp>
        <p:nvSpPr>
          <p:cNvPr id="14" name="Text Placeholder 14">
            <a:extLst>
              <a:ext uri="{FF2B5EF4-FFF2-40B4-BE49-F238E27FC236}">
                <a16:creationId xmlns:a16="http://schemas.microsoft.com/office/drawing/2014/main" id="{A35A36AF-A0BE-4FF5-9657-877C1CB65431}"/>
              </a:ext>
            </a:extLst>
          </p:cNvPr>
          <p:cNvSpPr>
            <a:spLocks noGrp="1"/>
          </p:cNvSpPr>
          <p:nvPr>
            <p:ph type="body" sz="quarter" idx="19" hasCustomPrompt="1"/>
          </p:nvPr>
        </p:nvSpPr>
        <p:spPr>
          <a:xfrm>
            <a:off x="1" y="5801749"/>
            <a:ext cx="557497" cy="251942"/>
          </a:xfrm>
        </p:spPr>
        <p:txBody>
          <a:bodyPr anchor="b">
            <a:noAutofit/>
          </a:bodyPr>
          <a:lstStyle>
            <a:lvl1pPr marL="0" indent="0" algn="r">
              <a:spcBef>
                <a:spcPts val="0"/>
              </a:spcBef>
              <a:buNone/>
              <a:defRPr sz="1000">
                <a:solidFill>
                  <a:schemeClr val="tx2"/>
                </a:solidFill>
              </a:defRPr>
            </a:lvl1pPr>
            <a:lvl2pPr marL="217170" indent="0">
              <a:buNone/>
              <a:defRPr sz="1000"/>
            </a:lvl2pPr>
            <a:lvl3pPr marL="530352" indent="0">
              <a:buNone/>
              <a:defRPr sz="1000"/>
            </a:lvl3pPr>
            <a:lvl4pPr marL="896112" indent="0">
              <a:buNone/>
              <a:defRPr sz="1000"/>
            </a:lvl4pPr>
            <a:lvl5pPr marL="1296829" indent="0">
              <a:buNone/>
              <a:defRPr sz="1000"/>
            </a:lvl5pPr>
          </a:lstStyle>
          <a:p>
            <a:pPr lvl="0"/>
            <a:r>
              <a:rPr lang="en-US"/>
              <a:t>*</a:t>
            </a:r>
          </a:p>
        </p:txBody>
      </p:sp>
      <p:sp>
        <p:nvSpPr>
          <p:cNvPr id="15" name="Text Placeholder 14">
            <a:extLst>
              <a:ext uri="{FF2B5EF4-FFF2-40B4-BE49-F238E27FC236}">
                <a16:creationId xmlns:a16="http://schemas.microsoft.com/office/drawing/2014/main" id="{0B79D711-EF61-4011-9FA6-6FDB01FB1656}"/>
              </a:ext>
            </a:extLst>
          </p:cNvPr>
          <p:cNvSpPr>
            <a:spLocks noGrp="1"/>
          </p:cNvSpPr>
          <p:nvPr>
            <p:ph type="body" sz="quarter" idx="20" hasCustomPrompt="1"/>
          </p:nvPr>
        </p:nvSpPr>
        <p:spPr>
          <a:xfrm>
            <a:off x="609599" y="5801749"/>
            <a:ext cx="10980757" cy="251942"/>
          </a:xfrm>
        </p:spPr>
        <p:txBody>
          <a:bodyPr anchor="b">
            <a:noAutofit/>
          </a:bodyPr>
          <a:lstStyle>
            <a:lvl1pPr marL="0" indent="0" algn="l">
              <a:spcBef>
                <a:spcPts val="0"/>
              </a:spcBef>
              <a:buNone/>
              <a:defRPr sz="1000">
                <a:solidFill>
                  <a:schemeClr val="tx2"/>
                </a:solidFill>
              </a:defRPr>
            </a:lvl1pPr>
            <a:lvl2pPr marL="217170" indent="0">
              <a:buNone/>
              <a:defRPr sz="1000"/>
            </a:lvl2pPr>
            <a:lvl3pPr marL="530352" indent="0">
              <a:buNone/>
              <a:defRPr sz="1000"/>
            </a:lvl3pPr>
            <a:lvl4pPr marL="896112" indent="0">
              <a:buNone/>
              <a:defRPr sz="1000"/>
            </a:lvl4pPr>
            <a:lvl5pPr marL="1296829" indent="0">
              <a:buNone/>
              <a:defRPr sz="1000"/>
            </a:lvl5pPr>
          </a:lstStyle>
          <a:p>
            <a:pPr lvl="0"/>
            <a:r>
              <a:rPr lang="en-US"/>
              <a:t>Click to add footnote</a:t>
            </a:r>
          </a:p>
        </p:txBody>
      </p:sp>
      <p:sp>
        <p:nvSpPr>
          <p:cNvPr id="2" name="Title 1">
            <a:extLst>
              <a:ext uri="{FF2B5EF4-FFF2-40B4-BE49-F238E27FC236}">
                <a16:creationId xmlns:a16="http://schemas.microsoft.com/office/drawing/2014/main" id="{C4A52491-CA22-4328-97AB-8EE9D2FAF2EE}"/>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B3778AE-4C3E-40AD-9573-E0858D431205}"/>
              </a:ext>
            </a:extLst>
          </p:cNvPr>
          <p:cNvSpPr>
            <a:spLocks noGrp="1"/>
          </p:cNvSpPr>
          <p:nvPr>
            <p:ph type="sldNum" sz="quarter" idx="21"/>
          </p:nvPr>
        </p:nvSpPr>
        <p:spPr/>
        <p:txBody>
          <a:bodyPr/>
          <a:lstStyle/>
          <a:p>
            <a:fld id="{AD816501-AAE5-214E-B100-00C3DC5F5E3F}" type="slidenum">
              <a:rPr lang="en-US" smtClean="0"/>
              <a:pPr/>
              <a:t>‹#›</a:t>
            </a:fld>
            <a:endParaRPr lang="en-US"/>
          </a:p>
        </p:txBody>
      </p:sp>
      <p:sp>
        <p:nvSpPr>
          <p:cNvPr id="11" name="Content Placeholder 4">
            <a:extLst>
              <a:ext uri="{FF2B5EF4-FFF2-40B4-BE49-F238E27FC236}">
                <a16:creationId xmlns:a16="http://schemas.microsoft.com/office/drawing/2014/main" id="{FD50DC96-D21B-4D16-93D7-9A8D148BBEC4}"/>
              </a:ext>
            </a:extLst>
          </p:cNvPr>
          <p:cNvSpPr>
            <a:spLocks noGrp="1"/>
          </p:cNvSpPr>
          <p:nvPr>
            <p:ph sz="quarter" idx="22"/>
          </p:nvPr>
        </p:nvSpPr>
        <p:spPr>
          <a:xfrm>
            <a:off x="609600" y="1713180"/>
            <a:ext cx="5394960" cy="4088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a:extLst>
              <a:ext uri="{FF2B5EF4-FFF2-40B4-BE49-F238E27FC236}">
                <a16:creationId xmlns:a16="http://schemas.microsoft.com/office/drawing/2014/main" id="{694F8BE6-6407-4DDB-837A-578478BA1FEF}"/>
              </a:ext>
            </a:extLst>
          </p:cNvPr>
          <p:cNvSpPr>
            <a:spLocks noGrp="1"/>
          </p:cNvSpPr>
          <p:nvPr>
            <p:ph sz="quarter" idx="23"/>
          </p:nvPr>
        </p:nvSpPr>
        <p:spPr>
          <a:xfrm>
            <a:off x="6187440" y="1713180"/>
            <a:ext cx="5394960" cy="4088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2647996951"/>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Main Content With Subhead">
    <p:spTree>
      <p:nvGrpSpPr>
        <p:cNvPr id="1" name=""/>
        <p:cNvGrpSpPr/>
        <p:nvPr/>
      </p:nvGrpSpPr>
      <p:grpSpPr>
        <a:xfrm>
          <a:off x="0" y="0"/>
          <a:ext cx="0" cy="0"/>
          <a:chOff x="0" y="0"/>
          <a:chExt cx="0" cy="0"/>
        </a:xfrm>
      </p:grpSpPr>
      <p:sp>
        <p:nvSpPr>
          <p:cNvPr id="12" name="Content Placeholder 11"/>
          <p:cNvSpPr>
            <a:spLocks noGrp="1"/>
          </p:cNvSpPr>
          <p:nvPr>
            <p:ph sz="quarter" idx="10"/>
          </p:nvPr>
        </p:nvSpPr>
        <p:spPr>
          <a:xfrm>
            <a:off x="447040" y="1851660"/>
            <a:ext cx="8845973"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7"/>
          <p:cNvSpPr>
            <a:spLocks noGrp="1"/>
          </p:cNvSpPr>
          <p:nvPr>
            <p:ph type="body" sz="quarter" idx="15"/>
          </p:nvPr>
        </p:nvSpPr>
        <p:spPr>
          <a:xfrm>
            <a:off x="447447" y="1348106"/>
            <a:ext cx="8845567" cy="486473"/>
          </a:xfrm>
        </p:spPr>
        <p:txBody>
          <a:bodyPr anchor="t">
            <a:noAutofit/>
          </a:bodyPr>
          <a:lstStyle>
            <a:lvl1pPr marL="0" indent="0">
              <a:lnSpc>
                <a:spcPct val="130000"/>
              </a:lnSpc>
              <a:spcBef>
                <a:spcPts val="533"/>
              </a:spcBef>
              <a:spcAft>
                <a:spcPts val="533"/>
              </a:spcAft>
              <a:buClr>
                <a:schemeClr val="accent4"/>
              </a:buClr>
              <a:buFont typeface="Arial"/>
              <a:buNone/>
              <a:defRPr sz="2400" b="1">
                <a:solidFill>
                  <a:srgbClr val="642667"/>
                </a:solidFill>
              </a:defRPr>
            </a:lvl1pPr>
            <a:lvl2pPr marL="0" indent="0">
              <a:lnSpc>
                <a:spcPct val="100000"/>
              </a:lnSpc>
              <a:spcBef>
                <a:spcPts val="0"/>
              </a:spcBef>
              <a:spcAft>
                <a:spcPts val="267"/>
              </a:spcAft>
              <a:buClr>
                <a:schemeClr val="bg2"/>
              </a:buClr>
              <a:buFontTx/>
              <a:buNone/>
              <a:defRPr sz="2000">
                <a:solidFill>
                  <a:srgbClr val="4D4F53"/>
                </a:solidFill>
              </a:defRPr>
            </a:lvl2pPr>
            <a:lvl3pPr marL="0" indent="0">
              <a:lnSpc>
                <a:spcPct val="100000"/>
              </a:lnSpc>
              <a:spcBef>
                <a:spcPts val="0"/>
              </a:spcBef>
              <a:spcAft>
                <a:spcPts val="267"/>
              </a:spcAft>
              <a:buClr>
                <a:schemeClr val="bg2"/>
              </a:buClr>
              <a:buFontTx/>
              <a:buNone/>
              <a:defRPr sz="2000">
                <a:solidFill>
                  <a:srgbClr val="4D4F53"/>
                </a:solidFill>
              </a:defRPr>
            </a:lvl3pPr>
            <a:lvl4pPr marL="0" indent="0">
              <a:lnSpc>
                <a:spcPct val="100000"/>
              </a:lnSpc>
              <a:spcBef>
                <a:spcPts val="0"/>
              </a:spcBef>
              <a:spcAft>
                <a:spcPts val="267"/>
              </a:spcAft>
              <a:buClr>
                <a:schemeClr val="bg2"/>
              </a:buClr>
              <a:buFontTx/>
              <a:buNone/>
              <a:defRPr sz="2000">
                <a:solidFill>
                  <a:srgbClr val="4D4F53"/>
                </a:solidFill>
              </a:defRPr>
            </a:lvl4pPr>
            <a:lvl5pPr marL="0" indent="0">
              <a:lnSpc>
                <a:spcPct val="100000"/>
              </a:lnSpc>
              <a:spcBef>
                <a:spcPts val="0"/>
              </a:spcBef>
              <a:spcAft>
                <a:spcPts val="267"/>
              </a:spcAft>
              <a:buClr>
                <a:schemeClr val="bg2"/>
              </a:buClr>
              <a:buFontTx/>
              <a:buNone/>
              <a:defRPr sz="2000">
                <a:solidFill>
                  <a:srgbClr val="4D4F53"/>
                </a:solidFill>
              </a:defRPr>
            </a:lvl5pPr>
          </a:lstStyle>
          <a:p>
            <a:pPr lvl="0"/>
            <a:r>
              <a:rPr lang="en-US"/>
              <a:t>Click to edit Master text styles</a:t>
            </a:r>
          </a:p>
        </p:txBody>
      </p:sp>
      <p:sp>
        <p:nvSpPr>
          <p:cNvPr id="9" name="Title 1"/>
          <p:cNvSpPr>
            <a:spLocks noGrp="1"/>
          </p:cNvSpPr>
          <p:nvPr>
            <p:ph type="title"/>
          </p:nvPr>
        </p:nvSpPr>
        <p:spPr>
          <a:xfrm>
            <a:off x="444502" y="355601"/>
            <a:ext cx="8848513" cy="998703"/>
          </a:xfrm>
        </p:spPr>
        <p:txBody>
          <a:bodyPr/>
          <a:lstStyle/>
          <a:p>
            <a:r>
              <a:rPr lang="en-US"/>
              <a:t>Click to edit Master title style</a:t>
            </a:r>
          </a:p>
        </p:txBody>
      </p:sp>
    </p:spTree>
    <p:extLst>
      <p:ext uri="{BB962C8B-B14F-4D97-AF65-F5344CB8AC3E}">
        <p14:creationId xmlns:p14="http://schemas.microsoft.com/office/powerpoint/2010/main" val="1511679758"/>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7.xml"/><Relationship Id="rId18" Type="http://schemas.openxmlformats.org/officeDocument/2006/relationships/slideLayout" Target="../slideLayouts/slideLayout72.xml"/><Relationship Id="rId26" Type="http://schemas.openxmlformats.org/officeDocument/2006/relationships/slideLayout" Target="../slideLayouts/slideLayout80.xml"/><Relationship Id="rId39" Type="http://schemas.openxmlformats.org/officeDocument/2006/relationships/slideLayout" Target="../slideLayouts/slideLayout93.xml"/><Relationship Id="rId21" Type="http://schemas.openxmlformats.org/officeDocument/2006/relationships/slideLayout" Target="../slideLayouts/slideLayout75.xml"/><Relationship Id="rId34" Type="http://schemas.openxmlformats.org/officeDocument/2006/relationships/slideLayout" Target="../slideLayouts/slideLayout88.xml"/><Relationship Id="rId42" Type="http://schemas.openxmlformats.org/officeDocument/2006/relationships/slideLayout" Target="../slideLayouts/slideLayout96.xml"/><Relationship Id="rId47" Type="http://schemas.openxmlformats.org/officeDocument/2006/relationships/slideLayout" Target="../slideLayouts/slideLayout101.xml"/><Relationship Id="rId50" Type="http://schemas.openxmlformats.org/officeDocument/2006/relationships/theme" Target="../theme/theme2.xml"/><Relationship Id="rId7" Type="http://schemas.openxmlformats.org/officeDocument/2006/relationships/slideLayout" Target="../slideLayouts/slideLayout61.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9" Type="http://schemas.openxmlformats.org/officeDocument/2006/relationships/slideLayout" Target="../slideLayouts/slideLayout83.xml"/><Relationship Id="rId11" Type="http://schemas.openxmlformats.org/officeDocument/2006/relationships/slideLayout" Target="../slideLayouts/slideLayout65.xml"/><Relationship Id="rId24" Type="http://schemas.openxmlformats.org/officeDocument/2006/relationships/slideLayout" Target="../slideLayouts/slideLayout78.xml"/><Relationship Id="rId32" Type="http://schemas.openxmlformats.org/officeDocument/2006/relationships/slideLayout" Target="../slideLayouts/slideLayout86.xml"/><Relationship Id="rId37" Type="http://schemas.openxmlformats.org/officeDocument/2006/relationships/slideLayout" Target="../slideLayouts/slideLayout91.xml"/><Relationship Id="rId40" Type="http://schemas.openxmlformats.org/officeDocument/2006/relationships/slideLayout" Target="../slideLayouts/slideLayout94.xml"/><Relationship Id="rId45" Type="http://schemas.openxmlformats.org/officeDocument/2006/relationships/slideLayout" Target="../slideLayouts/slideLayout99.xml"/><Relationship Id="rId53" Type="http://schemas.openxmlformats.org/officeDocument/2006/relationships/image" Target="../media/image1.emf"/><Relationship Id="rId5" Type="http://schemas.openxmlformats.org/officeDocument/2006/relationships/slideLayout" Target="../slideLayouts/slideLayout59.xml"/><Relationship Id="rId10" Type="http://schemas.openxmlformats.org/officeDocument/2006/relationships/slideLayout" Target="../slideLayouts/slideLayout64.xml"/><Relationship Id="rId19" Type="http://schemas.openxmlformats.org/officeDocument/2006/relationships/slideLayout" Target="../slideLayouts/slideLayout73.xml"/><Relationship Id="rId31" Type="http://schemas.openxmlformats.org/officeDocument/2006/relationships/slideLayout" Target="../slideLayouts/slideLayout85.xml"/><Relationship Id="rId44" Type="http://schemas.openxmlformats.org/officeDocument/2006/relationships/slideLayout" Target="../slideLayouts/slideLayout98.xml"/><Relationship Id="rId52" Type="http://schemas.openxmlformats.org/officeDocument/2006/relationships/oleObject" Target="../embeddings/oleObject1.bin"/><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 Id="rId22" Type="http://schemas.openxmlformats.org/officeDocument/2006/relationships/slideLayout" Target="../slideLayouts/slideLayout76.xml"/><Relationship Id="rId27" Type="http://schemas.openxmlformats.org/officeDocument/2006/relationships/slideLayout" Target="../slideLayouts/slideLayout81.xml"/><Relationship Id="rId30" Type="http://schemas.openxmlformats.org/officeDocument/2006/relationships/slideLayout" Target="../slideLayouts/slideLayout84.xml"/><Relationship Id="rId35" Type="http://schemas.openxmlformats.org/officeDocument/2006/relationships/slideLayout" Target="../slideLayouts/slideLayout89.xml"/><Relationship Id="rId43" Type="http://schemas.openxmlformats.org/officeDocument/2006/relationships/slideLayout" Target="../slideLayouts/slideLayout97.xml"/><Relationship Id="rId48" Type="http://schemas.openxmlformats.org/officeDocument/2006/relationships/slideLayout" Target="../slideLayouts/slideLayout102.xml"/><Relationship Id="rId8" Type="http://schemas.openxmlformats.org/officeDocument/2006/relationships/slideLayout" Target="../slideLayouts/slideLayout62.xml"/><Relationship Id="rId51" Type="http://schemas.openxmlformats.org/officeDocument/2006/relationships/tags" Target="../tags/tag2.xml"/><Relationship Id="rId3" Type="http://schemas.openxmlformats.org/officeDocument/2006/relationships/slideLayout" Target="../slideLayouts/slideLayout57.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5" Type="http://schemas.openxmlformats.org/officeDocument/2006/relationships/slideLayout" Target="../slideLayouts/slideLayout79.xml"/><Relationship Id="rId33" Type="http://schemas.openxmlformats.org/officeDocument/2006/relationships/slideLayout" Target="../slideLayouts/slideLayout87.xml"/><Relationship Id="rId38" Type="http://schemas.openxmlformats.org/officeDocument/2006/relationships/slideLayout" Target="../slideLayouts/slideLayout92.xml"/><Relationship Id="rId46" Type="http://schemas.openxmlformats.org/officeDocument/2006/relationships/slideLayout" Target="../slideLayouts/slideLayout100.xml"/><Relationship Id="rId20" Type="http://schemas.openxmlformats.org/officeDocument/2006/relationships/slideLayout" Target="../slideLayouts/slideLayout74.xml"/><Relationship Id="rId41" Type="http://schemas.openxmlformats.org/officeDocument/2006/relationships/slideLayout" Target="../slideLayouts/slideLayout95.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5" Type="http://schemas.openxmlformats.org/officeDocument/2006/relationships/slideLayout" Target="../slideLayouts/slideLayout69.xml"/><Relationship Id="rId23" Type="http://schemas.openxmlformats.org/officeDocument/2006/relationships/slideLayout" Target="../slideLayouts/slideLayout77.xml"/><Relationship Id="rId28" Type="http://schemas.openxmlformats.org/officeDocument/2006/relationships/slideLayout" Target="../slideLayouts/slideLayout82.xml"/><Relationship Id="rId36" Type="http://schemas.openxmlformats.org/officeDocument/2006/relationships/slideLayout" Target="../slideLayouts/slideLayout90.xml"/><Relationship Id="rId49" Type="http://schemas.openxmlformats.org/officeDocument/2006/relationships/slideLayout" Target="../slideLayouts/slideLayout10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D3AC25-83CD-60B4-726C-FF80D1E34156}"/>
              </a:ext>
            </a:extLst>
          </p:cNvPr>
          <p:cNvSpPr>
            <a:spLocks noGrp="1"/>
          </p:cNvSpPr>
          <p:nvPr>
            <p:ph type="title"/>
          </p:nvPr>
        </p:nvSpPr>
        <p:spPr>
          <a:xfrm>
            <a:off x="288303" y="262267"/>
            <a:ext cx="9649446" cy="468590"/>
          </a:xfrm>
          <a:prstGeom prst="rect">
            <a:avLst/>
          </a:prstGeom>
        </p:spPr>
        <p:txBody>
          <a:bodyPr vert="horz" wrap="square" lIns="0" tIns="0" rIns="0" bIns="0" rtlCol="0" anchor="t">
            <a:sp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B6C014F-3AB8-1D05-B6D7-A26746AAF1A0}"/>
              </a:ext>
            </a:extLst>
          </p:cNvPr>
          <p:cNvSpPr>
            <a:spLocks noGrp="1"/>
          </p:cNvSpPr>
          <p:nvPr>
            <p:ph type="body" idx="1"/>
          </p:nvPr>
        </p:nvSpPr>
        <p:spPr>
          <a:xfrm>
            <a:off x="289384" y="1822451"/>
            <a:ext cx="11610516" cy="394334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C2DB68EF-BA48-F4BC-BE79-97134696D633}"/>
              </a:ext>
            </a:extLst>
          </p:cNvPr>
          <p:cNvSpPr>
            <a:spLocks noGrp="1"/>
          </p:cNvSpPr>
          <p:nvPr>
            <p:ph type="ftr" sz="quarter" idx="3"/>
          </p:nvPr>
        </p:nvSpPr>
        <p:spPr>
          <a:xfrm>
            <a:off x="288259" y="5966467"/>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endParaRPr lang="en-US" b="0" i="0">
              <a:effectLst/>
            </a:endParaRPr>
          </a:p>
        </p:txBody>
      </p:sp>
      <p:sp>
        <p:nvSpPr>
          <p:cNvPr id="6" name="Slide Number Placeholder 5">
            <a:extLst>
              <a:ext uri="{FF2B5EF4-FFF2-40B4-BE49-F238E27FC236}">
                <a16:creationId xmlns:a16="http://schemas.microsoft.com/office/drawing/2014/main" id="{150AF38A-4788-8D76-5A2D-056814C2D2C7}"/>
              </a:ext>
            </a:extLst>
          </p:cNvPr>
          <p:cNvSpPr>
            <a:spLocks noGrp="1"/>
          </p:cNvSpPr>
          <p:nvPr>
            <p:ph type="sldNum" sz="quarter" idx="4"/>
          </p:nvPr>
        </p:nvSpPr>
        <p:spPr>
          <a:xfrm>
            <a:off x="11581942" y="6426024"/>
            <a:ext cx="320674" cy="153463"/>
          </a:xfrm>
          <a:prstGeom prst="rect">
            <a:avLst/>
          </a:prstGeom>
        </p:spPr>
        <p:txBody>
          <a:bodyPr vert="horz" lIns="0" tIns="0" rIns="0" bIns="0" rtlCol="0" anchor="ctr"/>
          <a:lstStyle>
            <a:lvl1pPr algn="r">
              <a:lnSpc>
                <a:spcPct val="110000"/>
              </a:lnSpc>
              <a:spcBef>
                <a:spcPts val="600"/>
              </a:spcBef>
              <a:spcAft>
                <a:spcPts val="600"/>
              </a:spcAft>
              <a:defRPr sz="900" b="0" i="0">
                <a:solidFill>
                  <a:schemeClr val="tx1"/>
                </a:solidFill>
                <a:latin typeface="+mn-lt"/>
              </a:defRPr>
            </a:lvl1pPr>
          </a:lstStyle>
          <a:p>
            <a:fld id="{AEC8D767-5246-2244-A4A3-B8AFB218393C}" type="slidenum">
              <a:rPr lang="en-GB" smtClean="0"/>
              <a:pPr/>
              <a:t>‹#›</a:t>
            </a:fld>
            <a:endParaRPr lang="en-GB"/>
          </a:p>
        </p:txBody>
      </p:sp>
      <p:grpSp>
        <p:nvGrpSpPr>
          <p:cNvPr id="7" name="Group 6">
            <a:extLst>
              <a:ext uri="{FF2B5EF4-FFF2-40B4-BE49-F238E27FC236}">
                <a16:creationId xmlns:a16="http://schemas.microsoft.com/office/drawing/2014/main" id="{75125344-31ED-E51B-6EC7-27B513FDD836}"/>
              </a:ext>
            </a:extLst>
          </p:cNvPr>
          <p:cNvGrpSpPr/>
          <p:nvPr userDrawn="1"/>
        </p:nvGrpSpPr>
        <p:grpSpPr>
          <a:xfrm>
            <a:off x="10432940" y="6418009"/>
            <a:ext cx="1069848" cy="150269"/>
            <a:chOff x="10830507" y="6418009"/>
            <a:chExt cx="1069848" cy="150269"/>
          </a:xfrm>
        </p:grpSpPr>
        <p:sp>
          <p:nvSpPr>
            <p:cNvPr id="4" name="TextBox 3">
              <a:extLst>
                <a:ext uri="{FF2B5EF4-FFF2-40B4-BE49-F238E27FC236}">
                  <a16:creationId xmlns:a16="http://schemas.microsoft.com/office/drawing/2014/main" id="{315AA1C3-047C-B1DE-BF6D-20B72256A64F}"/>
                </a:ext>
              </a:extLst>
            </p:cNvPr>
            <p:cNvSpPr txBox="1"/>
            <p:nvPr userDrawn="1"/>
          </p:nvSpPr>
          <p:spPr>
            <a:xfrm>
              <a:off x="10940235" y="6430164"/>
              <a:ext cx="960120" cy="138114"/>
            </a:xfrm>
            <a:prstGeom prst="rect">
              <a:avLst/>
            </a:prstGeom>
            <a:noFill/>
          </p:spPr>
          <p:txBody>
            <a:bodyPr wrap="square" lIns="0" tIns="0" rIns="0" bIns="0" rtlCol="0" anchor="ctr" anchorCtr="0">
              <a:noAutofit/>
            </a:bodyPr>
            <a:lstStyle/>
            <a:p>
              <a:pPr algn="l"/>
              <a:r>
                <a:rPr lang="en-US" sz="1100" kern="1200">
                  <a:solidFill>
                    <a:schemeClr val="accent1"/>
                  </a:solidFill>
                  <a:latin typeface="+mn-lt"/>
                  <a:ea typeface="+mn-ea"/>
                  <a:cs typeface="+mn-cs"/>
                </a:rPr>
                <a:t>Orthopaedics</a:t>
              </a:r>
            </a:p>
          </p:txBody>
        </p:sp>
        <p:sp>
          <p:nvSpPr>
            <p:cNvPr id="8" name="Rectangle 7">
              <a:extLst>
                <a:ext uri="{FF2B5EF4-FFF2-40B4-BE49-F238E27FC236}">
                  <a16:creationId xmlns:a16="http://schemas.microsoft.com/office/drawing/2014/main" id="{F2A53E1A-DB30-3C4E-32D5-0ABD1ECD388E}"/>
                </a:ext>
              </a:extLst>
            </p:cNvPr>
            <p:cNvSpPr/>
            <p:nvPr userDrawn="1"/>
          </p:nvSpPr>
          <p:spPr>
            <a:xfrm>
              <a:off x="10830507" y="6418009"/>
              <a:ext cx="18288" cy="1463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grpSp>
      <p:sp>
        <p:nvSpPr>
          <p:cNvPr id="9" name="Graphic 8">
            <a:extLst>
              <a:ext uri="{FF2B5EF4-FFF2-40B4-BE49-F238E27FC236}">
                <a16:creationId xmlns:a16="http://schemas.microsoft.com/office/drawing/2014/main" id="{12F6E994-C94A-8A0D-AF13-79AA488E2D5D}"/>
              </a:ext>
            </a:extLst>
          </p:cNvPr>
          <p:cNvSpPr>
            <a:spLocks noChangeAspect="1"/>
          </p:cNvSpPr>
          <p:nvPr userDrawn="1"/>
        </p:nvSpPr>
        <p:spPr>
          <a:xfrm>
            <a:off x="288304" y="6417655"/>
            <a:ext cx="1159200" cy="144618"/>
          </a:xfrm>
          <a:custGeom>
            <a:avLst/>
            <a:gdLst>
              <a:gd name="connsiteX0" fmla="*/ 5490245 w 10740954"/>
              <a:gd name="connsiteY0" fmla="*/ 754143 h 1339999"/>
              <a:gd name="connsiteX1" fmla="*/ 5740115 w 10740954"/>
              <a:gd name="connsiteY1" fmla="*/ 501451 h 1339999"/>
              <a:gd name="connsiteX2" fmla="*/ 5964018 w 10740954"/>
              <a:gd name="connsiteY2" fmla="*/ 754143 h 1339999"/>
              <a:gd name="connsiteX3" fmla="*/ 5490245 w 10740954"/>
              <a:gd name="connsiteY3" fmla="*/ 754143 h 1339999"/>
              <a:gd name="connsiteX4" fmla="*/ 5739850 w 10740954"/>
              <a:gd name="connsiteY4" fmla="*/ 377202 h 1339999"/>
              <a:gd name="connsiteX5" fmla="*/ 5325432 w 10740954"/>
              <a:gd name="connsiteY5" fmla="*/ 860567 h 1339999"/>
              <a:gd name="connsiteX6" fmla="*/ 5739850 w 10740954"/>
              <a:gd name="connsiteY6" fmla="*/ 1329252 h 1339999"/>
              <a:gd name="connsiteX7" fmla="*/ 6117437 w 10740954"/>
              <a:gd name="connsiteY7" fmla="*/ 1030950 h 1339999"/>
              <a:gd name="connsiteX8" fmla="*/ 5976736 w 10740954"/>
              <a:gd name="connsiteY8" fmla="*/ 994252 h 1339999"/>
              <a:gd name="connsiteX9" fmla="*/ 5754689 w 10740954"/>
              <a:gd name="connsiteY9" fmla="*/ 1201071 h 1339999"/>
              <a:gd name="connsiteX10" fmla="*/ 5484416 w 10740954"/>
              <a:gd name="connsiteY10" fmla="*/ 862402 h 1339999"/>
              <a:gd name="connsiteX11" fmla="*/ 6119027 w 10740954"/>
              <a:gd name="connsiteY11" fmla="*/ 862402 h 1339999"/>
              <a:gd name="connsiteX12" fmla="*/ 6119027 w 10740954"/>
              <a:gd name="connsiteY12" fmla="*/ 811025 h 1339999"/>
              <a:gd name="connsiteX13" fmla="*/ 5739850 w 10740954"/>
              <a:gd name="connsiteY13" fmla="*/ 377202 h 1339999"/>
              <a:gd name="connsiteX14" fmla="*/ 8274584 w 10740954"/>
              <a:gd name="connsiteY14" fmla="*/ 754143 h 1339999"/>
              <a:gd name="connsiteX15" fmla="*/ 8524454 w 10740954"/>
              <a:gd name="connsiteY15" fmla="*/ 501451 h 1339999"/>
              <a:gd name="connsiteX16" fmla="*/ 8748356 w 10740954"/>
              <a:gd name="connsiteY16" fmla="*/ 754143 h 1339999"/>
              <a:gd name="connsiteX17" fmla="*/ 8274584 w 10740954"/>
              <a:gd name="connsiteY17" fmla="*/ 754143 h 1339999"/>
              <a:gd name="connsiteX18" fmla="*/ 8524454 w 10740954"/>
              <a:gd name="connsiteY18" fmla="*/ 377202 h 1339999"/>
              <a:gd name="connsiteX19" fmla="*/ 8110035 w 10740954"/>
              <a:gd name="connsiteY19" fmla="*/ 860567 h 1339999"/>
              <a:gd name="connsiteX20" fmla="*/ 8524454 w 10740954"/>
              <a:gd name="connsiteY20" fmla="*/ 1329252 h 1339999"/>
              <a:gd name="connsiteX21" fmla="*/ 8902041 w 10740954"/>
              <a:gd name="connsiteY21" fmla="*/ 1030950 h 1339999"/>
              <a:gd name="connsiteX22" fmla="*/ 8761340 w 10740954"/>
              <a:gd name="connsiteY22" fmla="*/ 994252 h 1339999"/>
              <a:gd name="connsiteX23" fmla="*/ 8539292 w 10740954"/>
              <a:gd name="connsiteY23" fmla="*/ 1201071 h 1339999"/>
              <a:gd name="connsiteX24" fmla="*/ 8269019 w 10740954"/>
              <a:gd name="connsiteY24" fmla="*/ 862402 h 1339999"/>
              <a:gd name="connsiteX25" fmla="*/ 8903630 w 10740954"/>
              <a:gd name="connsiteY25" fmla="*/ 862402 h 1339999"/>
              <a:gd name="connsiteX26" fmla="*/ 8903630 w 10740954"/>
              <a:gd name="connsiteY26" fmla="*/ 811025 h 1339999"/>
              <a:gd name="connsiteX27" fmla="*/ 8524454 w 10740954"/>
              <a:gd name="connsiteY27" fmla="*/ 377202 h 1339999"/>
              <a:gd name="connsiteX28" fmla="*/ 9484716 w 10740954"/>
              <a:gd name="connsiteY28" fmla="*/ 377202 h 1339999"/>
              <a:gd name="connsiteX29" fmla="*/ 9059169 w 10740954"/>
              <a:gd name="connsiteY29" fmla="*/ 862402 h 1339999"/>
              <a:gd name="connsiteX30" fmla="*/ 9477297 w 10740954"/>
              <a:gd name="connsiteY30" fmla="*/ 1329252 h 1339999"/>
              <a:gd name="connsiteX31" fmla="*/ 9856739 w 10740954"/>
              <a:gd name="connsiteY31" fmla="*/ 1003427 h 1339999"/>
              <a:gd name="connsiteX32" fmla="*/ 9710473 w 10740954"/>
              <a:gd name="connsiteY32" fmla="*/ 968564 h 1339999"/>
              <a:gd name="connsiteX33" fmla="*/ 9488426 w 10740954"/>
              <a:gd name="connsiteY33" fmla="*/ 1199236 h 1339999"/>
              <a:gd name="connsiteX34" fmla="*/ 9220008 w 10740954"/>
              <a:gd name="connsiteY34" fmla="*/ 851392 h 1339999"/>
              <a:gd name="connsiteX35" fmla="*/ 9481006 w 10740954"/>
              <a:gd name="connsiteY35" fmla="*/ 507218 h 1339999"/>
              <a:gd name="connsiteX36" fmla="*/ 9710473 w 10740954"/>
              <a:gd name="connsiteY36" fmla="*/ 726881 h 1339999"/>
              <a:gd name="connsiteX37" fmla="*/ 9856739 w 10740954"/>
              <a:gd name="connsiteY37" fmla="*/ 692018 h 1339999"/>
              <a:gd name="connsiteX38" fmla="*/ 9484716 w 10740954"/>
              <a:gd name="connsiteY38" fmla="*/ 377202 h 1339999"/>
              <a:gd name="connsiteX39" fmla="*/ 5112923 w 10740954"/>
              <a:gd name="connsiteY39" fmla="*/ 29358 h 1339999"/>
              <a:gd name="connsiteX40" fmla="*/ 4868618 w 10740954"/>
              <a:gd name="connsiteY40" fmla="*/ 29358 h 1339999"/>
              <a:gd name="connsiteX41" fmla="*/ 4485467 w 10740954"/>
              <a:gd name="connsiteY41" fmla="*/ 1061881 h 1339999"/>
              <a:gd name="connsiteX42" fmla="*/ 4100726 w 10740954"/>
              <a:gd name="connsiteY42" fmla="*/ 29358 h 1339999"/>
              <a:gd name="connsiteX43" fmla="*/ 3845291 w 10740954"/>
              <a:gd name="connsiteY43" fmla="*/ 29358 h 1339999"/>
              <a:gd name="connsiteX44" fmla="*/ 3845291 w 10740954"/>
              <a:gd name="connsiteY44" fmla="*/ 1310641 h 1339999"/>
              <a:gd name="connsiteX45" fmla="*/ 4006130 w 10740954"/>
              <a:gd name="connsiteY45" fmla="*/ 1310641 h 1339999"/>
              <a:gd name="connsiteX46" fmla="*/ 4006130 w 10740954"/>
              <a:gd name="connsiteY46" fmla="*/ 206819 h 1339999"/>
              <a:gd name="connsiteX47" fmla="*/ 4418694 w 10740954"/>
              <a:gd name="connsiteY47" fmla="*/ 1310641 h 1339999"/>
              <a:gd name="connsiteX48" fmla="*/ 4542701 w 10740954"/>
              <a:gd name="connsiteY48" fmla="*/ 1310641 h 1339999"/>
              <a:gd name="connsiteX49" fmla="*/ 4951820 w 10740954"/>
              <a:gd name="connsiteY49" fmla="*/ 204984 h 1339999"/>
              <a:gd name="connsiteX50" fmla="*/ 4951820 w 10740954"/>
              <a:gd name="connsiteY50" fmla="*/ 1310641 h 1339999"/>
              <a:gd name="connsiteX51" fmla="*/ 5112923 w 10740954"/>
              <a:gd name="connsiteY51" fmla="*/ 1310641 h 1339999"/>
              <a:gd name="connsiteX52" fmla="*/ 5112923 w 10740954"/>
              <a:gd name="connsiteY52" fmla="*/ 29358 h 1339999"/>
              <a:gd name="connsiteX53" fmla="*/ 6688984 w 10740954"/>
              <a:gd name="connsiteY53" fmla="*/ 1198974 h 1339999"/>
              <a:gd name="connsiteX54" fmla="*/ 6435405 w 10740954"/>
              <a:gd name="connsiteY54" fmla="*/ 852965 h 1339999"/>
              <a:gd name="connsiteX55" fmla="*/ 6688984 w 10740954"/>
              <a:gd name="connsiteY55" fmla="*/ 506956 h 1339999"/>
              <a:gd name="connsiteX56" fmla="*/ 6942564 w 10740954"/>
              <a:gd name="connsiteY56" fmla="*/ 852965 h 1339999"/>
              <a:gd name="connsiteX57" fmla="*/ 6688984 w 10740954"/>
              <a:gd name="connsiteY57" fmla="*/ 1198974 h 1339999"/>
              <a:gd name="connsiteX58" fmla="*/ 7092538 w 10740954"/>
              <a:gd name="connsiteY58" fmla="*/ 29358 h 1339999"/>
              <a:gd name="connsiteX59" fmla="*/ 6938854 w 10740954"/>
              <a:gd name="connsiteY59" fmla="*/ 29358 h 1339999"/>
              <a:gd name="connsiteX60" fmla="*/ 6938854 w 10740954"/>
              <a:gd name="connsiteY60" fmla="*/ 571177 h 1339999"/>
              <a:gd name="connsiteX61" fmla="*/ 6663017 w 10740954"/>
              <a:gd name="connsiteY61" fmla="*/ 377202 h 1339999"/>
              <a:gd name="connsiteX62" fmla="*/ 6274301 w 10740954"/>
              <a:gd name="connsiteY62" fmla="*/ 858732 h 1339999"/>
              <a:gd name="connsiteX63" fmla="*/ 6650033 w 10740954"/>
              <a:gd name="connsiteY63" fmla="*/ 1329252 h 1339999"/>
              <a:gd name="connsiteX64" fmla="*/ 6938854 w 10740954"/>
              <a:gd name="connsiteY64" fmla="*/ 1126103 h 1339999"/>
              <a:gd name="connsiteX65" fmla="*/ 6938854 w 10740954"/>
              <a:gd name="connsiteY65" fmla="*/ 1195567 h 1339999"/>
              <a:gd name="connsiteX66" fmla="*/ 6948128 w 10740954"/>
              <a:gd name="connsiteY66" fmla="*/ 1310903 h 1339999"/>
              <a:gd name="connsiteX67" fmla="*/ 7103667 w 10740954"/>
              <a:gd name="connsiteY67" fmla="*/ 1310903 h 1339999"/>
              <a:gd name="connsiteX68" fmla="*/ 7092538 w 10740954"/>
              <a:gd name="connsiteY68" fmla="*/ 1120598 h 1339999"/>
              <a:gd name="connsiteX69" fmla="*/ 7092538 w 10740954"/>
              <a:gd name="connsiteY69" fmla="*/ 29358 h 1339999"/>
              <a:gd name="connsiteX70" fmla="*/ 8258155 w 10740954"/>
              <a:gd name="connsiteY70" fmla="*/ 29358 h 1339999"/>
              <a:gd name="connsiteX71" fmla="*/ 7258942 w 10740954"/>
              <a:gd name="connsiteY71" fmla="*/ 29358 h 1339999"/>
              <a:gd name="connsiteX72" fmla="*/ 7258942 w 10740954"/>
              <a:gd name="connsiteY72" fmla="*/ 163044 h 1339999"/>
              <a:gd name="connsiteX73" fmla="*/ 7678924 w 10740954"/>
              <a:gd name="connsiteY73" fmla="*/ 163044 h 1339999"/>
              <a:gd name="connsiteX74" fmla="*/ 7678924 w 10740954"/>
              <a:gd name="connsiteY74" fmla="*/ 1310903 h 1339999"/>
              <a:gd name="connsiteX75" fmla="*/ 7840028 w 10740954"/>
              <a:gd name="connsiteY75" fmla="*/ 1310903 h 1339999"/>
              <a:gd name="connsiteX76" fmla="*/ 7840028 w 10740954"/>
              <a:gd name="connsiteY76" fmla="*/ 163044 h 1339999"/>
              <a:gd name="connsiteX77" fmla="*/ 8258155 w 10740954"/>
              <a:gd name="connsiteY77" fmla="*/ 163044 h 1339999"/>
              <a:gd name="connsiteX78" fmla="*/ 8258155 w 10740954"/>
              <a:gd name="connsiteY78" fmla="*/ 29358 h 1339999"/>
              <a:gd name="connsiteX79" fmla="*/ 10185835 w 10740954"/>
              <a:gd name="connsiteY79" fmla="*/ 29358 h 1339999"/>
              <a:gd name="connsiteX80" fmla="*/ 10032151 w 10740954"/>
              <a:gd name="connsiteY80" fmla="*/ 29358 h 1339999"/>
              <a:gd name="connsiteX81" fmla="*/ 10032151 w 10740954"/>
              <a:gd name="connsiteY81" fmla="*/ 1310641 h 1339999"/>
              <a:gd name="connsiteX82" fmla="*/ 10185835 w 10740954"/>
              <a:gd name="connsiteY82" fmla="*/ 1310641 h 1339999"/>
              <a:gd name="connsiteX83" fmla="*/ 10185835 w 10740954"/>
              <a:gd name="connsiteY83" fmla="*/ 708532 h 1339999"/>
              <a:gd name="connsiteX84" fmla="*/ 10387480 w 10740954"/>
              <a:gd name="connsiteY84" fmla="*/ 494374 h 1339999"/>
              <a:gd name="connsiteX85" fmla="*/ 10587270 w 10740954"/>
              <a:gd name="connsiteY85" fmla="*/ 708532 h 1339999"/>
              <a:gd name="connsiteX86" fmla="*/ 10587270 w 10740954"/>
              <a:gd name="connsiteY86" fmla="*/ 1310903 h 1339999"/>
              <a:gd name="connsiteX87" fmla="*/ 10740955 w 10740954"/>
              <a:gd name="connsiteY87" fmla="*/ 1310903 h 1339999"/>
              <a:gd name="connsiteX88" fmla="*/ 10740955 w 10740954"/>
              <a:gd name="connsiteY88" fmla="*/ 677339 h 1339999"/>
              <a:gd name="connsiteX89" fmla="*/ 10443125 w 10740954"/>
              <a:gd name="connsiteY89" fmla="*/ 377202 h 1339999"/>
              <a:gd name="connsiteX90" fmla="*/ 10185835 w 10740954"/>
              <a:gd name="connsiteY90" fmla="*/ 536576 h 1339999"/>
              <a:gd name="connsiteX91" fmla="*/ 10185835 w 10740954"/>
              <a:gd name="connsiteY91" fmla="*/ 29358 h 1339999"/>
              <a:gd name="connsiteX92" fmla="*/ 2759431 w 10740954"/>
              <a:gd name="connsiteY92" fmla="*/ 1339999 h 1339999"/>
              <a:gd name="connsiteX93" fmla="*/ 3188688 w 10740954"/>
              <a:gd name="connsiteY93" fmla="*/ 917186 h 1339999"/>
              <a:gd name="connsiteX94" fmla="*/ 3188688 w 10740954"/>
              <a:gd name="connsiteY94" fmla="*/ 29358 h 1339999"/>
              <a:gd name="connsiteX95" fmla="*/ 2959221 w 10740954"/>
              <a:gd name="connsiteY95" fmla="*/ 29358 h 1339999"/>
              <a:gd name="connsiteX96" fmla="*/ 2959221 w 10740954"/>
              <a:gd name="connsiteY96" fmla="*/ 975903 h 1339999"/>
              <a:gd name="connsiteX97" fmla="*/ 2759431 w 10740954"/>
              <a:gd name="connsiteY97" fmla="*/ 1221255 h 1339999"/>
              <a:gd name="connsiteX98" fmla="*/ 2559641 w 10740954"/>
              <a:gd name="connsiteY98" fmla="*/ 957554 h 1339999"/>
              <a:gd name="connsiteX99" fmla="*/ 2559641 w 10740954"/>
              <a:gd name="connsiteY99" fmla="*/ 781928 h 1339999"/>
              <a:gd name="connsiteX100" fmla="*/ 2330175 w 10740954"/>
              <a:gd name="connsiteY100" fmla="*/ 838548 h 1339999"/>
              <a:gd name="connsiteX101" fmla="*/ 2330175 w 10740954"/>
              <a:gd name="connsiteY101" fmla="*/ 917186 h 1339999"/>
              <a:gd name="connsiteX102" fmla="*/ 2759431 w 10740954"/>
              <a:gd name="connsiteY102" fmla="*/ 1339999 h 1339999"/>
              <a:gd name="connsiteX103" fmla="*/ 1537905 w 10740954"/>
              <a:gd name="connsiteY103" fmla="*/ 1206314 h 1339999"/>
              <a:gd name="connsiteX104" fmla="*/ 1251204 w 10740954"/>
              <a:gd name="connsiteY104" fmla="*/ 911682 h 1339999"/>
              <a:gd name="connsiteX105" fmla="*/ 1364082 w 10740954"/>
              <a:gd name="connsiteY105" fmla="*/ 679174 h 1339999"/>
              <a:gd name="connsiteX106" fmla="*/ 1782210 w 10740954"/>
              <a:gd name="connsiteY106" fmla="*/ 1131345 h 1339999"/>
              <a:gd name="connsiteX107" fmla="*/ 1537905 w 10740954"/>
              <a:gd name="connsiteY107" fmla="*/ 1206314 h 1339999"/>
              <a:gd name="connsiteX108" fmla="*/ 1761807 w 10740954"/>
              <a:gd name="connsiteY108" fmla="*/ 550993 h 1339999"/>
              <a:gd name="connsiteX109" fmla="*/ 2004258 w 10740954"/>
              <a:gd name="connsiteY109" fmla="*/ 785336 h 1339999"/>
              <a:gd name="connsiteX110" fmla="*/ 1945168 w 10740954"/>
              <a:gd name="connsiteY110" fmla="*/ 981146 h 1339999"/>
              <a:gd name="connsiteX111" fmla="*/ 1582420 w 10740954"/>
              <a:gd name="connsiteY111" fmla="*/ 585856 h 1339999"/>
              <a:gd name="connsiteX112" fmla="*/ 1761807 w 10740954"/>
              <a:gd name="connsiteY112" fmla="*/ 550993 h 1339999"/>
              <a:gd name="connsiteX113" fmla="*/ 1537905 w 10740954"/>
              <a:gd name="connsiteY113" fmla="*/ 96987 h 1339999"/>
              <a:gd name="connsiteX114" fmla="*/ 1711727 w 10740954"/>
              <a:gd name="connsiteY114" fmla="*/ 272613 h 1339999"/>
              <a:gd name="connsiteX115" fmla="*/ 1532340 w 10740954"/>
              <a:gd name="connsiteY115" fmla="*/ 532644 h 1339999"/>
              <a:gd name="connsiteX116" fmla="*/ 1452848 w 10740954"/>
              <a:gd name="connsiteY116" fmla="*/ 444831 h 1339999"/>
              <a:gd name="connsiteX117" fmla="*/ 1362227 w 10740954"/>
              <a:gd name="connsiteY117" fmla="*/ 263701 h 1339999"/>
              <a:gd name="connsiteX118" fmla="*/ 1537905 w 10740954"/>
              <a:gd name="connsiteY118" fmla="*/ 96987 h 1339999"/>
              <a:gd name="connsiteX119" fmla="*/ 2002403 w 10740954"/>
              <a:gd name="connsiteY119" fmla="*/ 1043532 h 1339999"/>
              <a:gd name="connsiteX120" fmla="*/ 2159797 w 10740954"/>
              <a:gd name="connsiteY120" fmla="*/ 686514 h 1339999"/>
              <a:gd name="connsiteX121" fmla="*/ 1917346 w 10740954"/>
              <a:gd name="connsiteY121" fmla="*/ 454006 h 1339999"/>
              <a:gd name="connsiteX122" fmla="*/ 1695299 w 10740954"/>
              <a:gd name="connsiteY122" fmla="*/ 498044 h 1339999"/>
              <a:gd name="connsiteX123" fmla="*/ 1691589 w 10740954"/>
              <a:gd name="connsiteY123" fmla="*/ 490704 h 1339999"/>
              <a:gd name="connsiteX124" fmla="*/ 1891379 w 10740954"/>
              <a:gd name="connsiteY124" fmla="*/ 249022 h 1339999"/>
              <a:gd name="connsiteX125" fmla="*/ 1543469 w 10740954"/>
              <a:gd name="connsiteY125" fmla="*/ 0 h 1339999"/>
              <a:gd name="connsiteX126" fmla="*/ 1162173 w 10740954"/>
              <a:gd name="connsiteY126" fmla="*/ 316651 h 1339999"/>
              <a:gd name="connsiteX127" fmla="*/ 1310293 w 10740954"/>
              <a:gd name="connsiteY127" fmla="*/ 622292 h 1339999"/>
              <a:gd name="connsiteX128" fmla="*/ 1312147 w 10740954"/>
              <a:gd name="connsiteY128" fmla="*/ 625962 h 1339999"/>
              <a:gd name="connsiteX129" fmla="*/ 1047439 w 10740954"/>
              <a:gd name="connsiteY129" fmla="*/ 993990 h 1339999"/>
              <a:gd name="connsiteX130" fmla="*/ 1419462 w 10740954"/>
              <a:gd name="connsiteY130" fmla="*/ 1339999 h 1339999"/>
              <a:gd name="connsiteX131" fmla="*/ 1837589 w 10740954"/>
              <a:gd name="connsiteY131" fmla="*/ 1191635 h 1339999"/>
              <a:gd name="connsiteX132" fmla="*/ 1948613 w 10740954"/>
              <a:gd name="connsiteY132" fmla="*/ 1310641 h 1339999"/>
              <a:gd name="connsiteX133" fmla="*/ 2239024 w 10740954"/>
              <a:gd name="connsiteY133" fmla="*/ 1310641 h 1339999"/>
              <a:gd name="connsiteX134" fmla="*/ 2239024 w 10740954"/>
              <a:gd name="connsiteY134" fmla="*/ 1301466 h 1339999"/>
              <a:gd name="connsiteX135" fmla="*/ 2002403 w 10740954"/>
              <a:gd name="connsiteY135" fmla="*/ 1043532 h 1339999"/>
              <a:gd name="connsiteX136" fmla="*/ 429257 w 10740954"/>
              <a:gd name="connsiteY136" fmla="*/ 1339999 h 1339999"/>
              <a:gd name="connsiteX137" fmla="*/ 858513 w 10740954"/>
              <a:gd name="connsiteY137" fmla="*/ 917186 h 1339999"/>
              <a:gd name="connsiteX138" fmla="*/ 858513 w 10740954"/>
              <a:gd name="connsiteY138" fmla="*/ 29358 h 1339999"/>
              <a:gd name="connsiteX139" fmla="*/ 629046 w 10740954"/>
              <a:gd name="connsiteY139" fmla="*/ 29358 h 1339999"/>
              <a:gd name="connsiteX140" fmla="*/ 629046 w 10740954"/>
              <a:gd name="connsiteY140" fmla="*/ 975903 h 1339999"/>
              <a:gd name="connsiteX141" fmla="*/ 429257 w 10740954"/>
              <a:gd name="connsiteY141" fmla="*/ 1221255 h 1339999"/>
              <a:gd name="connsiteX142" fmla="*/ 229467 w 10740954"/>
              <a:gd name="connsiteY142" fmla="*/ 957554 h 1339999"/>
              <a:gd name="connsiteX143" fmla="*/ 229467 w 10740954"/>
              <a:gd name="connsiteY143" fmla="*/ 781928 h 1339999"/>
              <a:gd name="connsiteX144" fmla="*/ 0 w 10740954"/>
              <a:gd name="connsiteY144" fmla="*/ 838548 h 1339999"/>
              <a:gd name="connsiteX145" fmla="*/ 0 w 10740954"/>
              <a:gd name="connsiteY145" fmla="*/ 917186 h 1339999"/>
              <a:gd name="connsiteX146" fmla="*/ 429257 w 10740954"/>
              <a:gd name="connsiteY146" fmla="*/ 1339999 h 133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0740954" h="1339999">
                <a:moveTo>
                  <a:pt x="5490245" y="754143"/>
                </a:moveTo>
                <a:cubicBezTo>
                  <a:pt x="5510648" y="592934"/>
                  <a:pt x="5593850" y="501451"/>
                  <a:pt x="5740115" y="501451"/>
                </a:cubicBezTo>
                <a:cubicBezTo>
                  <a:pt x="5878961" y="501451"/>
                  <a:pt x="5960308" y="583759"/>
                  <a:pt x="5964018" y="754143"/>
                </a:cubicBezTo>
                <a:lnTo>
                  <a:pt x="5490245" y="754143"/>
                </a:lnTo>
                <a:moveTo>
                  <a:pt x="5739850" y="377202"/>
                </a:moveTo>
                <a:cubicBezTo>
                  <a:pt x="5495545" y="377202"/>
                  <a:pt x="5325432" y="547586"/>
                  <a:pt x="5325432" y="860567"/>
                </a:cubicBezTo>
                <a:cubicBezTo>
                  <a:pt x="5325432" y="1160704"/>
                  <a:pt x="5482826" y="1329252"/>
                  <a:pt x="5739850" y="1329252"/>
                </a:cubicBezTo>
                <a:cubicBezTo>
                  <a:pt x="5950769" y="1329252"/>
                  <a:pt x="6084050" y="1210246"/>
                  <a:pt x="6117437" y="1030950"/>
                </a:cubicBezTo>
                <a:lnTo>
                  <a:pt x="5976736" y="994252"/>
                </a:lnTo>
                <a:cubicBezTo>
                  <a:pt x="5952624" y="1148121"/>
                  <a:pt x="5869422" y="1201071"/>
                  <a:pt x="5754689" y="1201071"/>
                </a:cubicBezTo>
                <a:cubicBezTo>
                  <a:pt x="5571592" y="1201071"/>
                  <a:pt x="5489981" y="1067386"/>
                  <a:pt x="5484416" y="862402"/>
                </a:cubicBezTo>
                <a:lnTo>
                  <a:pt x="6119027" y="862402"/>
                </a:lnTo>
                <a:lnTo>
                  <a:pt x="6119027" y="811025"/>
                </a:lnTo>
                <a:cubicBezTo>
                  <a:pt x="6119292" y="490704"/>
                  <a:pt x="5943615" y="377202"/>
                  <a:pt x="5739850" y="377202"/>
                </a:cubicBezTo>
                <a:moveTo>
                  <a:pt x="8274584" y="754143"/>
                </a:moveTo>
                <a:cubicBezTo>
                  <a:pt x="8294987" y="592934"/>
                  <a:pt x="8378188" y="501451"/>
                  <a:pt x="8524454" y="501451"/>
                </a:cubicBezTo>
                <a:cubicBezTo>
                  <a:pt x="8663299" y="501451"/>
                  <a:pt x="8744646" y="583759"/>
                  <a:pt x="8748356" y="754143"/>
                </a:cubicBezTo>
                <a:lnTo>
                  <a:pt x="8274584" y="754143"/>
                </a:lnTo>
                <a:moveTo>
                  <a:pt x="8524454" y="377202"/>
                </a:moveTo>
                <a:cubicBezTo>
                  <a:pt x="8280149" y="377202"/>
                  <a:pt x="8110035" y="547586"/>
                  <a:pt x="8110035" y="860567"/>
                </a:cubicBezTo>
                <a:cubicBezTo>
                  <a:pt x="8110035" y="1160704"/>
                  <a:pt x="8267430" y="1329252"/>
                  <a:pt x="8524454" y="1329252"/>
                </a:cubicBezTo>
                <a:cubicBezTo>
                  <a:pt x="8735372" y="1329252"/>
                  <a:pt x="8868654" y="1210246"/>
                  <a:pt x="8902041" y="1030950"/>
                </a:cubicBezTo>
                <a:lnTo>
                  <a:pt x="8761340" y="994252"/>
                </a:lnTo>
                <a:cubicBezTo>
                  <a:pt x="8737227" y="1148121"/>
                  <a:pt x="8654025" y="1201071"/>
                  <a:pt x="8539292" y="1201071"/>
                </a:cubicBezTo>
                <a:cubicBezTo>
                  <a:pt x="8356196" y="1201071"/>
                  <a:pt x="8274584" y="1067386"/>
                  <a:pt x="8269019" y="862402"/>
                </a:cubicBezTo>
                <a:lnTo>
                  <a:pt x="8903630" y="862402"/>
                </a:lnTo>
                <a:lnTo>
                  <a:pt x="8903630" y="811025"/>
                </a:lnTo>
                <a:cubicBezTo>
                  <a:pt x="8903895" y="490704"/>
                  <a:pt x="8727953" y="377202"/>
                  <a:pt x="8524454" y="377202"/>
                </a:cubicBezTo>
                <a:moveTo>
                  <a:pt x="9484716" y="377202"/>
                </a:moveTo>
                <a:cubicBezTo>
                  <a:pt x="9231137" y="377202"/>
                  <a:pt x="9059169" y="552828"/>
                  <a:pt x="9059169" y="862402"/>
                </a:cubicBezTo>
                <a:cubicBezTo>
                  <a:pt x="9059169" y="1166208"/>
                  <a:pt x="9227428" y="1329252"/>
                  <a:pt x="9477297" y="1329252"/>
                </a:cubicBezTo>
                <a:cubicBezTo>
                  <a:pt x="9703054" y="1329252"/>
                  <a:pt x="9830771" y="1191897"/>
                  <a:pt x="9856739" y="1003427"/>
                </a:cubicBezTo>
                <a:lnTo>
                  <a:pt x="9710473" y="968564"/>
                </a:lnTo>
                <a:cubicBezTo>
                  <a:pt x="9684506" y="1140520"/>
                  <a:pt x="9610579" y="1199236"/>
                  <a:pt x="9488426" y="1199236"/>
                </a:cubicBezTo>
                <a:cubicBezTo>
                  <a:pt x="9310894" y="1199236"/>
                  <a:pt x="9220008" y="1071056"/>
                  <a:pt x="9220008" y="851392"/>
                </a:cubicBezTo>
                <a:cubicBezTo>
                  <a:pt x="9220008" y="622554"/>
                  <a:pt x="9316193" y="507218"/>
                  <a:pt x="9481006" y="507218"/>
                </a:cubicBezTo>
                <a:cubicBezTo>
                  <a:pt x="9597595" y="507218"/>
                  <a:pt x="9682651" y="564100"/>
                  <a:pt x="9710473" y="726881"/>
                </a:cubicBezTo>
                <a:lnTo>
                  <a:pt x="9856739" y="692018"/>
                </a:lnTo>
                <a:cubicBezTo>
                  <a:pt x="9830771" y="505383"/>
                  <a:pt x="9703054" y="377202"/>
                  <a:pt x="9484716" y="377202"/>
                </a:cubicBezTo>
                <a:moveTo>
                  <a:pt x="5112923" y="29358"/>
                </a:moveTo>
                <a:lnTo>
                  <a:pt x="4868618" y="29358"/>
                </a:lnTo>
                <a:lnTo>
                  <a:pt x="4485467" y="1061881"/>
                </a:lnTo>
                <a:lnTo>
                  <a:pt x="4100726" y="29358"/>
                </a:lnTo>
                <a:lnTo>
                  <a:pt x="3845291" y="29358"/>
                </a:lnTo>
                <a:lnTo>
                  <a:pt x="3845291" y="1310641"/>
                </a:lnTo>
                <a:lnTo>
                  <a:pt x="4006130" y="1310641"/>
                </a:lnTo>
                <a:lnTo>
                  <a:pt x="4006130" y="206819"/>
                </a:lnTo>
                <a:lnTo>
                  <a:pt x="4418694" y="1310641"/>
                </a:lnTo>
                <a:lnTo>
                  <a:pt x="4542701" y="1310641"/>
                </a:lnTo>
                <a:lnTo>
                  <a:pt x="4951820" y="204984"/>
                </a:lnTo>
                <a:lnTo>
                  <a:pt x="4951820" y="1310641"/>
                </a:lnTo>
                <a:lnTo>
                  <a:pt x="5112923" y="1310641"/>
                </a:lnTo>
                <a:lnTo>
                  <a:pt x="5112923" y="29358"/>
                </a:lnTo>
                <a:moveTo>
                  <a:pt x="6688984" y="1198974"/>
                </a:moveTo>
                <a:cubicBezTo>
                  <a:pt x="6537154" y="1198974"/>
                  <a:pt x="6435405" y="1090977"/>
                  <a:pt x="6435405" y="852965"/>
                </a:cubicBezTo>
                <a:cubicBezTo>
                  <a:pt x="6435405" y="613118"/>
                  <a:pt x="6537154" y="506956"/>
                  <a:pt x="6688984" y="506956"/>
                </a:cubicBezTo>
                <a:cubicBezTo>
                  <a:pt x="6840814" y="506956"/>
                  <a:pt x="6942564" y="613118"/>
                  <a:pt x="6942564" y="852965"/>
                </a:cubicBezTo>
                <a:cubicBezTo>
                  <a:pt x="6942564" y="1090977"/>
                  <a:pt x="6840814" y="1198974"/>
                  <a:pt x="6688984" y="1198974"/>
                </a:cubicBezTo>
                <a:moveTo>
                  <a:pt x="7092538" y="29358"/>
                </a:moveTo>
                <a:lnTo>
                  <a:pt x="6938854" y="29358"/>
                </a:lnTo>
                <a:lnTo>
                  <a:pt x="6938854" y="571177"/>
                </a:lnTo>
                <a:cubicBezTo>
                  <a:pt x="6905467" y="470520"/>
                  <a:pt x="6824120" y="377202"/>
                  <a:pt x="6663017" y="377202"/>
                </a:cubicBezTo>
                <a:cubicBezTo>
                  <a:pt x="6455808" y="377202"/>
                  <a:pt x="6274301" y="538411"/>
                  <a:pt x="6274301" y="858732"/>
                </a:cubicBezTo>
                <a:cubicBezTo>
                  <a:pt x="6274301" y="1182722"/>
                  <a:pt x="6455543" y="1329252"/>
                  <a:pt x="6650033" y="1329252"/>
                </a:cubicBezTo>
                <a:cubicBezTo>
                  <a:pt x="6796299" y="1329252"/>
                  <a:pt x="6903612" y="1245109"/>
                  <a:pt x="6938854" y="1126103"/>
                </a:cubicBezTo>
                <a:lnTo>
                  <a:pt x="6938854" y="1195567"/>
                </a:lnTo>
                <a:cubicBezTo>
                  <a:pt x="6938854" y="1237769"/>
                  <a:pt x="6942564" y="1283380"/>
                  <a:pt x="6948128" y="1310903"/>
                </a:cubicBezTo>
                <a:lnTo>
                  <a:pt x="7103667" y="1310903"/>
                </a:lnTo>
                <a:cubicBezTo>
                  <a:pt x="7096248" y="1266865"/>
                  <a:pt x="7092538" y="1202906"/>
                  <a:pt x="7092538" y="1120598"/>
                </a:cubicBezTo>
                <a:lnTo>
                  <a:pt x="7092538" y="29358"/>
                </a:lnTo>
                <a:moveTo>
                  <a:pt x="8258155" y="29358"/>
                </a:moveTo>
                <a:lnTo>
                  <a:pt x="7258942" y="29358"/>
                </a:lnTo>
                <a:lnTo>
                  <a:pt x="7258942" y="163044"/>
                </a:lnTo>
                <a:lnTo>
                  <a:pt x="7678924" y="163044"/>
                </a:lnTo>
                <a:lnTo>
                  <a:pt x="7678924" y="1310903"/>
                </a:lnTo>
                <a:lnTo>
                  <a:pt x="7840028" y="1310903"/>
                </a:lnTo>
                <a:lnTo>
                  <a:pt x="7840028" y="163044"/>
                </a:lnTo>
                <a:lnTo>
                  <a:pt x="8258155" y="163044"/>
                </a:lnTo>
                <a:lnTo>
                  <a:pt x="8258155" y="29358"/>
                </a:lnTo>
                <a:moveTo>
                  <a:pt x="10185835" y="29358"/>
                </a:moveTo>
                <a:lnTo>
                  <a:pt x="10032151" y="29358"/>
                </a:lnTo>
                <a:lnTo>
                  <a:pt x="10032151" y="1310641"/>
                </a:lnTo>
                <a:lnTo>
                  <a:pt x="10185835" y="1310641"/>
                </a:lnTo>
                <a:lnTo>
                  <a:pt x="10185835" y="708532"/>
                </a:lnTo>
                <a:cubicBezTo>
                  <a:pt x="10185835" y="580352"/>
                  <a:pt x="10250489" y="494374"/>
                  <a:pt x="10387480" y="494374"/>
                </a:cubicBezTo>
                <a:cubicBezTo>
                  <a:pt x="10522617" y="494374"/>
                  <a:pt x="10587270" y="580352"/>
                  <a:pt x="10587270" y="708532"/>
                </a:cubicBezTo>
                <a:lnTo>
                  <a:pt x="10587270" y="1310903"/>
                </a:lnTo>
                <a:lnTo>
                  <a:pt x="10740955" y="1310903"/>
                </a:lnTo>
                <a:lnTo>
                  <a:pt x="10740955" y="677339"/>
                </a:lnTo>
                <a:cubicBezTo>
                  <a:pt x="10740955" y="505383"/>
                  <a:pt x="10633640" y="377202"/>
                  <a:pt x="10443125" y="377202"/>
                </a:cubicBezTo>
                <a:cubicBezTo>
                  <a:pt x="10315408" y="377202"/>
                  <a:pt x="10221077" y="434084"/>
                  <a:pt x="10185835" y="536576"/>
                </a:cubicBezTo>
                <a:lnTo>
                  <a:pt x="10185835" y="29358"/>
                </a:lnTo>
                <a:moveTo>
                  <a:pt x="2759431" y="1339999"/>
                </a:moveTo>
                <a:cubicBezTo>
                  <a:pt x="3068390" y="1339999"/>
                  <a:pt x="3188688" y="1157034"/>
                  <a:pt x="3188688" y="917186"/>
                </a:cubicBezTo>
                <a:lnTo>
                  <a:pt x="3188688" y="29358"/>
                </a:lnTo>
                <a:lnTo>
                  <a:pt x="2959221" y="29358"/>
                </a:lnTo>
                <a:lnTo>
                  <a:pt x="2959221" y="975903"/>
                </a:lnTo>
                <a:cubicBezTo>
                  <a:pt x="2959221" y="1129772"/>
                  <a:pt x="2900132" y="1221255"/>
                  <a:pt x="2759431" y="1221255"/>
                </a:cubicBezTo>
                <a:cubicBezTo>
                  <a:pt x="2620585" y="1221255"/>
                  <a:pt x="2559641" y="1124268"/>
                  <a:pt x="2559641" y="957554"/>
                </a:cubicBezTo>
                <a:lnTo>
                  <a:pt x="2559641" y="781928"/>
                </a:lnTo>
                <a:lnTo>
                  <a:pt x="2330175" y="838548"/>
                </a:lnTo>
                <a:lnTo>
                  <a:pt x="2330175" y="917186"/>
                </a:lnTo>
                <a:cubicBezTo>
                  <a:pt x="2329910" y="1157034"/>
                  <a:pt x="2450207" y="1339999"/>
                  <a:pt x="2759431" y="1339999"/>
                </a:cubicBezTo>
                <a:moveTo>
                  <a:pt x="1537905" y="1206314"/>
                </a:moveTo>
                <a:cubicBezTo>
                  <a:pt x="1360373" y="1206314"/>
                  <a:pt x="1251204" y="1063454"/>
                  <a:pt x="1251204" y="911682"/>
                </a:cubicBezTo>
                <a:cubicBezTo>
                  <a:pt x="1251204" y="816529"/>
                  <a:pt x="1293864" y="728716"/>
                  <a:pt x="1364082" y="679174"/>
                </a:cubicBezTo>
                <a:lnTo>
                  <a:pt x="1782210" y="1131345"/>
                </a:lnTo>
                <a:cubicBezTo>
                  <a:pt x="1704573" y="1176955"/>
                  <a:pt x="1617662" y="1206314"/>
                  <a:pt x="1537905" y="1206314"/>
                </a:cubicBezTo>
                <a:moveTo>
                  <a:pt x="1761807" y="550993"/>
                </a:moveTo>
                <a:cubicBezTo>
                  <a:pt x="1911782" y="550993"/>
                  <a:pt x="2004258" y="636971"/>
                  <a:pt x="2004258" y="785336"/>
                </a:cubicBezTo>
                <a:cubicBezTo>
                  <a:pt x="2004258" y="851130"/>
                  <a:pt x="1985709" y="919021"/>
                  <a:pt x="1945168" y="981146"/>
                </a:cubicBezTo>
                <a:lnTo>
                  <a:pt x="1582420" y="585856"/>
                </a:lnTo>
                <a:cubicBezTo>
                  <a:pt x="1647074" y="560168"/>
                  <a:pt x="1710137" y="550993"/>
                  <a:pt x="1761807" y="550993"/>
                </a:cubicBezTo>
                <a:moveTo>
                  <a:pt x="1537905" y="96987"/>
                </a:moveTo>
                <a:cubicBezTo>
                  <a:pt x="1647074" y="96987"/>
                  <a:pt x="1711727" y="159112"/>
                  <a:pt x="1711727" y="272613"/>
                </a:cubicBezTo>
                <a:cubicBezTo>
                  <a:pt x="1711727" y="376940"/>
                  <a:pt x="1659792" y="475763"/>
                  <a:pt x="1532340" y="532644"/>
                </a:cubicBezTo>
                <a:lnTo>
                  <a:pt x="1452848" y="444831"/>
                </a:lnTo>
                <a:cubicBezTo>
                  <a:pt x="1382630" y="368028"/>
                  <a:pt x="1362227" y="320321"/>
                  <a:pt x="1362227" y="263701"/>
                </a:cubicBezTo>
                <a:cubicBezTo>
                  <a:pt x="1362227" y="157539"/>
                  <a:pt x="1430590" y="96987"/>
                  <a:pt x="1537905" y="96987"/>
                </a:cubicBezTo>
                <a:moveTo>
                  <a:pt x="2002403" y="1043532"/>
                </a:moveTo>
                <a:cubicBezTo>
                  <a:pt x="2102298" y="926361"/>
                  <a:pt x="2159797" y="798180"/>
                  <a:pt x="2159797" y="686514"/>
                </a:cubicBezTo>
                <a:cubicBezTo>
                  <a:pt x="2159797" y="547324"/>
                  <a:pt x="2065466" y="454006"/>
                  <a:pt x="1917346" y="454006"/>
                </a:cubicBezTo>
                <a:cubicBezTo>
                  <a:pt x="1839709" y="454006"/>
                  <a:pt x="1752533" y="476025"/>
                  <a:pt x="1695299" y="498044"/>
                </a:cubicBezTo>
                <a:lnTo>
                  <a:pt x="1691589" y="490704"/>
                </a:lnTo>
                <a:cubicBezTo>
                  <a:pt x="1832290" y="415735"/>
                  <a:pt x="1891379" y="346009"/>
                  <a:pt x="1891379" y="249022"/>
                </a:cubicBezTo>
                <a:cubicBezTo>
                  <a:pt x="1891379" y="109832"/>
                  <a:pt x="1765517" y="0"/>
                  <a:pt x="1543469" y="0"/>
                </a:cubicBezTo>
                <a:cubicBezTo>
                  <a:pt x="1288035" y="0"/>
                  <a:pt x="1162173" y="141025"/>
                  <a:pt x="1162173" y="316651"/>
                </a:cubicBezTo>
                <a:cubicBezTo>
                  <a:pt x="1162173" y="411803"/>
                  <a:pt x="1202978" y="506956"/>
                  <a:pt x="1310293" y="622292"/>
                </a:cubicBezTo>
                <a:lnTo>
                  <a:pt x="1312147" y="625962"/>
                </a:lnTo>
                <a:cubicBezTo>
                  <a:pt x="1130906" y="711940"/>
                  <a:pt x="1047439" y="851130"/>
                  <a:pt x="1047439" y="993990"/>
                </a:cubicBezTo>
                <a:cubicBezTo>
                  <a:pt x="1047439" y="1182460"/>
                  <a:pt x="1193704" y="1339999"/>
                  <a:pt x="1419462" y="1339999"/>
                </a:cubicBezTo>
                <a:cubicBezTo>
                  <a:pt x="1549033" y="1339999"/>
                  <a:pt x="1700863" y="1286787"/>
                  <a:pt x="1837589" y="1191635"/>
                </a:cubicBezTo>
                <a:lnTo>
                  <a:pt x="1948613" y="1310641"/>
                </a:lnTo>
                <a:lnTo>
                  <a:pt x="2239024" y="1310641"/>
                </a:lnTo>
                <a:lnTo>
                  <a:pt x="2239024" y="1301466"/>
                </a:lnTo>
                <a:lnTo>
                  <a:pt x="2002403" y="1043532"/>
                </a:lnTo>
                <a:close/>
                <a:moveTo>
                  <a:pt x="429257" y="1339999"/>
                </a:moveTo>
                <a:cubicBezTo>
                  <a:pt x="738215" y="1339999"/>
                  <a:pt x="858513" y="1157034"/>
                  <a:pt x="858513" y="917186"/>
                </a:cubicBezTo>
                <a:lnTo>
                  <a:pt x="858513" y="29358"/>
                </a:lnTo>
                <a:lnTo>
                  <a:pt x="629046" y="29358"/>
                </a:lnTo>
                <a:lnTo>
                  <a:pt x="629046" y="975903"/>
                </a:lnTo>
                <a:cubicBezTo>
                  <a:pt x="629046" y="1129772"/>
                  <a:pt x="569957" y="1221255"/>
                  <a:pt x="429257" y="1221255"/>
                </a:cubicBezTo>
                <a:cubicBezTo>
                  <a:pt x="290411" y="1221255"/>
                  <a:pt x="229467" y="1124268"/>
                  <a:pt x="229467" y="957554"/>
                </a:cubicBezTo>
                <a:lnTo>
                  <a:pt x="229467" y="781928"/>
                </a:lnTo>
                <a:lnTo>
                  <a:pt x="0" y="838548"/>
                </a:lnTo>
                <a:lnTo>
                  <a:pt x="0" y="917186"/>
                </a:lnTo>
                <a:cubicBezTo>
                  <a:pt x="0" y="1157034"/>
                  <a:pt x="120298" y="1339999"/>
                  <a:pt x="429257" y="1339999"/>
                </a:cubicBezTo>
              </a:path>
            </a:pathLst>
          </a:custGeom>
          <a:solidFill>
            <a:schemeClr val="accent1"/>
          </a:solidFill>
          <a:ln w="26484" cap="flat">
            <a:noFill/>
            <a:prstDash val="solid"/>
            <a:miter/>
          </a:ln>
        </p:spPr>
        <p:txBody>
          <a:bodyPr rtlCol="0" anchor="ctr"/>
          <a:lstStyle/>
          <a:p>
            <a:endParaRPr lang="en-GB"/>
          </a:p>
        </p:txBody>
      </p:sp>
    </p:spTree>
    <p:extLst>
      <p:ext uri="{BB962C8B-B14F-4D97-AF65-F5344CB8AC3E}">
        <p14:creationId xmlns:p14="http://schemas.microsoft.com/office/powerpoint/2010/main" val="41114298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Lst>
  <p:hf hdr="0" dt="0"/>
  <p:txStyles>
    <p:titleStyle>
      <a:lvl1pPr algn="l" defTabSz="914400" rtl="0" eaLnBrk="1" latinLnBrk="0" hangingPunct="1">
        <a:lnSpc>
          <a:spcPct val="85000"/>
        </a:lnSpc>
        <a:spcBef>
          <a:spcPts val="600"/>
        </a:spcBef>
        <a:spcAft>
          <a:spcPts val="600"/>
        </a:spcAft>
        <a:buNone/>
        <a:defRPr sz="3500" b="0" i="0" kern="1200" spc="0" baseline="0">
          <a:solidFill>
            <a:schemeClr val="accent1"/>
          </a:solidFill>
          <a:latin typeface="+mj-lt"/>
          <a:ea typeface="+mj-ea"/>
          <a:cs typeface="+mj-cs"/>
        </a:defRPr>
      </a:lvl1pPr>
    </p:titleStyle>
    <p:bodyStyle>
      <a:lvl1pPr marL="0" indent="0" algn="l" defTabSz="914400" rtl="0" eaLnBrk="1" latinLnBrk="0" hangingPunct="1">
        <a:lnSpc>
          <a:spcPct val="110000"/>
        </a:lnSpc>
        <a:spcBef>
          <a:spcPts val="600"/>
        </a:spcBef>
        <a:spcAft>
          <a:spcPts val="600"/>
        </a:spcAft>
        <a:buFont typeface="Arial" panose="020B0604020202020204" pitchFamily="34" charset="0"/>
        <a:buNone/>
        <a:tabLst/>
        <a:defRPr sz="1800" b="0" i="0" kern="1200">
          <a:solidFill>
            <a:schemeClr val="tx1"/>
          </a:solidFill>
          <a:latin typeface="+mn-lt"/>
          <a:ea typeface="+mn-ea"/>
          <a:cs typeface="+mn-cs"/>
        </a:defRPr>
      </a:lvl1pPr>
      <a:lvl2pPr marL="285750" indent="-285750" algn="l" defTabSz="914400" rtl="0" eaLnBrk="1" latinLnBrk="0" hangingPunct="1">
        <a:lnSpc>
          <a:spcPct val="110000"/>
        </a:lnSpc>
        <a:spcBef>
          <a:spcPts val="0"/>
        </a:spcBef>
        <a:spcAft>
          <a:spcPts val="600"/>
        </a:spcAft>
        <a:buFont typeface="Arial" panose="020B0604020202020204" pitchFamily="34" charset="0"/>
        <a:buChar char="•"/>
        <a:tabLst/>
        <a:defRPr sz="1800" b="0" i="0" kern="1200">
          <a:solidFill>
            <a:schemeClr val="tx1"/>
          </a:solidFill>
          <a:latin typeface="+mn-lt"/>
          <a:ea typeface="+mn-ea"/>
          <a:cs typeface="+mn-cs"/>
        </a:defRPr>
      </a:lvl2pPr>
      <a:lvl3pPr marL="571500" indent="-285750" algn="l" defTabSz="914400" rtl="0" eaLnBrk="1" latinLnBrk="0" hangingPunct="1">
        <a:lnSpc>
          <a:spcPct val="110000"/>
        </a:lnSpc>
        <a:spcBef>
          <a:spcPts val="0"/>
        </a:spcBef>
        <a:spcAft>
          <a:spcPts val="600"/>
        </a:spcAft>
        <a:buFont typeface="Arial" panose="020B0604020202020204" pitchFamily="34" charset="0"/>
        <a:buChar char="•"/>
        <a:tabLst/>
        <a:defRPr sz="1600" b="0" i="0" kern="1200">
          <a:solidFill>
            <a:schemeClr val="tx1"/>
          </a:solidFill>
          <a:latin typeface="+mn-lt"/>
          <a:ea typeface="+mn-ea"/>
          <a:cs typeface="+mn-cs"/>
        </a:defRPr>
      </a:lvl3pPr>
      <a:lvl4pPr marL="856800" indent="-285750" algn="l" defTabSz="914400" rtl="0" eaLnBrk="1" latinLnBrk="0" hangingPunct="1">
        <a:lnSpc>
          <a:spcPct val="110000"/>
        </a:lnSpc>
        <a:spcBef>
          <a:spcPts val="0"/>
        </a:spcBef>
        <a:spcAft>
          <a:spcPts val="600"/>
        </a:spcAft>
        <a:buFont typeface="Arial" panose="020B0604020202020204" pitchFamily="34" charset="0"/>
        <a:buChar char="•"/>
        <a:tabLst/>
        <a:defRPr sz="1600" b="0" i="0" kern="1200">
          <a:solidFill>
            <a:schemeClr val="tx1"/>
          </a:solidFill>
          <a:latin typeface="+mn-lt"/>
          <a:ea typeface="+mn-ea"/>
          <a:cs typeface="+mn-cs"/>
        </a:defRPr>
      </a:lvl4pPr>
      <a:lvl5pPr marL="0" indent="0" algn="l" defTabSz="914400" rtl="0" eaLnBrk="1" latinLnBrk="0" hangingPunct="1">
        <a:lnSpc>
          <a:spcPct val="110000"/>
        </a:lnSpc>
        <a:spcBef>
          <a:spcPts val="600"/>
        </a:spcBef>
        <a:spcAft>
          <a:spcPts val="600"/>
        </a:spcAft>
        <a:buFont typeface="Arial" panose="020B0604020202020204" pitchFamily="34" charset="0"/>
        <a:buNone/>
        <a:tabLst/>
        <a:defRPr sz="800" b="0" i="0" kern="1200">
          <a:solidFill>
            <a:schemeClr val="tx1"/>
          </a:solidFill>
          <a:latin typeface="+mn-lt"/>
          <a:ea typeface="+mn-ea"/>
          <a:cs typeface="+mn-cs"/>
        </a:defRPr>
      </a:lvl5pPr>
      <a:lvl6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smtClean="0">
          <a:solidFill>
            <a:schemeClr val="tx1"/>
          </a:solidFill>
          <a:latin typeface="+mn-lt"/>
          <a:ea typeface="+mn-ea"/>
          <a:cs typeface="+mn-cs"/>
        </a:defRPr>
      </a:lvl6pPr>
      <a:lvl7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smtClean="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Font typeface="Arial" panose="020B0604020202020204" pitchFamily="34" charset="0"/>
        <a:buNone/>
        <a:defRPr sz="1800" b="0" i="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8">
          <p15:clr>
            <a:srgbClr val="FDE53C"/>
          </p15:clr>
        </p15:guide>
        <p15:guide id="2" pos="181">
          <p15:clr>
            <a:srgbClr val="FDE53C"/>
          </p15:clr>
        </p15:guide>
        <p15:guide id="3" pos="708">
          <p15:clr>
            <a:srgbClr val="FDE53C"/>
          </p15:clr>
        </p15:guide>
        <p15:guide id="4" pos="798">
          <p15:clr>
            <a:srgbClr val="FDE53C"/>
          </p15:clr>
        </p15:guide>
        <p15:guide id="5" pos="1325">
          <p15:clr>
            <a:srgbClr val="FDE53C"/>
          </p15:clr>
        </p15:guide>
        <p15:guide id="6" pos="1416">
          <p15:clr>
            <a:srgbClr val="FDE53C"/>
          </p15:clr>
        </p15:guide>
        <p15:guide id="7" pos="1942">
          <p15:clr>
            <a:srgbClr val="FDE53C"/>
          </p15:clr>
        </p15:guide>
        <p15:guide id="8" pos="2032">
          <p15:clr>
            <a:srgbClr val="FDE53C"/>
          </p15:clr>
        </p15:guide>
        <p15:guide id="9" pos="2559">
          <p15:clr>
            <a:srgbClr val="FDE53C"/>
          </p15:clr>
        </p15:guide>
        <p15:guide id="10" pos="2650">
          <p15:clr>
            <a:srgbClr val="FDE53C"/>
          </p15:clr>
        </p15:guide>
        <p15:guide id="11" pos="3176">
          <p15:clr>
            <a:srgbClr val="FDE53C"/>
          </p15:clr>
        </p15:guide>
        <p15:guide id="12" pos="3264">
          <p15:clr>
            <a:srgbClr val="FDE53C"/>
          </p15:clr>
        </p15:guide>
        <p15:guide id="13" pos="3793">
          <p15:clr>
            <a:srgbClr val="FDE53C"/>
          </p15:clr>
        </p15:guide>
        <p15:guide id="14" pos="3884">
          <p15:clr>
            <a:srgbClr val="FDE53C"/>
          </p15:clr>
        </p15:guide>
        <p15:guide id="15" pos="4411">
          <p15:clr>
            <a:srgbClr val="FDE53C"/>
          </p15:clr>
        </p15:guide>
        <p15:guide id="16" pos="4501">
          <p15:clr>
            <a:srgbClr val="FDE53C"/>
          </p15:clr>
        </p15:guide>
        <p15:guide id="17" pos="5028">
          <p15:clr>
            <a:srgbClr val="FDE53C"/>
          </p15:clr>
        </p15:guide>
        <p15:guide id="18" pos="5118">
          <p15:clr>
            <a:srgbClr val="FDE53C"/>
          </p15:clr>
        </p15:guide>
        <p15:guide id="19" pos="5645">
          <p15:clr>
            <a:srgbClr val="FDE53C"/>
          </p15:clr>
        </p15:guide>
        <p15:guide id="20" pos="5735">
          <p15:clr>
            <a:srgbClr val="FDE53C"/>
          </p15:clr>
        </p15:guide>
        <p15:guide id="21" pos="6262">
          <p15:clr>
            <a:srgbClr val="FDE53C"/>
          </p15:clr>
        </p15:guide>
        <p15:guide id="22" pos="6352">
          <p15:clr>
            <a:srgbClr val="FDE53C"/>
          </p15:clr>
        </p15:guide>
        <p15:guide id="23" pos="6879">
          <p15:clr>
            <a:srgbClr val="FDE53C"/>
          </p15:clr>
        </p15:guide>
        <p15:guide id="24" pos="6970">
          <p15:clr>
            <a:srgbClr val="FDE53C"/>
          </p15:clr>
        </p15:guide>
        <p15:guide id="25" pos="7496">
          <p15:clr>
            <a:srgbClr val="FDE53C"/>
          </p15:clr>
        </p15:guide>
        <p15:guide id="28" orient="horz" pos="1382">
          <p15:clr>
            <a:srgbClr val="FDE53C"/>
          </p15:clr>
        </p15:guide>
        <p15:guide id="29" orient="horz" pos="1473">
          <p15:clr>
            <a:srgbClr val="FDE53C"/>
          </p15:clr>
        </p15:guide>
        <p15:guide id="30" orient="horz" pos="2024">
          <p15:clr>
            <a:srgbClr val="FDE53C"/>
          </p15:clr>
        </p15:guide>
        <p15:guide id="31" orient="horz" pos="2115">
          <p15:clr>
            <a:srgbClr val="FDE53C"/>
          </p15:clr>
        </p15:guide>
        <p15:guide id="32" orient="horz" pos="2666">
          <p15:clr>
            <a:srgbClr val="FDE53C"/>
          </p15:clr>
        </p15:guide>
        <p15:guide id="33" orient="horz" pos="2757">
          <p15:clr>
            <a:srgbClr val="FDE53C"/>
          </p15:clr>
        </p15:guide>
        <p15:guide id="34" orient="horz" pos="3308">
          <p15:clr>
            <a:srgbClr val="FDE53C"/>
          </p15:clr>
        </p15:guide>
        <p15:guide id="35" orient="horz" pos="3398">
          <p15:clr>
            <a:srgbClr val="FDE53C"/>
          </p15:clr>
        </p15:guide>
        <p15:guide id="36" orient="horz" pos="3954">
          <p15:clr>
            <a:srgbClr val="FDE53C"/>
          </p15:clr>
        </p15:guide>
        <p15:guide id="37" orient="horz" pos="4044">
          <p15:clr>
            <a:srgbClr val="FDE53C"/>
          </p15:clr>
        </p15:guide>
        <p15:guide id="38" orient="horz" pos="4131">
          <p15:clr>
            <a:srgbClr val="FDE53C"/>
          </p15:clr>
        </p15:guide>
        <p15:guide id="39" orient="horz" pos="738">
          <p15:clr>
            <a:srgbClr val="FDE53C"/>
          </p15:clr>
        </p15:guide>
        <p15:guide id="40" orient="horz" pos="828">
          <p15:clr>
            <a:srgbClr val="FDE53C"/>
          </p15:clr>
        </p15:guide>
        <p15:guide id="41" orient="horz" pos="1060">
          <p15:clr>
            <a:srgbClr val="FDE53C"/>
          </p15:clr>
        </p15:guide>
        <p15:guide id="42" orient="horz" pos="1148">
          <p15:clr>
            <a:srgbClr val="FDE53C"/>
          </p15:clr>
        </p15:guide>
        <p15:guide id="43" orient="horz" pos="1702">
          <p15:clr>
            <a:srgbClr val="FDE53C"/>
          </p15:clr>
        </p15:guide>
        <p15:guide id="44" orient="horz" pos="1794">
          <p15:clr>
            <a:srgbClr val="FDE53C"/>
          </p15:clr>
        </p15:guide>
        <p15:guide id="45" orient="horz" pos="2346">
          <p15:clr>
            <a:srgbClr val="FDE53C"/>
          </p15:clr>
        </p15:guide>
        <p15:guide id="46" orient="horz" pos="2436">
          <p15:clr>
            <a:srgbClr val="FDE53C"/>
          </p15:clr>
        </p15:guide>
        <p15:guide id="47" orient="horz" pos="2990">
          <p15:clr>
            <a:srgbClr val="FDE53C"/>
          </p15:clr>
        </p15:guide>
        <p15:guide id="48" orient="horz" pos="3080">
          <p15:clr>
            <a:srgbClr val="FDE53C"/>
          </p15:clr>
        </p15:guide>
        <p15:guide id="49" orient="horz" pos="3632">
          <p15:clr>
            <a:srgbClr val="FDE53C"/>
          </p15:clr>
        </p15:guide>
        <p15:guide id="50" orient="horz" pos="3722">
          <p15:clr>
            <a:srgbClr val="FDE53C"/>
          </p15:clr>
        </p15:guide>
        <p15:guide id="51" orient="horz" pos="380">
          <p15:clr>
            <a:srgbClr val="547EBF"/>
          </p15:clr>
        </p15:guide>
        <p15:guide id="52" pos="7172">
          <p15:clr>
            <a:srgbClr val="547EBF"/>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3C302D00-1850-77B1-4415-841DA4F7308B}"/>
              </a:ext>
            </a:extLst>
          </p:cNvPr>
          <p:cNvGraphicFramePr>
            <a:graphicFrameLocks noChangeAspect="1"/>
          </p:cNvGraphicFramePr>
          <p:nvPr userDrawn="1">
            <p:custDataLst>
              <p:tags r:id="rId51"/>
            </p:custDataLst>
            <p:extLst>
              <p:ext uri="{D42A27DB-BD31-4B8C-83A1-F6EECF244321}">
                <p14:modId xmlns:p14="http://schemas.microsoft.com/office/powerpoint/2010/main" val="130031063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2" imgW="7772400" imgH="10058400" progId="TCLayout.ActiveDocument.1">
                  <p:embed/>
                </p:oleObj>
              </mc:Choice>
              <mc:Fallback>
                <p:oleObj name="think-cell Slide" r:id="rId52" imgW="7772400" imgH="10058400" progId="TCLayout.ActiveDocument.1">
                  <p:embed/>
                  <p:pic>
                    <p:nvPicPr>
                      <p:cNvPr id="19" name="think-cell data - do not delete" hidden="1">
                        <a:extLst>
                          <a:ext uri="{FF2B5EF4-FFF2-40B4-BE49-F238E27FC236}">
                            <a16:creationId xmlns:a16="http://schemas.microsoft.com/office/drawing/2014/main" id="{3C302D00-1850-77B1-4415-841DA4F7308B}"/>
                          </a:ext>
                        </a:extLst>
                      </p:cNvPr>
                      <p:cNvPicPr/>
                      <p:nvPr/>
                    </p:nvPicPr>
                    <p:blipFill>
                      <a:blip r:embed="rId53"/>
                      <a:stretch>
                        <a:fillRect/>
                      </a:stretch>
                    </p:blipFill>
                    <p:spPr>
                      <a:xfrm>
                        <a:off x="1588" y="1588"/>
                        <a:ext cx="1227"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7AD3AC25-83CD-60B4-726C-FF80D1E34156}"/>
              </a:ext>
            </a:extLst>
          </p:cNvPr>
          <p:cNvSpPr>
            <a:spLocks noGrp="1"/>
          </p:cNvSpPr>
          <p:nvPr>
            <p:ph type="title"/>
          </p:nvPr>
        </p:nvSpPr>
        <p:spPr>
          <a:xfrm>
            <a:off x="288303" y="262267"/>
            <a:ext cx="9649446" cy="468590"/>
          </a:xfrm>
          <a:prstGeom prst="rect">
            <a:avLst/>
          </a:prstGeom>
        </p:spPr>
        <p:txBody>
          <a:bodyPr vert="horz" wrap="square" lIns="0" tIns="0" rIns="0" bIns="0" rtlCol="0" anchor="t">
            <a:sp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B6C014F-3AB8-1D05-B6D7-A26746AAF1A0}"/>
              </a:ext>
            </a:extLst>
          </p:cNvPr>
          <p:cNvSpPr>
            <a:spLocks noGrp="1"/>
          </p:cNvSpPr>
          <p:nvPr>
            <p:ph type="body" idx="1"/>
          </p:nvPr>
        </p:nvSpPr>
        <p:spPr>
          <a:xfrm>
            <a:off x="289384" y="1822415"/>
            <a:ext cx="11610516" cy="394335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150AF38A-4788-8D76-5A2D-056814C2D2C7}"/>
              </a:ext>
            </a:extLst>
          </p:cNvPr>
          <p:cNvSpPr>
            <a:spLocks noGrp="1"/>
          </p:cNvSpPr>
          <p:nvPr>
            <p:ph type="sldNum" sz="quarter" idx="4"/>
          </p:nvPr>
        </p:nvSpPr>
        <p:spPr>
          <a:xfrm>
            <a:off x="11355042" y="6415710"/>
            <a:ext cx="547573" cy="153463"/>
          </a:xfrm>
          <a:prstGeom prst="rect">
            <a:avLst/>
          </a:prstGeom>
        </p:spPr>
        <p:txBody>
          <a:bodyPr vert="horz" lIns="0" tIns="0" rIns="0" bIns="0" rtlCol="0" anchor="ctr"/>
          <a:lstStyle>
            <a:lvl1pPr algn="r">
              <a:lnSpc>
                <a:spcPct val="110000"/>
              </a:lnSpc>
              <a:spcBef>
                <a:spcPts val="600"/>
              </a:spcBef>
              <a:spcAft>
                <a:spcPts val="600"/>
              </a:spcAft>
              <a:defRPr sz="900" b="0" i="0">
                <a:solidFill>
                  <a:schemeClr val="tx1"/>
                </a:solidFill>
                <a:latin typeface="+mn-lt"/>
              </a:defRPr>
            </a:lvl1pPr>
          </a:lstStyle>
          <a:p>
            <a:fld id="{AEC8D767-5246-2244-A4A3-B8AFB218393C}" type="slidenum">
              <a:rPr lang="en-GB" smtClean="0"/>
              <a:pPr/>
              <a:t>‹#›</a:t>
            </a:fld>
            <a:endParaRPr lang="en-GB"/>
          </a:p>
        </p:txBody>
      </p:sp>
      <p:sp>
        <p:nvSpPr>
          <p:cNvPr id="8" name="Graphic 8">
            <a:extLst>
              <a:ext uri="{FF2B5EF4-FFF2-40B4-BE49-F238E27FC236}">
                <a16:creationId xmlns:a16="http://schemas.microsoft.com/office/drawing/2014/main" id="{D9BA0FEF-21CF-21EA-7FF3-DBEFFCFF36B1}"/>
              </a:ext>
            </a:extLst>
          </p:cNvPr>
          <p:cNvSpPr>
            <a:spLocks noChangeAspect="1"/>
          </p:cNvSpPr>
          <p:nvPr userDrawn="1"/>
        </p:nvSpPr>
        <p:spPr>
          <a:xfrm>
            <a:off x="288304" y="6417655"/>
            <a:ext cx="1159200" cy="144618"/>
          </a:xfrm>
          <a:custGeom>
            <a:avLst/>
            <a:gdLst>
              <a:gd name="connsiteX0" fmla="*/ 5490245 w 10740954"/>
              <a:gd name="connsiteY0" fmla="*/ 754143 h 1339999"/>
              <a:gd name="connsiteX1" fmla="*/ 5740115 w 10740954"/>
              <a:gd name="connsiteY1" fmla="*/ 501451 h 1339999"/>
              <a:gd name="connsiteX2" fmla="*/ 5964018 w 10740954"/>
              <a:gd name="connsiteY2" fmla="*/ 754143 h 1339999"/>
              <a:gd name="connsiteX3" fmla="*/ 5490245 w 10740954"/>
              <a:gd name="connsiteY3" fmla="*/ 754143 h 1339999"/>
              <a:gd name="connsiteX4" fmla="*/ 5739850 w 10740954"/>
              <a:gd name="connsiteY4" fmla="*/ 377202 h 1339999"/>
              <a:gd name="connsiteX5" fmla="*/ 5325432 w 10740954"/>
              <a:gd name="connsiteY5" fmla="*/ 860567 h 1339999"/>
              <a:gd name="connsiteX6" fmla="*/ 5739850 w 10740954"/>
              <a:gd name="connsiteY6" fmla="*/ 1329252 h 1339999"/>
              <a:gd name="connsiteX7" fmla="*/ 6117437 w 10740954"/>
              <a:gd name="connsiteY7" fmla="*/ 1030950 h 1339999"/>
              <a:gd name="connsiteX8" fmla="*/ 5976736 w 10740954"/>
              <a:gd name="connsiteY8" fmla="*/ 994252 h 1339999"/>
              <a:gd name="connsiteX9" fmla="*/ 5754689 w 10740954"/>
              <a:gd name="connsiteY9" fmla="*/ 1201071 h 1339999"/>
              <a:gd name="connsiteX10" fmla="*/ 5484416 w 10740954"/>
              <a:gd name="connsiteY10" fmla="*/ 862402 h 1339999"/>
              <a:gd name="connsiteX11" fmla="*/ 6119027 w 10740954"/>
              <a:gd name="connsiteY11" fmla="*/ 862402 h 1339999"/>
              <a:gd name="connsiteX12" fmla="*/ 6119027 w 10740954"/>
              <a:gd name="connsiteY12" fmla="*/ 811025 h 1339999"/>
              <a:gd name="connsiteX13" fmla="*/ 5739850 w 10740954"/>
              <a:gd name="connsiteY13" fmla="*/ 377202 h 1339999"/>
              <a:gd name="connsiteX14" fmla="*/ 8274584 w 10740954"/>
              <a:gd name="connsiteY14" fmla="*/ 754143 h 1339999"/>
              <a:gd name="connsiteX15" fmla="*/ 8524454 w 10740954"/>
              <a:gd name="connsiteY15" fmla="*/ 501451 h 1339999"/>
              <a:gd name="connsiteX16" fmla="*/ 8748356 w 10740954"/>
              <a:gd name="connsiteY16" fmla="*/ 754143 h 1339999"/>
              <a:gd name="connsiteX17" fmla="*/ 8274584 w 10740954"/>
              <a:gd name="connsiteY17" fmla="*/ 754143 h 1339999"/>
              <a:gd name="connsiteX18" fmla="*/ 8524454 w 10740954"/>
              <a:gd name="connsiteY18" fmla="*/ 377202 h 1339999"/>
              <a:gd name="connsiteX19" fmla="*/ 8110035 w 10740954"/>
              <a:gd name="connsiteY19" fmla="*/ 860567 h 1339999"/>
              <a:gd name="connsiteX20" fmla="*/ 8524454 w 10740954"/>
              <a:gd name="connsiteY20" fmla="*/ 1329252 h 1339999"/>
              <a:gd name="connsiteX21" fmla="*/ 8902041 w 10740954"/>
              <a:gd name="connsiteY21" fmla="*/ 1030950 h 1339999"/>
              <a:gd name="connsiteX22" fmla="*/ 8761340 w 10740954"/>
              <a:gd name="connsiteY22" fmla="*/ 994252 h 1339999"/>
              <a:gd name="connsiteX23" fmla="*/ 8539292 w 10740954"/>
              <a:gd name="connsiteY23" fmla="*/ 1201071 h 1339999"/>
              <a:gd name="connsiteX24" fmla="*/ 8269019 w 10740954"/>
              <a:gd name="connsiteY24" fmla="*/ 862402 h 1339999"/>
              <a:gd name="connsiteX25" fmla="*/ 8903630 w 10740954"/>
              <a:gd name="connsiteY25" fmla="*/ 862402 h 1339999"/>
              <a:gd name="connsiteX26" fmla="*/ 8903630 w 10740954"/>
              <a:gd name="connsiteY26" fmla="*/ 811025 h 1339999"/>
              <a:gd name="connsiteX27" fmla="*/ 8524454 w 10740954"/>
              <a:gd name="connsiteY27" fmla="*/ 377202 h 1339999"/>
              <a:gd name="connsiteX28" fmla="*/ 9484716 w 10740954"/>
              <a:gd name="connsiteY28" fmla="*/ 377202 h 1339999"/>
              <a:gd name="connsiteX29" fmla="*/ 9059169 w 10740954"/>
              <a:gd name="connsiteY29" fmla="*/ 862402 h 1339999"/>
              <a:gd name="connsiteX30" fmla="*/ 9477297 w 10740954"/>
              <a:gd name="connsiteY30" fmla="*/ 1329252 h 1339999"/>
              <a:gd name="connsiteX31" fmla="*/ 9856739 w 10740954"/>
              <a:gd name="connsiteY31" fmla="*/ 1003427 h 1339999"/>
              <a:gd name="connsiteX32" fmla="*/ 9710473 w 10740954"/>
              <a:gd name="connsiteY32" fmla="*/ 968564 h 1339999"/>
              <a:gd name="connsiteX33" fmla="*/ 9488426 w 10740954"/>
              <a:gd name="connsiteY33" fmla="*/ 1199236 h 1339999"/>
              <a:gd name="connsiteX34" fmla="*/ 9220008 w 10740954"/>
              <a:gd name="connsiteY34" fmla="*/ 851392 h 1339999"/>
              <a:gd name="connsiteX35" fmla="*/ 9481006 w 10740954"/>
              <a:gd name="connsiteY35" fmla="*/ 507218 h 1339999"/>
              <a:gd name="connsiteX36" fmla="*/ 9710473 w 10740954"/>
              <a:gd name="connsiteY36" fmla="*/ 726881 h 1339999"/>
              <a:gd name="connsiteX37" fmla="*/ 9856739 w 10740954"/>
              <a:gd name="connsiteY37" fmla="*/ 692018 h 1339999"/>
              <a:gd name="connsiteX38" fmla="*/ 9484716 w 10740954"/>
              <a:gd name="connsiteY38" fmla="*/ 377202 h 1339999"/>
              <a:gd name="connsiteX39" fmla="*/ 5112923 w 10740954"/>
              <a:gd name="connsiteY39" fmla="*/ 29358 h 1339999"/>
              <a:gd name="connsiteX40" fmla="*/ 4868618 w 10740954"/>
              <a:gd name="connsiteY40" fmla="*/ 29358 h 1339999"/>
              <a:gd name="connsiteX41" fmla="*/ 4485467 w 10740954"/>
              <a:gd name="connsiteY41" fmla="*/ 1061881 h 1339999"/>
              <a:gd name="connsiteX42" fmla="*/ 4100726 w 10740954"/>
              <a:gd name="connsiteY42" fmla="*/ 29358 h 1339999"/>
              <a:gd name="connsiteX43" fmla="*/ 3845291 w 10740954"/>
              <a:gd name="connsiteY43" fmla="*/ 29358 h 1339999"/>
              <a:gd name="connsiteX44" fmla="*/ 3845291 w 10740954"/>
              <a:gd name="connsiteY44" fmla="*/ 1310641 h 1339999"/>
              <a:gd name="connsiteX45" fmla="*/ 4006130 w 10740954"/>
              <a:gd name="connsiteY45" fmla="*/ 1310641 h 1339999"/>
              <a:gd name="connsiteX46" fmla="*/ 4006130 w 10740954"/>
              <a:gd name="connsiteY46" fmla="*/ 206819 h 1339999"/>
              <a:gd name="connsiteX47" fmla="*/ 4418694 w 10740954"/>
              <a:gd name="connsiteY47" fmla="*/ 1310641 h 1339999"/>
              <a:gd name="connsiteX48" fmla="*/ 4542701 w 10740954"/>
              <a:gd name="connsiteY48" fmla="*/ 1310641 h 1339999"/>
              <a:gd name="connsiteX49" fmla="*/ 4951820 w 10740954"/>
              <a:gd name="connsiteY49" fmla="*/ 204984 h 1339999"/>
              <a:gd name="connsiteX50" fmla="*/ 4951820 w 10740954"/>
              <a:gd name="connsiteY50" fmla="*/ 1310641 h 1339999"/>
              <a:gd name="connsiteX51" fmla="*/ 5112923 w 10740954"/>
              <a:gd name="connsiteY51" fmla="*/ 1310641 h 1339999"/>
              <a:gd name="connsiteX52" fmla="*/ 5112923 w 10740954"/>
              <a:gd name="connsiteY52" fmla="*/ 29358 h 1339999"/>
              <a:gd name="connsiteX53" fmla="*/ 6688984 w 10740954"/>
              <a:gd name="connsiteY53" fmla="*/ 1198974 h 1339999"/>
              <a:gd name="connsiteX54" fmla="*/ 6435405 w 10740954"/>
              <a:gd name="connsiteY54" fmla="*/ 852965 h 1339999"/>
              <a:gd name="connsiteX55" fmla="*/ 6688984 w 10740954"/>
              <a:gd name="connsiteY55" fmla="*/ 506956 h 1339999"/>
              <a:gd name="connsiteX56" fmla="*/ 6942564 w 10740954"/>
              <a:gd name="connsiteY56" fmla="*/ 852965 h 1339999"/>
              <a:gd name="connsiteX57" fmla="*/ 6688984 w 10740954"/>
              <a:gd name="connsiteY57" fmla="*/ 1198974 h 1339999"/>
              <a:gd name="connsiteX58" fmla="*/ 7092538 w 10740954"/>
              <a:gd name="connsiteY58" fmla="*/ 29358 h 1339999"/>
              <a:gd name="connsiteX59" fmla="*/ 6938854 w 10740954"/>
              <a:gd name="connsiteY59" fmla="*/ 29358 h 1339999"/>
              <a:gd name="connsiteX60" fmla="*/ 6938854 w 10740954"/>
              <a:gd name="connsiteY60" fmla="*/ 571177 h 1339999"/>
              <a:gd name="connsiteX61" fmla="*/ 6663017 w 10740954"/>
              <a:gd name="connsiteY61" fmla="*/ 377202 h 1339999"/>
              <a:gd name="connsiteX62" fmla="*/ 6274301 w 10740954"/>
              <a:gd name="connsiteY62" fmla="*/ 858732 h 1339999"/>
              <a:gd name="connsiteX63" fmla="*/ 6650033 w 10740954"/>
              <a:gd name="connsiteY63" fmla="*/ 1329252 h 1339999"/>
              <a:gd name="connsiteX64" fmla="*/ 6938854 w 10740954"/>
              <a:gd name="connsiteY64" fmla="*/ 1126103 h 1339999"/>
              <a:gd name="connsiteX65" fmla="*/ 6938854 w 10740954"/>
              <a:gd name="connsiteY65" fmla="*/ 1195567 h 1339999"/>
              <a:gd name="connsiteX66" fmla="*/ 6948128 w 10740954"/>
              <a:gd name="connsiteY66" fmla="*/ 1310903 h 1339999"/>
              <a:gd name="connsiteX67" fmla="*/ 7103667 w 10740954"/>
              <a:gd name="connsiteY67" fmla="*/ 1310903 h 1339999"/>
              <a:gd name="connsiteX68" fmla="*/ 7092538 w 10740954"/>
              <a:gd name="connsiteY68" fmla="*/ 1120598 h 1339999"/>
              <a:gd name="connsiteX69" fmla="*/ 7092538 w 10740954"/>
              <a:gd name="connsiteY69" fmla="*/ 29358 h 1339999"/>
              <a:gd name="connsiteX70" fmla="*/ 8258155 w 10740954"/>
              <a:gd name="connsiteY70" fmla="*/ 29358 h 1339999"/>
              <a:gd name="connsiteX71" fmla="*/ 7258942 w 10740954"/>
              <a:gd name="connsiteY71" fmla="*/ 29358 h 1339999"/>
              <a:gd name="connsiteX72" fmla="*/ 7258942 w 10740954"/>
              <a:gd name="connsiteY72" fmla="*/ 163044 h 1339999"/>
              <a:gd name="connsiteX73" fmla="*/ 7678924 w 10740954"/>
              <a:gd name="connsiteY73" fmla="*/ 163044 h 1339999"/>
              <a:gd name="connsiteX74" fmla="*/ 7678924 w 10740954"/>
              <a:gd name="connsiteY74" fmla="*/ 1310903 h 1339999"/>
              <a:gd name="connsiteX75" fmla="*/ 7840028 w 10740954"/>
              <a:gd name="connsiteY75" fmla="*/ 1310903 h 1339999"/>
              <a:gd name="connsiteX76" fmla="*/ 7840028 w 10740954"/>
              <a:gd name="connsiteY76" fmla="*/ 163044 h 1339999"/>
              <a:gd name="connsiteX77" fmla="*/ 8258155 w 10740954"/>
              <a:gd name="connsiteY77" fmla="*/ 163044 h 1339999"/>
              <a:gd name="connsiteX78" fmla="*/ 8258155 w 10740954"/>
              <a:gd name="connsiteY78" fmla="*/ 29358 h 1339999"/>
              <a:gd name="connsiteX79" fmla="*/ 10185835 w 10740954"/>
              <a:gd name="connsiteY79" fmla="*/ 29358 h 1339999"/>
              <a:gd name="connsiteX80" fmla="*/ 10032151 w 10740954"/>
              <a:gd name="connsiteY80" fmla="*/ 29358 h 1339999"/>
              <a:gd name="connsiteX81" fmla="*/ 10032151 w 10740954"/>
              <a:gd name="connsiteY81" fmla="*/ 1310641 h 1339999"/>
              <a:gd name="connsiteX82" fmla="*/ 10185835 w 10740954"/>
              <a:gd name="connsiteY82" fmla="*/ 1310641 h 1339999"/>
              <a:gd name="connsiteX83" fmla="*/ 10185835 w 10740954"/>
              <a:gd name="connsiteY83" fmla="*/ 708532 h 1339999"/>
              <a:gd name="connsiteX84" fmla="*/ 10387480 w 10740954"/>
              <a:gd name="connsiteY84" fmla="*/ 494374 h 1339999"/>
              <a:gd name="connsiteX85" fmla="*/ 10587270 w 10740954"/>
              <a:gd name="connsiteY85" fmla="*/ 708532 h 1339999"/>
              <a:gd name="connsiteX86" fmla="*/ 10587270 w 10740954"/>
              <a:gd name="connsiteY86" fmla="*/ 1310903 h 1339999"/>
              <a:gd name="connsiteX87" fmla="*/ 10740955 w 10740954"/>
              <a:gd name="connsiteY87" fmla="*/ 1310903 h 1339999"/>
              <a:gd name="connsiteX88" fmla="*/ 10740955 w 10740954"/>
              <a:gd name="connsiteY88" fmla="*/ 677339 h 1339999"/>
              <a:gd name="connsiteX89" fmla="*/ 10443125 w 10740954"/>
              <a:gd name="connsiteY89" fmla="*/ 377202 h 1339999"/>
              <a:gd name="connsiteX90" fmla="*/ 10185835 w 10740954"/>
              <a:gd name="connsiteY90" fmla="*/ 536576 h 1339999"/>
              <a:gd name="connsiteX91" fmla="*/ 10185835 w 10740954"/>
              <a:gd name="connsiteY91" fmla="*/ 29358 h 1339999"/>
              <a:gd name="connsiteX92" fmla="*/ 2759431 w 10740954"/>
              <a:gd name="connsiteY92" fmla="*/ 1339999 h 1339999"/>
              <a:gd name="connsiteX93" fmla="*/ 3188688 w 10740954"/>
              <a:gd name="connsiteY93" fmla="*/ 917186 h 1339999"/>
              <a:gd name="connsiteX94" fmla="*/ 3188688 w 10740954"/>
              <a:gd name="connsiteY94" fmla="*/ 29358 h 1339999"/>
              <a:gd name="connsiteX95" fmla="*/ 2959221 w 10740954"/>
              <a:gd name="connsiteY95" fmla="*/ 29358 h 1339999"/>
              <a:gd name="connsiteX96" fmla="*/ 2959221 w 10740954"/>
              <a:gd name="connsiteY96" fmla="*/ 975903 h 1339999"/>
              <a:gd name="connsiteX97" fmla="*/ 2759431 w 10740954"/>
              <a:gd name="connsiteY97" fmla="*/ 1221255 h 1339999"/>
              <a:gd name="connsiteX98" fmla="*/ 2559641 w 10740954"/>
              <a:gd name="connsiteY98" fmla="*/ 957554 h 1339999"/>
              <a:gd name="connsiteX99" fmla="*/ 2559641 w 10740954"/>
              <a:gd name="connsiteY99" fmla="*/ 781928 h 1339999"/>
              <a:gd name="connsiteX100" fmla="*/ 2330175 w 10740954"/>
              <a:gd name="connsiteY100" fmla="*/ 838548 h 1339999"/>
              <a:gd name="connsiteX101" fmla="*/ 2330175 w 10740954"/>
              <a:gd name="connsiteY101" fmla="*/ 917186 h 1339999"/>
              <a:gd name="connsiteX102" fmla="*/ 2759431 w 10740954"/>
              <a:gd name="connsiteY102" fmla="*/ 1339999 h 1339999"/>
              <a:gd name="connsiteX103" fmla="*/ 1537905 w 10740954"/>
              <a:gd name="connsiteY103" fmla="*/ 1206314 h 1339999"/>
              <a:gd name="connsiteX104" fmla="*/ 1251204 w 10740954"/>
              <a:gd name="connsiteY104" fmla="*/ 911682 h 1339999"/>
              <a:gd name="connsiteX105" fmla="*/ 1364082 w 10740954"/>
              <a:gd name="connsiteY105" fmla="*/ 679174 h 1339999"/>
              <a:gd name="connsiteX106" fmla="*/ 1782210 w 10740954"/>
              <a:gd name="connsiteY106" fmla="*/ 1131345 h 1339999"/>
              <a:gd name="connsiteX107" fmla="*/ 1537905 w 10740954"/>
              <a:gd name="connsiteY107" fmla="*/ 1206314 h 1339999"/>
              <a:gd name="connsiteX108" fmla="*/ 1761807 w 10740954"/>
              <a:gd name="connsiteY108" fmla="*/ 550993 h 1339999"/>
              <a:gd name="connsiteX109" fmla="*/ 2004258 w 10740954"/>
              <a:gd name="connsiteY109" fmla="*/ 785336 h 1339999"/>
              <a:gd name="connsiteX110" fmla="*/ 1945168 w 10740954"/>
              <a:gd name="connsiteY110" fmla="*/ 981146 h 1339999"/>
              <a:gd name="connsiteX111" fmla="*/ 1582420 w 10740954"/>
              <a:gd name="connsiteY111" fmla="*/ 585856 h 1339999"/>
              <a:gd name="connsiteX112" fmla="*/ 1761807 w 10740954"/>
              <a:gd name="connsiteY112" fmla="*/ 550993 h 1339999"/>
              <a:gd name="connsiteX113" fmla="*/ 1537905 w 10740954"/>
              <a:gd name="connsiteY113" fmla="*/ 96987 h 1339999"/>
              <a:gd name="connsiteX114" fmla="*/ 1711727 w 10740954"/>
              <a:gd name="connsiteY114" fmla="*/ 272613 h 1339999"/>
              <a:gd name="connsiteX115" fmla="*/ 1532340 w 10740954"/>
              <a:gd name="connsiteY115" fmla="*/ 532644 h 1339999"/>
              <a:gd name="connsiteX116" fmla="*/ 1452848 w 10740954"/>
              <a:gd name="connsiteY116" fmla="*/ 444831 h 1339999"/>
              <a:gd name="connsiteX117" fmla="*/ 1362227 w 10740954"/>
              <a:gd name="connsiteY117" fmla="*/ 263701 h 1339999"/>
              <a:gd name="connsiteX118" fmla="*/ 1537905 w 10740954"/>
              <a:gd name="connsiteY118" fmla="*/ 96987 h 1339999"/>
              <a:gd name="connsiteX119" fmla="*/ 2002403 w 10740954"/>
              <a:gd name="connsiteY119" fmla="*/ 1043532 h 1339999"/>
              <a:gd name="connsiteX120" fmla="*/ 2159797 w 10740954"/>
              <a:gd name="connsiteY120" fmla="*/ 686514 h 1339999"/>
              <a:gd name="connsiteX121" fmla="*/ 1917346 w 10740954"/>
              <a:gd name="connsiteY121" fmla="*/ 454006 h 1339999"/>
              <a:gd name="connsiteX122" fmla="*/ 1695299 w 10740954"/>
              <a:gd name="connsiteY122" fmla="*/ 498044 h 1339999"/>
              <a:gd name="connsiteX123" fmla="*/ 1691589 w 10740954"/>
              <a:gd name="connsiteY123" fmla="*/ 490704 h 1339999"/>
              <a:gd name="connsiteX124" fmla="*/ 1891379 w 10740954"/>
              <a:gd name="connsiteY124" fmla="*/ 249022 h 1339999"/>
              <a:gd name="connsiteX125" fmla="*/ 1543469 w 10740954"/>
              <a:gd name="connsiteY125" fmla="*/ 0 h 1339999"/>
              <a:gd name="connsiteX126" fmla="*/ 1162173 w 10740954"/>
              <a:gd name="connsiteY126" fmla="*/ 316651 h 1339999"/>
              <a:gd name="connsiteX127" fmla="*/ 1310293 w 10740954"/>
              <a:gd name="connsiteY127" fmla="*/ 622292 h 1339999"/>
              <a:gd name="connsiteX128" fmla="*/ 1312147 w 10740954"/>
              <a:gd name="connsiteY128" fmla="*/ 625962 h 1339999"/>
              <a:gd name="connsiteX129" fmla="*/ 1047439 w 10740954"/>
              <a:gd name="connsiteY129" fmla="*/ 993990 h 1339999"/>
              <a:gd name="connsiteX130" fmla="*/ 1419462 w 10740954"/>
              <a:gd name="connsiteY130" fmla="*/ 1339999 h 1339999"/>
              <a:gd name="connsiteX131" fmla="*/ 1837589 w 10740954"/>
              <a:gd name="connsiteY131" fmla="*/ 1191635 h 1339999"/>
              <a:gd name="connsiteX132" fmla="*/ 1948613 w 10740954"/>
              <a:gd name="connsiteY132" fmla="*/ 1310641 h 1339999"/>
              <a:gd name="connsiteX133" fmla="*/ 2239024 w 10740954"/>
              <a:gd name="connsiteY133" fmla="*/ 1310641 h 1339999"/>
              <a:gd name="connsiteX134" fmla="*/ 2239024 w 10740954"/>
              <a:gd name="connsiteY134" fmla="*/ 1301466 h 1339999"/>
              <a:gd name="connsiteX135" fmla="*/ 2002403 w 10740954"/>
              <a:gd name="connsiteY135" fmla="*/ 1043532 h 1339999"/>
              <a:gd name="connsiteX136" fmla="*/ 429257 w 10740954"/>
              <a:gd name="connsiteY136" fmla="*/ 1339999 h 1339999"/>
              <a:gd name="connsiteX137" fmla="*/ 858513 w 10740954"/>
              <a:gd name="connsiteY137" fmla="*/ 917186 h 1339999"/>
              <a:gd name="connsiteX138" fmla="*/ 858513 w 10740954"/>
              <a:gd name="connsiteY138" fmla="*/ 29358 h 1339999"/>
              <a:gd name="connsiteX139" fmla="*/ 629046 w 10740954"/>
              <a:gd name="connsiteY139" fmla="*/ 29358 h 1339999"/>
              <a:gd name="connsiteX140" fmla="*/ 629046 w 10740954"/>
              <a:gd name="connsiteY140" fmla="*/ 975903 h 1339999"/>
              <a:gd name="connsiteX141" fmla="*/ 429257 w 10740954"/>
              <a:gd name="connsiteY141" fmla="*/ 1221255 h 1339999"/>
              <a:gd name="connsiteX142" fmla="*/ 229467 w 10740954"/>
              <a:gd name="connsiteY142" fmla="*/ 957554 h 1339999"/>
              <a:gd name="connsiteX143" fmla="*/ 229467 w 10740954"/>
              <a:gd name="connsiteY143" fmla="*/ 781928 h 1339999"/>
              <a:gd name="connsiteX144" fmla="*/ 0 w 10740954"/>
              <a:gd name="connsiteY144" fmla="*/ 838548 h 1339999"/>
              <a:gd name="connsiteX145" fmla="*/ 0 w 10740954"/>
              <a:gd name="connsiteY145" fmla="*/ 917186 h 1339999"/>
              <a:gd name="connsiteX146" fmla="*/ 429257 w 10740954"/>
              <a:gd name="connsiteY146" fmla="*/ 1339999 h 133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0740954" h="1339999">
                <a:moveTo>
                  <a:pt x="5490245" y="754143"/>
                </a:moveTo>
                <a:cubicBezTo>
                  <a:pt x="5510648" y="592934"/>
                  <a:pt x="5593850" y="501451"/>
                  <a:pt x="5740115" y="501451"/>
                </a:cubicBezTo>
                <a:cubicBezTo>
                  <a:pt x="5878961" y="501451"/>
                  <a:pt x="5960308" y="583759"/>
                  <a:pt x="5964018" y="754143"/>
                </a:cubicBezTo>
                <a:lnTo>
                  <a:pt x="5490245" y="754143"/>
                </a:lnTo>
                <a:moveTo>
                  <a:pt x="5739850" y="377202"/>
                </a:moveTo>
                <a:cubicBezTo>
                  <a:pt x="5495545" y="377202"/>
                  <a:pt x="5325432" y="547586"/>
                  <a:pt x="5325432" y="860567"/>
                </a:cubicBezTo>
                <a:cubicBezTo>
                  <a:pt x="5325432" y="1160704"/>
                  <a:pt x="5482826" y="1329252"/>
                  <a:pt x="5739850" y="1329252"/>
                </a:cubicBezTo>
                <a:cubicBezTo>
                  <a:pt x="5950769" y="1329252"/>
                  <a:pt x="6084050" y="1210246"/>
                  <a:pt x="6117437" y="1030950"/>
                </a:cubicBezTo>
                <a:lnTo>
                  <a:pt x="5976736" y="994252"/>
                </a:lnTo>
                <a:cubicBezTo>
                  <a:pt x="5952624" y="1148121"/>
                  <a:pt x="5869422" y="1201071"/>
                  <a:pt x="5754689" y="1201071"/>
                </a:cubicBezTo>
                <a:cubicBezTo>
                  <a:pt x="5571592" y="1201071"/>
                  <a:pt x="5489981" y="1067386"/>
                  <a:pt x="5484416" y="862402"/>
                </a:cubicBezTo>
                <a:lnTo>
                  <a:pt x="6119027" y="862402"/>
                </a:lnTo>
                <a:lnTo>
                  <a:pt x="6119027" y="811025"/>
                </a:lnTo>
                <a:cubicBezTo>
                  <a:pt x="6119292" y="490704"/>
                  <a:pt x="5943615" y="377202"/>
                  <a:pt x="5739850" y="377202"/>
                </a:cubicBezTo>
                <a:moveTo>
                  <a:pt x="8274584" y="754143"/>
                </a:moveTo>
                <a:cubicBezTo>
                  <a:pt x="8294987" y="592934"/>
                  <a:pt x="8378188" y="501451"/>
                  <a:pt x="8524454" y="501451"/>
                </a:cubicBezTo>
                <a:cubicBezTo>
                  <a:pt x="8663299" y="501451"/>
                  <a:pt x="8744646" y="583759"/>
                  <a:pt x="8748356" y="754143"/>
                </a:cubicBezTo>
                <a:lnTo>
                  <a:pt x="8274584" y="754143"/>
                </a:lnTo>
                <a:moveTo>
                  <a:pt x="8524454" y="377202"/>
                </a:moveTo>
                <a:cubicBezTo>
                  <a:pt x="8280149" y="377202"/>
                  <a:pt x="8110035" y="547586"/>
                  <a:pt x="8110035" y="860567"/>
                </a:cubicBezTo>
                <a:cubicBezTo>
                  <a:pt x="8110035" y="1160704"/>
                  <a:pt x="8267430" y="1329252"/>
                  <a:pt x="8524454" y="1329252"/>
                </a:cubicBezTo>
                <a:cubicBezTo>
                  <a:pt x="8735372" y="1329252"/>
                  <a:pt x="8868654" y="1210246"/>
                  <a:pt x="8902041" y="1030950"/>
                </a:cubicBezTo>
                <a:lnTo>
                  <a:pt x="8761340" y="994252"/>
                </a:lnTo>
                <a:cubicBezTo>
                  <a:pt x="8737227" y="1148121"/>
                  <a:pt x="8654025" y="1201071"/>
                  <a:pt x="8539292" y="1201071"/>
                </a:cubicBezTo>
                <a:cubicBezTo>
                  <a:pt x="8356196" y="1201071"/>
                  <a:pt x="8274584" y="1067386"/>
                  <a:pt x="8269019" y="862402"/>
                </a:cubicBezTo>
                <a:lnTo>
                  <a:pt x="8903630" y="862402"/>
                </a:lnTo>
                <a:lnTo>
                  <a:pt x="8903630" y="811025"/>
                </a:lnTo>
                <a:cubicBezTo>
                  <a:pt x="8903895" y="490704"/>
                  <a:pt x="8727953" y="377202"/>
                  <a:pt x="8524454" y="377202"/>
                </a:cubicBezTo>
                <a:moveTo>
                  <a:pt x="9484716" y="377202"/>
                </a:moveTo>
                <a:cubicBezTo>
                  <a:pt x="9231137" y="377202"/>
                  <a:pt x="9059169" y="552828"/>
                  <a:pt x="9059169" y="862402"/>
                </a:cubicBezTo>
                <a:cubicBezTo>
                  <a:pt x="9059169" y="1166208"/>
                  <a:pt x="9227428" y="1329252"/>
                  <a:pt x="9477297" y="1329252"/>
                </a:cubicBezTo>
                <a:cubicBezTo>
                  <a:pt x="9703054" y="1329252"/>
                  <a:pt x="9830771" y="1191897"/>
                  <a:pt x="9856739" y="1003427"/>
                </a:cubicBezTo>
                <a:lnTo>
                  <a:pt x="9710473" y="968564"/>
                </a:lnTo>
                <a:cubicBezTo>
                  <a:pt x="9684506" y="1140520"/>
                  <a:pt x="9610579" y="1199236"/>
                  <a:pt x="9488426" y="1199236"/>
                </a:cubicBezTo>
                <a:cubicBezTo>
                  <a:pt x="9310894" y="1199236"/>
                  <a:pt x="9220008" y="1071056"/>
                  <a:pt x="9220008" y="851392"/>
                </a:cubicBezTo>
                <a:cubicBezTo>
                  <a:pt x="9220008" y="622554"/>
                  <a:pt x="9316193" y="507218"/>
                  <a:pt x="9481006" y="507218"/>
                </a:cubicBezTo>
                <a:cubicBezTo>
                  <a:pt x="9597595" y="507218"/>
                  <a:pt x="9682651" y="564100"/>
                  <a:pt x="9710473" y="726881"/>
                </a:cubicBezTo>
                <a:lnTo>
                  <a:pt x="9856739" y="692018"/>
                </a:lnTo>
                <a:cubicBezTo>
                  <a:pt x="9830771" y="505383"/>
                  <a:pt x="9703054" y="377202"/>
                  <a:pt x="9484716" y="377202"/>
                </a:cubicBezTo>
                <a:moveTo>
                  <a:pt x="5112923" y="29358"/>
                </a:moveTo>
                <a:lnTo>
                  <a:pt x="4868618" y="29358"/>
                </a:lnTo>
                <a:lnTo>
                  <a:pt x="4485467" y="1061881"/>
                </a:lnTo>
                <a:lnTo>
                  <a:pt x="4100726" y="29358"/>
                </a:lnTo>
                <a:lnTo>
                  <a:pt x="3845291" y="29358"/>
                </a:lnTo>
                <a:lnTo>
                  <a:pt x="3845291" y="1310641"/>
                </a:lnTo>
                <a:lnTo>
                  <a:pt x="4006130" y="1310641"/>
                </a:lnTo>
                <a:lnTo>
                  <a:pt x="4006130" y="206819"/>
                </a:lnTo>
                <a:lnTo>
                  <a:pt x="4418694" y="1310641"/>
                </a:lnTo>
                <a:lnTo>
                  <a:pt x="4542701" y="1310641"/>
                </a:lnTo>
                <a:lnTo>
                  <a:pt x="4951820" y="204984"/>
                </a:lnTo>
                <a:lnTo>
                  <a:pt x="4951820" y="1310641"/>
                </a:lnTo>
                <a:lnTo>
                  <a:pt x="5112923" y="1310641"/>
                </a:lnTo>
                <a:lnTo>
                  <a:pt x="5112923" y="29358"/>
                </a:lnTo>
                <a:moveTo>
                  <a:pt x="6688984" y="1198974"/>
                </a:moveTo>
                <a:cubicBezTo>
                  <a:pt x="6537154" y="1198974"/>
                  <a:pt x="6435405" y="1090977"/>
                  <a:pt x="6435405" y="852965"/>
                </a:cubicBezTo>
                <a:cubicBezTo>
                  <a:pt x="6435405" y="613118"/>
                  <a:pt x="6537154" y="506956"/>
                  <a:pt x="6688984" y="506956"/>
                </a:cubicBezTo>
                <a:cubicBezTo>
                  <a:pt x="6840814" y="506956"/>
                  <a:pt x="6942564" y="613118"/>
                  <a:pt x="6942564" y="852965"/>
                </a:cubicBezTo>
                <a:cubicBezTo>
                  <a:pt x="6942564" y="1090977"/>
                  <a:pt x="6840814" y="1198974"/>
                  <a:pt x="6688984" y="1198974"/>
                </a:cubicBezTo>
                <a:moveTo>
                  <a:pt x="7092538" y="29358"/>
                </a:moveTo>
                <a:lnTo>
                  <a:pt x="6938854" y="29358"/>
                </a:lnTo>
                <a:lnTo>
                  <a:pt x="6938854" y="571177"/>
                </a:lnTo>
                <a:cubicBezTo>
                  <a:pt x="6905467" y="470520"/>
                  <a:pt x="6824120" y="377202"/>
                  <a:pt x="6663017" y="377202"/>
                </a:cubicBezTo>
                <a:cubicBezTo>
                  <a:pt x="6455808" y="377202"/>
                  <a:pt x="6274301" y="538411"/>
                  <a:pt x="6274301" y="858732"/>
                </a:cubicBezTo>
                <a:cubicBezTo>
                  <a:pt x="6274301" y="1182722"/>
                  <a:pt x="6455543" y="1329252"/>
                  <a:pt x="6650033" y="1329252"/>
                </a:cubicBezTo>
                <a:cubicBezTo>
                  <a:pt x="6796299" y="1329252"/>
                  <a:pt x="6903612" y="1245109"/>
                  <a:pt x="6938854" y="1126103"/>
                </a:cubicBezTo>
                <a:lnTo>
                  <a:pt x="6938854" y="1195567"/>
                </a:lnTo>
                <a:cubicBezTo>
                  <a:pt x="6938854" y="1237769"/>
                  <a:pt x="6942564" y="1283380"/>
                  <a:pt x="6948128" y="1310903"/>
                </a:cubicBezTo>
                <a:lnTo>
                  <a:pt x="7103667" y="1310903"/>
                </a:lnTo>
                <a:cubicBezTo>
                  <a:pt x="7096248" y="1266865"/>
                  <a:pt x="7092538" y="1202906"/>
                  <a:pt x="7092538" y="1120598"/>
                </a:cubicBezTo>
                <a:lnTo>
                  <a:pt x="7092538" y="29358"/>
                </a:lnTo>
                <a:moveTo>
                  <a:pt x="8258155" y="29358"/>
                </a:moveTo>
                <a:lnTo>
                  <a:pt x="7258942" y="29358"/>
                </a:lnTo>
                <a:lnTo>
                  <a:pt x="7258942" y="163044"/>
                </a:lnTo>
                <a:lnTo>
                  <a:pt x="7678924" y="163044"/>
                </a:lnTo>
                <a:lnTo>
                  <a:pt x="7678924" y="1310903"/>
                </a:lnTo>
                <a:lnTo>
                  <a:pt x="7840028" y="1310903"/>
                </a:lnTo>
                <a:lnTo>
                  <a:pt x="7840028" y="163044"/>
                </a:lnTo>
                <a:lnTo>
                  <a:pt x="8258155" y="163044"/>
                </a:lnTo>
                <a:lnTo>
                  <a:pt x="8258155" y="29358"/>
                </a:lnTo>
                <a:moveTo>
                  <a:pt x="10185835" y="29358"/>
                </a:moveTo>
                <a:lnTo>
                  <a:pt x="10032151" y="29358"/>
                </a:lnTo>
                <a:lnTo>
                  <a:pt x="10032151" y="1310641"/>
                </a:lnTo>
                <a:lnTo>
                  <a:pt x="10185835" y="1310641"/>
                </a:lnTo>
                <a:lnTo>
                  <a:pt x="10185835" y="708532"/>
                </a:lnTo>
                <a:cubicBezTo>
                  <a:pt x="10185835" y="580352"/>
                  <a:pt x="10250489" y="494374"/>
                  <a:pt x="10387480" y="494374"/>
                </a:cubicBezTo>
                <a:cubicBezTo>
                  <a:pt x="10522617" y="494374"/>
                  <a:pt x="10587270" y="580352"/>
                  <a:pt x="10587270" y="708532"/>
                </a:cubicBezTo>
                <a:lnTo>
                  <a:pt x="10587270" y="1310903"/>
                </a:lnTo>
                <a:lnTo>
                  <a:pt x="10740955" y="1310903"/>
                </a:lnTo>
                <a:lnTo>
                  <a:pt x="10740955" y="677339"/>
                </a:lnTo>
                <a:cubicBezTo>
                  <a:pt x="10740955" y="505383"/>
                  <a:pt x="10633640" y="377202"/>
                  <a:pt x="10443125" y="377202"/>
                </a:cubicBezTo>
                <a:cubicBezTo>
                  <a:pt x="10315408" y="377202"/>
                  <a:pt x="10221077" y="434084"/>
                  <a:pt x="10185835" y="536576"/>
                </a:cubicBezTo>
                <a:lnTo>
                  <a:pt x="10185835" y="29358"/>
                </a:lnTo>
                <a:moveTo>
                  <a:pt x="2759431" y="1339999"/>
                </a:moveTo>
                <a:cubicBezTo>
                  <a:pt x="3068390" y="1339999"/>
                  <a:pt x="3188688" y="1157034"/>
                  <a:pt x="3188688" y="917186"/>
                </a:cubicBezTo>
                <a:lnTo>
                  <a:pt x="3188688" y="29358"/>
                </a:lnTo>
                <a:lnTo>
                  <a:pt x="2959221" y="29358"/>
                </a:lnTo>
                <a:lnTo>
                  <a:pt x="2959221" y="975903"/>
                </a:lnTo>
                <a:cubicBezTo>
                  <a:pt x="2959221" y="1129772"/>
                  <a:pt x="2900132" y="1221255"/>
                  <a:pt x="2759431" y="1221255"/>
                </a:cubicBezTo>
                <a:cubicBezTo>
                  <a:pt x="2620585" y="1221255"/>
                  <a:pt x="2559641" y="1124268"/>
                  <a:pt x="2559641" y="957554"/>
                </a:cubicBezTo>
                <a:lnTo>
                  <a:pt x="2559641" y="781928"/>
                </a:lnTo>
                <a:lnTo>
                  <a:pt x="2330175" y="838548"/>
                </a:lnTo>
                <a:lnTo>
                  <a:pt x="2330175" y="917186"/>
                </a:lnTo>
                <a:cubicBezTo>
                  <a:pt x="2329910" y="1157034"/>
                  <a:pt x="2450207" y="1339999"/>
                  <a:pt x="2759431" y="1339999"/>
                </a:cubicBezTo>
                <a:moveTo>
                  <a:pt x="1537905" y="1206314"/>
                </a:moveTo>
                <a:cubicBezTo>
                  <a:pt x="1360373" y="1206314"/>
                  <a:pt x="1251204" y="1063454"/>
                  <a:pt x="1251204" y="911682"/>
                </a:cubicBezTo>
                <a:cubicBezTo>
                  <a:pt x="1251204" y="816529"/>
                  <a:pt x="1293864" y="728716"/>
                  <a:pt x="1364082" y="679174"/>
                </a:cubicBezTo>
                <a:lnTo>
                  <a:pt x="1782210" y="1131345"/>
                </a:lnTo>
                <a:cubicBezTo>
                  <a:pt x="1704573" y="1176955"/>
                  <a:pt x="1617662" y="1206314"/>
                  <a:pt x="1537905" y="1206314"/>
                </a:cubicBezTo>
                <a:moveTo>
                  <a:pt x="1761807" y="550993"/>
                </a:moveTo>
                <a:cubicBezTo>
                  <a:pt x="1911782" y="550993"/>
                  <a:pt x="2004258" y="636971"/>
                  <a:pt x="2004258" y="785336"/>
                </a:cubicBezTo>
                <a:cubicBezTo>
                  <a:pt x="2004258" y="851130"/>
                  <a:pt x="1985709" y="919021"/>
                  <a:pt x="1945168" y="981146"/>
                </a:cubicBezTo>
                <a:lnTo>
                  <a:pt x="1582420" y="585856"/>
                </a:lnTo>
                <a:cubicBezTo>
                  <a:pt x="1647074" y="560168"/>
                  <a:pt x="1710137" y="550993"/>
                  <a:pt x="1761807" y="550993"/>
                </a:cubicBezTo>
                <a:moveTo>
                  <a:pt x="1537905" y="96987"/>
                </a:moveTo>
                <a:cubicBezTo>
                  <a:pt x="1647074" y="96987"/>
                  <a:pt x="1711727" y="159112"/>
                  <a:pt x="1711727" y="272613"/>
                </a:cubicBezTo>
                <a:cubicBezTo>
                  <a:pt x="1711727" y="376940"/>
                  <a:pt x="1659792" y="475763"/>
                  <a:pt x="1532340" y="532644"/>
                </a:cubicBezTo>
                <a:lnTo>
                  <a:pt x="1452848" y="444831"/>
                </a:lnTo>
                <a:cubicBezTo>
                  <a:pt x="1382630" y="368028"/>
                  <a:pt x="1362227" y="320321"/>
                  <a:pt x="1362227" y="263701"/>
                </a:cubicBezTo>
                <a:cubicBezTo>
                  <a:pt x="1362227" y="157539"/>
                  <a:pt x="1430590" y="96987"/>
                  <a:pt x="1537905" y="96987"/>
                </a:cubicBezTo>
                <a:moveTo>
                  <a:pt x="2002403" y="1043532"/>
                </a:moveTo>
                <a:cubicBezTo>
                  <a:pt x="2102298" y="926361"/>
                  <a:pt x="2159797" y="798180"/>
                  <a:pt x="2159797" y="686514"/>
                </a:cubicBezTo>
                <a:cubicBezTo>
                  <a:pt x="2159797" y="547324"/>
                  <a:pt x="2065466" y="454006"/>
                  <a:pt x="1917346" y="454006"/>
                </a:cubicBezTo>
                <a:cubicBezTo>
                  <a:pt x="1839709" y="454006"/>
                  <a:pt x="1752533" y="476025"/>
                  <a:pt x="1695299" y="498044"/>
                </a:cubicBezTo>
                <a:lnTo>
                  <a:pt x="1691589" y="490704"/>
                </a:lnTo>
                <a:cubicBezTo>
                  <a:pt x="1832290" y="415735"/>
                  <a:pt x="1891379" y="346009"/>
                  <a:pt x="1891379" y="249022"/>
                </a:cubicBezTo>
                <a:cubicBezTo>
                  <a:pt x="1891379" y="109832"/>
                  <a:pt x="1765517" y="0"/>
                  <a:pt x="1543469" y="0"/>
                </a:cubicBezTo>
                <a:cubicBezTo>
                  <a:pt x="1288035" y="0"/>
                  <a:pt x="1162173" y="141025"/>
                  <a:pt x="1162173" y="316651"/>
                </a:cubicBezTo>
                <a:cubicBezTo>
                  <a:pt x="1162173" y="411803"/>
                  <a:pt x="1202978" y="506956"/>
                  <a:pt x="1310293" y="622292"/>
                </a:cubicBezTo>
                <a:lnTo>
                  <a:pt x="1312147" y="625962"/>
                </a:lnTo>
                <a:cubicBezTo>
                  <a:pt x="1130906" y="711940"/>
                  <a:pt x="1047439" y="851130"/>
                  <a:pt x="1047439" y="993990"/>
                </a:cubicBezTo>
                <a:cubicBezTo>
                  <a:pt x="1047439" y="1182460"/>
                  <a:pt x="1193704" y="1339999"/>
                  <a:pt x="1419462" y="1339999"/>
                </a:cubicBezTo>
                <a:cubicBezTo>
                  <a:pt x="1549033" y="1339999"/>
                  <a:pt x="1700863" y="1286787"/>
                  <a:pt x="1837589" y="1191635"/>
                </a:cubicBezTo>
                <a:lnTo>
                  <a:pt x="1948613" y="1310641"/>
                </a:lnTo>
                <a:lnTo>
                  <a:pt x="2239024" y="1310641"/>
                </a:lnTo>
                <a:lnTo>
                  <a:pt x="2239024" y="1301466"/>
                </a:lnTo>
                <a:lnTo>
                  <a:pt x="2002403" y="1043532"/>
                </a:lnTo>
                <a:close/>
                <a:moveTo>
                  <a:pt x="429257" y="1339999"/>
                </a:moveTo>
                <a:cubicBezTo>
                  <a:pt x="738215" y="1339999"/>
                  <a:pt x="858513" y="1157034"/>
                  <a:pt x="858513" y="917186"/>
                </a:cubicBezTo>
                <a:lnTo>
                  <a:pt x="858513" y="29358"/>
                </a:lnTo>
                <a:lnTo>
                  <a:pt x="629046" y="29358"/>
                </a:lnTo>
                <a:lnTo>
                  <a:pt x="629046" y="975903"/>
                </a:lnTo>
                <a:cubicBezTo>
                  <a:pt x="629046" y="1129772"/>
                  <a:pt x="569957" y="1221255"/>
                  <a:pt x="429257" y="1221255"/>
                </a:cubicBezTo>
                <a:cubicBezTo>
                  <a:pt x="290411" y="1221255"/>
                  <a:pt x="229467" y="1124268"/>
                  <a:pt x="229467" y="957554"/>
                </a:cubicBezTo>
                <a:lnTo>
                  <a:pt x="229467" y="781928"/>
                </a:lnTo>
                <a:lnTo>
                  <a:pt x="0" y="838548"/>
                </a:lnTo>
                <a:lnTo>
                  <a:pt x="0" y="917186"/>
                </a:lnTo>
                <a:cubicBezTo>
                  <a:pt x="0" y="1157034"/>
                  <a:pt x="120298" y="1339999"/>
                  <a:pt x="429257" y="1339999"/>
                </a:cubicBezTo>
              </a:path>
            </a:pathLst>
          </a:custGeom>
          <a:solidFill>
            <a:schemeClr val="tx2"/>
          </a:solidFill>
          <a:ln w="26484" cap="flat">
            <a:noFill/>
            <a:prstDash val="solid"/>
            <a:miter/>
          </a:ln>
        </p:spPr>
        <p:txBody>
          <a:bodyPr rtlCol="0" anchor="ctr"/>
          <a:lstStyle/>
          <a:p>
            <a:endParaRPr lang="en-GB"/>
          </a:p>
        </p:txBody>
      </p:sp>
      <p:sp>
        <p:nvSpPr>
          <p:cNvPr id="7" name="TextBox 6">
            <a:extLst>
              <a:ext uri="{FF2B5EF4-FFF2-40B4-BE49-F238E27FC236}">
                <a16:creationId xmlns:a16="http://schemas.microsoft.com/office/drawing/2014/main" id="{D32C72F6-1A4B-52BF-4FC8-19CB4B60E2DF}"/>
              </a:ext>
            </a:extLst>
          </p:cNvPr>
          <p:cNvSpPr txBox="1"/>
          <p:nvPr userDrawn="1"/>
        </p:nvSpPr>
        <p:spPr>
          <a:xfrm>
            <a:off x="10302828" y="6419850"/>
            <a:ext cx="931467" cy="138114"/>
          </a:xfrm>
          <a:prstGeom prst="rect">
            <a:avLst/>
          </a:prstGeom>
          <a:noFill/>
        </p:spPr>
        <p:txBody>
          <a:bodyPr wrap="square" lIns="0" tIns="0" rIns="0" bIns="0" rtlCol="0" anchor="ctr" anchorCtr="0">
            <a:noAutofit/>
          </a:bodyPr>
          <a:lstStyle/>
          <a:p>
            <a:pPr algn="l"/>
            <a:r>
              <a:rPr lang="en-US" sz="1100" kern="1200" noProof="1">
                <a:solidFill>
                  <a:schemeClr val="accent1"/>
                </a:solidFill>
                <a:latin typeface="+mn-lt"/>
                <a:ea typeface="+mn-ea"/>
                <a:cs typeface="+mn-cs"/>
              </a:rPr>
              <a:t>Orthopaedics</a:t>
            </a:r>
          </a:p>
        </p:txBody>
      </p:sp>
      <p:sp>
        <p:nvSpPr>
          <p:cNvPr id="9" name="Rectangle 8">
            <a:extLst>
              <a:ext uri="{FF2B5EF4-FFF2-40B4-BE49-F238E27FC236}">
                <a16:creationId xmlns:a16="http://schemas.microsoft.com/office/drawing/2014/main" id="{769256BA-064B-0D7F-6689-6922790B7E60}"/>
              </a:ext>
            </a:extLst>
          </p:cNvPr>
          <p:cNvSpPr/>
          <p:nvPr userDrawn="1"/>
        </p:nvSpPr>
        <p:spPr>
          <a:xfrm>
            <a:off x="10193101" y="6333458"/>
            <a:ext cx="18288" cy="3108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5" name="Footer Placeholder 4">
            <a:extLst>
              <a:ext uri="{FF2B5EF4-FFF2-40B4-BE49-F238E27FC236}">
                <a16:creationId xmlns:a16="http://schemas.microsoft.com/office/drawing/2014/main" id="{C2DB68EF-BA48-F4BC-BE79-97134696D633}"/>
              </a:ext>
            </a:extLst>
          </p:cNvPr>
          <p:cNvSpPr>
            <a:spLocks noGrp="1"/>
          </p:cNvSpPr>
          <p:nvPr>
            <p:ph type="ftr" sz="quarter" idx="3"/>
          </p:nvPr>
        </p:nvSpPr>
        <p:spPr>
          <a:xfrm>
            <a:off x="288259" y="6024366"/>
            <a:ext cx="11610516" cy="246222"/>
          </a:xfrm>
          <a:prstGeom prst="rect">
            <a:avLst/>
          </a:prstGeom>
          <a:noFill/>
        </p:spPr>
        <p:txBody>
          <a:bodyPr vert="horz" wrap="square" lIns="0" tIns="0" rIns="0" bIns="0" rtlCol="0" anchor="b" anchorCtr="0">
            <a:noAutofit/>
          </a:bodyPr>
          <a:lstStyle>
            <a:lvl1pPr>
              <a:defRPr lang="en-GB" sz="800" b="0" i="0" smtClean="0"/>
            </a:lvl1pPr>
          </a:lstStyle>
          <a:p>
            <a:r>
              <a:rPr lang="en-US"/>
              <a:t>Slide footer goes here if required.</a:t>
            </a:r>
          </a:p>
        </p:txBody>
      </p:sp>
    </p:spTree>
    <p:extLst>
      <p:ext uri="{BB962C8B-B14F-4D97-AF65-F5344CB8AC3E}">
        <p14:creationId xmlns:p14="http://schemas.microsoft.com/office/powerpoint/2010/main" val="1916685965"/>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 id="2147483746" r:id="rId31"/>
    <p:sldLayoutId id="2147483747" r:id="rId32"/>
    <p:sldLayoutId id="2147483748" r:id="rId33"/>
    <p:sldLayoutId id="2147483749" r:id="rId34"/>
    <p:sldLayoutId id="2147483750" r:id="rId35"/>
    <p:sldLayoutId id="2147483751" r:id="rId36"/>
    <p:sldLayoutId id="2147483752" r:id="rId37"/>
    <p:sldLayoutId id="2147483753" r:id="rId38"/>
    <p:sldLayoutId id="2147483754" r:id="rId39"/>
    <p:sldLayoutId id="2147483755" r:id="rId40"/>
    <p:sldLayoutId id="2147483756" r:id="rId41"/>
    <p:sldLayoutId id="2147483757" r:id="rId42"/>
    <p:sldLayoutId id="2147483758" r:id="rId43"/>
    <p:sldLayoutId id="2147483759" r:id="rId44"/>
    <p:sldLayoutId id="2147483760" r:id="rId45"/>
    <p:sldLayoutId id="2147483761" r:id="rId46"/>
    <p:sldLayoutId id="2147483762" r:id="rId47"/>
    <p:sldLayoutId id="2147483763" r:id="rId48"/>
    <p:sldLayoutId id="2147483765" r:id="rId49"/>
  </p:sldLayoutIdLst>
  <p:hf hdr="0" dt="0"/>
  <p:txStyles>
    <p:titleStyle>
      <a:lvl1pPr algn="l" defTabSz="914400" rtl="0" eaLnBrk="1" latinLnBrk="0" hangingPunct="1">
        <a:lnSpc>
          <a:spcPct val="85000"/>
        </a:lnSpc>
        <a:spcBef>
          <a:spcPts val="600"/>
        </a:spcBef>
        <a:spcAft>
          <a:spcPts val="600"/>
        </a:spcAft>
        <a:buNone/>
        <a:defRPr sz="3500" b="0" i="0" kern="1200" spc="0" baseline="0">
          <a:solidFill>
            <a:schemeClr val="tx2"/>
          </a:solidFill>
          <a:latin typeface="+mj-lt"/>
          <a:ea typeface="+mj-ea"/>
          <a:cs typeface="+mj-cs"/>
        </a:defRPr>
      </a:lvl1pPr>
    </p:titleStyle>
    <p:bodyStyle>
      <a:lvl1pPr marL="0" indent="0" algn="l" defTabSz="914400" rtl="0" eaLnBrk="1" latinLnBrk="0" hangingPunct="1">
        <a:lnSpc>
          <a:spcPct val="110000"/>
        </a:lnSpc>
        <a:spcBef>
          <a:spcPts val="600"/>
        </a:spcBef>
        <a:spcAft>
          <a:spcPts val="600"/>
        </a:spcAft>
        <a:buFont typeface="Arial" panose="020B0604020202020204" pitchFamily="34" charset="0"/>
        <a:buNone/>
        <a:tabLst/>
        <a:defRPr sz="1800" b="0" i="0" kern="1200">
          <a:solidFill>
            <a:schemeClr val="tx1"/>
          </a:solidFill>
          <a:latin typeface="+mn-lt"/>
          <a:ea typeface="+mn-ea"/>
          <a:cs typeface="+mn-cs"/>
        </a:defRPr>
      </a:lvl1pPr>
      <a:lvl2pPr marL="285750" indent="-285750" algn="l" defTabSz="914400" rtl="0" eaLnBrk="1" latinLnBrk="0" hangingPunct="1">
        <a:lnSpc>
          <a:spcPct val="110000"/>
        </a:lnSpc>
        <a:spcBef>
          <a:spcPts val="0"/>
        </a:spcBef>
        <a:spcAft>
          <a:spcPts val="600"/>
        </a:spcAft>
        <a:buFont typeface="Arial" panose="020B0604020202020204" pitchFamily="34" charset="0"/>
        <a:buChar char="•"/>
        <a:tabLst/>
        <a:defRPr sz="1800" b="0" i="0" kern="1200">
          <a:solidFill>
            <a:schemeClr val="tx1"/>
          </a:solidFill>
          <a:latin typeface="+mn-lt"/>
          <a:ea typeface="+mn-ea"/>
          <a:cs typeface="+mn-cs"/>
        </a:defRPr>
      </a:lvl2pPr>
      <a:lvl3pPr marL="571500" indent="-285750" algn="l" defTabSz="914400" rtl="0" eaLnBrk="1" latinLnBrk="0" hangingPunct="1">
        <a:lnSpc>
          <a:spcPct val="110000"/>
        </a:lnSpc>
        <a:spcBef>
          <a:spcPts val="0"/>
        </a:spcBef>
        <a:spcAft>
          <a:spcPts val="600"/>
        </a:spcAft>
        <a:buFont typeface="Arial" panose="020B0604020202020204" pitchFamily="34" charset="0"/>
        <a:buChar char="•"/>
        <a:tabLst/>
        <a:defRPr sz="1600" b="0" i="0" kern="1200">
          <a:solidFill>
            <a:schemeClr val="tx1"/>
          </a:solidFill>
          <a:latin typeface="+mn-lt"/>
          <a:ea typeface="+mn-ea"/>
          <a:cs typeface="+mn-cs"/>
        </a:defRPr>
      </a:lvl3pPr>
      <a:lvl4pPr marL="0" indent="0" algn="l" defTabSz="914400" rtl="0" eaLnBrk="1" latinLnBrk="0" hangingPunct="1">
        <a:lnSpc>
          <a:spcPct val="80000"/>
        </a:lnSpc>
        <a:spcBef>
          <a:spcPts val="600"/>
        </a:spcBef>
        <a:spcAft>
          <a:spcPts val="0"/>
        </a:spcAft>
        <a:buFont typeface="Arial" panose="020B0604020202020204" pitchFamily="34" charset="0"/>
        <a:buNone/>
        <a:tabLst/>
        <a:defRPr sz="7400" b="0" i="0" kern="1200">
          <a:solidFill>
            <a:schemeClr val="tx2"/>
          </a:solidFill>
          <a:latin typeface="+mj-lt"/>
          <a:ea typeface="+mn-ea"/>
          <a:cs typeface="+mn-cs"/>
        </a:defRPr>
      </a:lvl4pPr>
      <a:lvl5pPr marL="0" indent="0" algn="l" defTabSz="914400" rtl="0" eaLnBrk="1" latinLnBrk="0" hangingPunct="1">
        <a:lnSpc>
          <a:spcPct val="110000"/>
        </a:lnSpc>
        <a:spcBef>
          <a:spcPts val="600"/>
        </a:spcBef>
        <a:spcAft>
          <a:spcPts val="600"/>
        </a:spcAft>
        <a:buFont typeface="Arial" panose="020B0604020202020204" pitchFamily="34" charset="0"/>
        <a:buNone/>
        <a:tabLst/>
        <a:defRPr sz="800" b="0" i="0" kern="1200">
          <a:solidFill>
            <a:schemeClr val="tx1"/>
          </a:solidFill>
          <a:latin typeface="+mn-lt"/>
          <a:ea typeface="+mn-ea"/>
          <a:cs typeface="+mn-cs"/>
        </a:defRPr>
      </a:lvl5pPr>
      <a:lvl6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smtClean="0">
          <a:solidFill>
            <a:schemeClr val="tx1"/>
          </a:solidFill>
          <a:latin typeface="+mn-lt"/>
          <a:ea typeface="+mn-ea"/>
          <a:cs typeface="+mn-cs"/>
        </a:defRPr>
      </a:lvl6pPr>
      <a:lvl7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smtClean="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Font typeface="Arial" panose="020B0604020202020204" pitchFamily="34" charset="0"/>
        <a:buNone/>
        <a:defRPr sz="1800" b="0" i="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8">
          <p15:clr>
            <a:srgbClr val="F26B43"/>
          </p15:clr>
        </p15:guide>
        <p15:guide id="2" pos="181">
          <p15:clr>
            <a:srgbClr val="F26B43"/>
          </p15:clr>
        </p15:guide>
        <p15:guide id="3" pos="708">
          <p15:clr>
            <a:srgbClr val="F26B43"/>
          </p15:clr>
        </p15:guide>
        <p15:guide id="4" pos="798">
          <p15:clr>
            <a:srgbClr val="F26B43"/>
          </p15:clr>
        </p15:guide>
        <p15:guide id="5" pos="1325">
          <p15:clr>
            <a:srgbClr val="F26B43"/>
          </p15:clr>
        </p15:guide>
        <p15:guide id="6" pos="1415">
          <p15:clr>
            <a:srgbClr val="F26B43"/>
          </p15:clr>
        </p15:guide>
        <p15:guide id="7" pos="1942">
          <p15:clr>
            <a:srgbClr val="F26B43"/>
          </p15:clr>
        </p15:guide>
        <p15:guide id="8" pos="2032">
          <p15:clr>
            <a:srgbClr val="F26B43"/>
          </p15:clr>
        </p15:guide>
        <p15:guide id="9" pos="2559">
          <p15:clr>
            <a:srgbClr val="F26B43"/>
          </p15:clr>
        </p15:guide>
        <p15:guide id="10" pos="2650">
          <p15:clr>
            <a:srgbClr val="F26B43"/>
          </p15:clr>
        </p15:guide>
        <p15:guide id="11" pos="3176">
          <p15:clr>
            <a:srgbClr val="F26B43"/>
          </p15:clr>
        </p15:guide>
        <p15:guide id="12" pos="3267">
          <p15:clr>
            <a:srgbClr val="F26B43"/>
          </p15:clr>
        </p15:guide>
        <p15:guide id="13" pos="3793">
          <p15:clr>
            <a:srgbClr val="F26B43"/>
          </p15:clr>
        </p15:guide>
        <p15:guide id="14" pos="3884">
          <p15:clr>
            <a:srgbClr val="F26B43"/>
          </p15:clr>
        </p15:guide>
        <p15:guide id="15" pos="4411">
          <p15:clr>
            <a:srgbClr val="F26B43"/>
          </p15:clr>
        </p15:guide>
        <p15:guide id="16" pos="4501">
          <p15:clr>
            <a:srgbClr val="F26B43"/>
          </p15:clr>
        </p15:guide>
        <p15:guide id="17" pos="5028">
          <p15:clr>
            <a:srgbClr val="F26B43"/>
          </p15:clr>
        </p15:guide>
        <p15:guide id="18" pos="5118">
          <p15:clr>
            <a:srgbClr val="F26B43"/>
          </p15:clr>
        </p15:guide>
        <p15:guide id="19" pos="5645">
          <p15:clr>
            <a:srgbClr val="F26B43"/>
          </p15:clr>
        </p15:guide>
        <p15:guide id="20" pos="5735">
          <p15:clr>
            <a:srgbClr val="F26B43"/>
          </p15:clr>
        </p15:guide>
        <p15:guide id="21" pos="6262">
          <p15:clr>
            <a:srgbClr val="F26B43"/>
          </p15:clr>
        </p15:guide>
        <p15:guide id="22" pos="6352">
          <p15:clr>
            <a:srgbClr val="F26B43"/>
          </p15:clr>
        </p15:guide>
        <p15:guide id="23" pos="6879">
          <p15:clr>
            <a:srgbClr val="F26B43"/>
          </p15:clr>
        </p15:guide>
        <p15:guide id="24" pos="6970">
          <p15:clr>
            <a:srgbClr val="F26B43"/>
          </p15:clr>
        </p15:guide>
        <p15:guide id="25" pos="7496">
          <p15:clr>
            <a:srgbClr val="F26B43"/>
          </p15:clr>
        </p15:guide>
        <p15:guide id="28" orient="horz" pos="1382">
          <p15:clr>
            <a:srgbClr val="F26B43"/>
          </p15:clr>
        </p15:guide>
        <p15:guide id="29" orient="horz" pos="1473">
          <p15:clr>
            <a:srgbClr val="F26B43"/>
          </p15:clr>
        </p15:guide>
        <p15:guide id="30" orient="horz" pos="2024">
          <p15:clr>
            <a:srgbClr val="F26B43"/>
          </p15:clr>
        </p15:guide>
        <p15:guide id="31" orient="horz" pos="2115">
          <p15:clr>
            <a:srgbClr val="F26B43"/>
          </p15:clr>
        </p15:guide>
        <p15:guide id="32" orient="horz" pos="2666">
          <p15:clr>
            <a:srgbClr val="F26B43"/>
          </p15:clr>
        </p15:guide>
        <p15:guide id="33" orient="horz" pos="2757">
          <p15:clr>
            <a:srgbClr val="F26B43"/>
          </p15:clr>
        </p15:guide>
        <p15:guide id="34" orient="horz" pos="3308">
          <p15:clr>
            <a:srgbClr val="F26B43"/>
          </p15:clr>
        </p15:guide>
        <p15:guide id="35" orient="horz" pos="3398">
          <p15:clr>
            <a:srgbClr val="F26B43"/>
          </p15:clr>
        </p15:guide>
        <p15:guide id="36" orient="horz" pos="3954">
          <p15:clr>
            <a:srgbClr val="F26B43"/>
          </p15:clr>
        </p15:guide>
        <p15:guide id="37" orient="horz" pos="4044">
          <p15:clr>
            <a:srgbClr val="F26B43"/>
          </p15:clr>
        </p15:guide>
        <p15:guide id="38" orient="horz" pos="4131">
          <p15:clr>
            <a:srgbClr val="F26B43"/>
          </p15:clr>
        </p15:guide>
        <p15:guide id="39" orient="horz" pos="738">
          <p15:clr>
            <a:srgbClr val="F26B43"/>
          </p15:clr>
        </p15:guide>
        <p15:guide id="40" orient="horz" pos="828">
          <p15:clr>
            <a:srgbClr val="F26B43"/>
          </p15:clr>
        </p15:guide>
        <p15:guide id="41" orient="horz" pos="1060">
          <p15:clr>
            <a:srgbClr val="F26B43"/>
          </p15:clr>
        </p15:guide>
        <p15:guide id="42" orient="horz" pos="1148">
          <p15:clr>
            <a:srgbClr val="F26B43"/>
          </p15:clr>
        </p15:guide>
        <p15:guide id="43" orient="horz" pos="1702">
          <p15:clr>
            <a:srgbClr val="F26B43"/>
          </p15:clr>
        </p15:guide>
        <p15:guide id="44" orient="horz" pos="1794">
          <p15:clr>
            <a:srgbClr val="F26B43"/>
          </p15:clr>
        </p15:guide>
        <p15:guide id="45" orient="horz" pos="2346">
          <p15:clr>
            <a:srgbClr val="F26B43"/>
          </p15:clr>
        </p15:guide>
        <p15:guide id="46" orient="horz" pos="2436">
          <p15:clr>
            <a:srgbClr val="F26B43"/>
          </p15:clr>
        </p15:guide>
        <p15:guide id="47" orient="horz" pos="2990">
          <p15:clr>
            <a:srgbClr val="F26B43"/>
          </p15:clr>
        </p15:guide>
        <p15:guide id="48" orient="horz" pos="3080">
          <p15:clr>
            <a:srgbClr val="F26B43"/>
          </p15:clr>
        </p15:guide>
        <p15:guide id="49" orient="horz" pos="3632">
          <p15:clr>
            <a:srgbClr val="F26B43"/>
          </p15:clr>
        </p15:guide>
        <p15:guide id="50" orient="horz" pos="3722">
          <p15:clr>
            <a:srgbClr val="F26B43"/>
          </p15:clr>
        </p15:guide>
        <p15:guide id="51" orient="horz" pos="346">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4.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01.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1.xml"/><Relationship Id="rId1" Type="http://schemas.openxmlformats.org/officeDocument/2006/relationships/tags" Target="../tags/tag5.xml"/><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8" Type="http://schemas.openxmlformats.org/officeDocument/2006/relationships/image" Target="../media/image8.emf"/><Relationship Id="rId13" Type="http://schemas.openxmlformats.org/officeDocument/2006/relationships/image" Target="../media/image13.jpeg"/><Relationship Id="rId3" Type="http://schemas.openxmlformats.org/officeDocument/2006/relationships/notesSlide" Target="../notesSlides/notesSlide4.xml"/><Relationship Id="rId7" Type="http://schemas.openxmlformats.org/officeDocument/2006/relationships/image" Target="../media/image7.emf"/><Relationship Id="rId12" Type="http://schemas.openxmlformats.org/officeDocument/2006/relationships/image" Target="../media/image12.emf"/><Relationship Id="rId2" Type="http://schemas.openxmlformats.org/officeDocument/2006/relationships/slideLayout" Target="../slideLayouts/slideLayout101.xml"/><Relationship Id="rId1" Type="http://schemas.openxmlformats.org/officeDocument/2006/relationships/tags" Target="../tags/tag6.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emf"/><Relationship Id="rId10" Type="http://schemas.openxmlformats.org/officeDocument/2006/relationships/image" Target="../media/image10.png"/><Relationship Id="rId4" Type="http://schemas.openxmlformats.org/officeDocument/2006/relationships/image" Target="../media/image4.emf"/><Relationship Id="rId9" Type="http://schemas.openxmlformats.org/officeDocument/2006/relationships/image" Target="../media/image9.emf"/><Relationship Id="rId1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notesSlide" Target="../notesSlides/notesSlide5.xml"/><Relationship Id="rId7" Type="http://schemas.openxmlformats.org/officeDocument/2006/relationships/image" Target="../media/image18.jpeg"/><Relationship Id="rId12" Type="http://schemas.openxmlformats.org/officeDocument/2006/relationships/image" Target="../media/image23.jpeg"/><Relationship Id="rId2" Type="http://schemas.openxmlformats.org/officeDocument/2006/relationships/slideLayout" Target="../slideLayouts/slideLayout101.xml"/><Relationship Id="rId1" Type="http://schemas.openxmlformats.org/officeDocument/2006/relationships/tags" Target="../tags/tag7.xml"/><Relationship Id="rId6" Type="http://schemas.openxmlformats.org/officeDocument/2006/relationships/image" Target="../media/image17.png"/><Relationship Id="rId11" Type="http://schemas.openxmlformats.org/officeDocument/2006/relationships/image" Target="../media/image22.jpeg"/><Relationship Id="rId5" Type="http://schemas.openxmlformats.org/officeDocument/2006/relationships/image" Target="../media/image16.emf"/><Relationship Id="rId10" Type="http://schemas.openxmlformats.org/officeDocument/2006/relationships/image" Target="../media/image21.png"/><Relationship Id="rId4" Type="http://schemas.openxmlformats.org/officeDocument/2006/relationships/image" Target="../media/image15.emf"/><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2.png"/><Relationship Id="rId18" Type="http://schemas.openxmlformats.org/officeDocument/2006/relationships/image" Target="../media/image36.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5.emf"/><Relationship Id="rId17" Type="http://schemas.openxmlformats.org/officeDocument/2006/relationships/image" Target="../media/image35.png"/><Relationship Id="rId2" Type="http://schemas.openxmlformats.org/officeDocument/2006/relationships/notesSlide" Target="../notesSlides/notesSlide6.xml"/><Relationship Id="rId16" Type="http://schemas.openxmlformats.org/officeDocument/2006/relationships/image" Target="../media/image34.png"/><Relationship Id="rId1" Type="http://schemas.openxmlformats.org/officeDocument/2006/relationships/slideLayout" Target="../slideLayouts/slideLayout101.xml"/><Relationship Id="rId6" Type="http://schemas.openxmlformats.org/officeDocument/2006/relationships/image" Target="../media/image27.png"/><Relationship Id="rId11" Type="http://schemas.openxmlformats.org/officeDocument/2006/relationships/image" Target="../media/image4.emf"/><Relationship Id="rId5" Type="http://schemas.openxmlformats.org/officeDocument/2006/relationships/image" Target="../media/image26.png"/><Relationship Id="rId15" Type="http://schemas.openxmlformats.org/officeDocument/2006/relationships/image" Target="../media/image33.png"/><Relationship Id="rId10" Type="http://schemas.openxmlformats.org/officeDocument/2006/relationships/image" Target="../media/image31.png"/><Relationship Id="rId19" Type="http://schemas.openxmlformats.org/officeDocument/2006/relationships/image" Target="../media/image37.jpeg"/><Relationship Id="rId4" Type="http://schemas.openxmlformats.org/officeDocument/2006/relationships/image" Target="../media/image25.png"/><Relationship Id="rId9" Type="http://schemas.openxmlformats.org/officeDocument/2006/relationships/image" Target="../media/image30.emf"/><Relationship Id="rId14" Type="http://schemas.openxmlformats.org/officeDocument/2006/relationships/image" Target="../media/image7.emf"/></Relationships>
</file>

<file path=ppt/slides/_rels/slide7.xml.rels><?xml version="1.0" encoding="UTF-8" standalone="yes"?>
<Relationships xmlns="http://schemas.openxmlformats.org/package/2006/relationships"><Relationship Id="rId8" Type="http://schemas.openxmlformats.org/officeDocument/2006/relationships/image" Target="../media/image38.emf"/><Relationship Id="rId13" Type="http://schemas.openxmlformats.org/officeDocument/2006/relationships/image" Target="../media/image43.png"/><Relationship Id="rId3" Type="http://schemas.openxmlformats.org/officeDocument/2006/relationships/image" Target="../media/image26.png"/><Relationship Id="rId7" Type="http://schemas.openxmlformats.org/officeDocument/2006/relationships/image" Target="../media/image30.emf"/><Relationship Id="rId12" Type="http://schemas.openxmlformats.org/officeDocument/2006/relationships/image" Target="../media/image42.emf"/><Relationship Id="rId17" Type="http://schemas.openxmlformats.org/officeDocument/2006/relationships/image" Target="../media/image46.png"/><Relationship Id="rId2" Type="http://schemas.openxmlformats.org/officeDocument/2006/relationships/notesSlide" Target="../notesSlides/notesSlide7.xml"/><Relationship Id="rId16" Type="http://schemas.openxmlformats.org/officeDocument/2006/relationships/image" Target="../media/image14.png"/><Relationship Id="rId1" Type="http://schemas.openxmlformats.org/officeDocument/2006/relationships/slideLayout" Target="../slideLayouts/slideLayout101.xml"/><Relationship Id="rId6" Type="http://schemas.openxmlformats.org/officeDocument/2006/relationships/image" Target="../media/image29.png"/><Relationship Id="rId11" Type="http://schemas.openxmlformats.org/officeDocument/2006/relationships/image" Target="../media/image41.jpeg"/><Relationship Id="rId5" Type="http://schemas.openxmlformats.org/officeDocument/2006/relationships/image" Target="../media/image28.png"/><Relationship Id="rId15" Type="http://schemas.openxmlformats.org/officeDocument/2006/relationships/image" Target="../media/image45.jpeg"/><Relationship Id="rId10" Type="http://schemas.openxmlformats.org/officeDocument/2006/relationships/image" Target="../media/image40.png"/><Relationship Id="rId4" Type="http://schemas.openxmlformats.org/officeDocument/2006/relationships/image" Target="../media/image27.png"/><Relationship Id="rId9" Type="http://schemas.openxmlformats.org/officeDocument/2006/relationships/image" Target="../media/image39.png"/><Relationship Id="rId14" Type="http://schemas.openxmlformats.org/officeDocument/2006/relationships/image" Target="../media/image44.png"/></Relationships>
</file>

<file path=ppt/slides/_rels/slide8.xml.rels><?xml version="1.0" encoding="UTF-8" standalone="yes"?>
<Relationships xmlns="http://schemas.openxmlformats.org/package/2006/relationships"><Relationship Id="rId3" Type="http://schemas.openxmlformats.org/officeDocument/2006/relationships/hyperlink" Target="https://journals.lww.com/jbjsjournal/toc/2010/12002" TargetMode="External"/><Relationship Id="rId2" Type="http://schemas.openxmlformats.org/officeDocument/2006/relationships/notesSlide" Target="../notesSlides/notesSlide8.xml"/><Relationship Id="rId1" Type="http://schemas.openxmlformats.org/officeDocument/2006/relationships/slideLayout" Target="../slideLayouts/slideLayout10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1.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31">
            <a:extLst>
              <a:ext uri="{FF2B5EF4-FFF2-40B4-BE49-F238E27FC236}">
                <a16:creationId xmlns:a16="http://schemas.microsoft.com/office/drawing/2014/main" id="{FF6B9EC2-2AE4-9844-2421-D0E7A21CE64D}"/>
              </a:ext>
            </a:extLst>
          </p:cNvPr>
          <p:cNvSpPr>
            <a:spLocks noGrp="1"/>
          </p:cNvSpPr>
          <p:nvPr>
            <p:ph type="ctrTitle"/>
          </p:nvPr>
        </p:nvSpPr>
        <p:spPr/>
        <p:txBody>
          <a:bodyPr>
            <a:normAutofit fontScale="90000"/>
          </a:bodyPr>
          <a:lstStyle/>
          <a:p>
            <a:r>
              <a:rPr lang="en-US" dirty="0"/>
              <a:t>1. Restore natural knee function</a:t>
            </a:r>
            <a:br>
              <a:rPr lang="en-US" dirty="0"/>
            </a:br>
            <a:r>
              <a:rPr lang="en-US" sz="4000" dirty="0"/>
              <a:t>Empowering Kinematic Restoration of the Knee to restore natural Knee function</a:t>
            </a:r>
            <a:br>
              <a:rPr lang="en-US" sz="4000" dirty="0">
                <a:solidFill>
                  <a:srgbClr val="FF0000"/>
                </a:solidFill>
              </a:rPr>
            </a:br>
            <a:endParaRPr lang="en-US" dirty="0"/>
          </a:p>
        </p:txBody>
      </p:sp>
    </p:spTree>
    <p:custDataLst>
      <p:tags r:id="rId1"/>
    </p:custDataLst>
    <p:extLst>
      <p:ext uri="{BB962C8B-B14F-4D97-AF65-F5344CB8AC3E}">
        <p14:creationId xmlns:p14="http://schemas.microsoft.com/office/powerpoint/2010/main" val="2278239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C3512-75BD-11B4-E1E4-E8FEA54392EB}"/>
            </a:ext>
          </a:extLst>
        </p:cNvPr>
        <p:cNvGrpSpPr/>
        <p:nvPr/>
      </p:nvGrpSpPr>
      <p:grpSpPr>
        <a:xfrm>
          <a:off x="0" y="0"/>
          <a:ext cx="0" cy="0"/>
          <a:chOff x="0" y="0"/>
          <a:chExt cx="0" cy="0"/>
        </a:xfrm>
      </p:grpSpPr>
      <p:sp>
        <p:nvSpPr>
          <p:cNvPr id="10" name="Content Placeholder 1">
            <a:extLst>
              <a:ext uri="{FF2B5EF4-FFF2-40B4-BE49-F238E27FC236}">
                <a16:creationId xmlns:a16="http://schemas.microsoft.com/office/drawing/2014/main" id="{D38C1FE0-8EBE-F8EE-AE8F-5F3D266EDA51}"/>
              </a:ext>
            </a:extLst>
          </p:cNvPr>
          <p:cNvSpPr txBox="1">
            <a:spLocks/>
          </p:cNvSpPr>
          <p:nvPr/>
        </p:nvSpPr>
        <p:spPr>
          <a:xfrm>
            <a:off x="1206418" y="2986044"/>
            <a:ext cx="3952989" cy="1864651"/>
          </a:xfrm>
          <a:prstGeom prst="rect">
            <a:avLst/>
          </a:prstGeom>
        </p:spPr>
        <p:txBody>
          <a:bodyPr>
            <a:normAutofit/>
          </a:bodyPr>
          <a:lstStyle>
            <a:lvl1pPr marL="342900" indent="-342900" algn="l" defTabSz="457200" rtl="0" eaLnBrk="1" latinLnBrk="0" hangingPunct="1">
              <a:spcBef>
                <a:spcPct val="20000"/>
              </a:spcBef>
              <a:buClr>
                <a:schemeClr val="bg2"/>
              </a:buClr>
              <a:buSzPct val="130000"/>
              <a:buFont typeface="Arial"/>
              <a:buChar char="•"/>
              <a:defRPr sz="1800" kern="1200">
                <a:solidFill>
                  <a:srgbClr val="4D4F53"/>
                </a:solidFill>
                <a:latin typeface="+mn-lt"/>
                <a:ea typeface="+mn-ea"/>
                <a:cs typeface="+mn-cs"/>
              </a:defRPr>
            </a:lvl1pPr>
            <a:lvl2pPr marL="742950" indent="-285750" algn="l" defTabSz="457200" rtl="0" eaLnBrk="1" latinLnBrk="0" hangingPunct="1">
              <a:spcBef>
                <a:spcPct val="20000"/>
              </a:spcBef>
              <a:buClr>
                <a:schemeClr val="bg2"/>
              </a:buClr>
              <a:buSzPct val="130000"/>
              <a:buFont typeface="Arial"/>
              <a:buChar char="•"/>
              <a:defRPr sz="1800" kern="1200">
                <a:solidFill>
                  <a:srgbClr val="4D4F53"/>
                </a:solidFill>
                <a:latin typeface="+mn-lt"/>
                <a:ea typeface="+mn-ea"/>
                <a:cs typeface="+mn-cs"/>
              </a:defRPr>
            </a:lvl2pPr>
            <a:lvl3pPr marL="1143000" indent="-228600" algn="l" defTabSz="457200" rtl="0" eaLnBrk="1" latinLnBrk="0" hangingPunct="1">
              <a:spcBef>
                <a:spcPct val="20000"/>
              </a:spcBef>
              <a:buClr>
                <a:schemeClr val="bg2"/>
              </a:buClr>
              <a:buSzPct val="130000"/>
              <a:buFont typeface="Arial"/>
              <a:buChar char="•"/>
              <a:defRPr sz="1800" kern="1200">
                <a:solidFill>
                  <a:srgbClr val="4D4F53"/>
                </a:solidFill>
                <a:latin typeface="+mn-lt"/>
                <a:ea typeface="+mn-ea"/>
                <a:cs typeface="+mn-cs"/>
              </a:defRPr>
            </a:lvl3pPr>
            <a:lvl4pPr marL="1600200" indent="-228600" algn="l" defTabSz="457200" rtl="0" eaLnBrk="1" latinLnBrk="0" hangingPunct="1">
              <a:spcBef>
                <a:spcPct val="20000"/>
              </a:spcBef>
              <a:buClr>
                <a:schemeClr val="bg2"/>
              </a:buClr>
              <a:buSzPct val="130000"/>
              <a:buFont typeface="Arial"/>
              <a:buChar char="•"/>
              <a:defRPr sz="1800" kern="1200">
                <a:solidFill>
                  <a:srgbClr val="4D4F53"/>
                </a:solidFill>
                <a:latin typeface="+mn-lt"/>
                <a:ea typeface="+mn-ea"/>
                <a:cs typeface="+mn-cs"/>
              </a:defRPr>
            </a:lvl4pPr>
            <a:lvl5pPr marL="2057400" indent="-228600" algn="l" defTabSz="457200" rtl="0" eaLnBrk="1" latinLnBrk="0" hangingPunct="1">
              <a:spcBef>
                <a:spcPct val="20000"/>
              </a:spcBef>
              <a:buClr>
                <a:schemeClr val="bg2"/>
              </a:buClr>
              <a:buSzPct val="130000"/>
              <a:buFont typeface="Arial"/>
              <a:buChar char="•"/>
              <a:defRPr sz="1800" kern="1200">
                <a:solidFill>
                  <a:srgbClr val="4D4F53"/>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20000"/>
              </a:spcBef>
              <a:spcAft>
                <a:spcPct val="0"/>
              </a:spcAft>
              <a:buClr>
                <a:srgbClr val="F4F4F4"/>
              </a:buClr>
              <a:buSzPct val="130000"/>
              <a:buFont typeface="Arial"/>
              <a:buNone/>
              <a:tabLst/>
              <a:defRPr/>
            </a:pPr>
            <a:r>
              <a:rPr kumimoji="0" lang="en-US" sz="900" i="0" u="none" strike="noStrike" kern="1200" cap="none" spc="0" normalizeH="0" baseline="0" noProof="0" dirty="0">
                <a:ln>
                  <a:noFill/>
                </a:ln>
                <a:solidFill>
                  <a:srgbClr val="4D4F53"/>
                </a:solidFill>
                <a:effectLst/>
                <a:uLnTx/>
                <a:uFillTx/>
                <a:ea typeface="ヒラギノ角ゴ ProN W3"/>
                <a:cs typeface="+mn-cs"/>
              </a:rPr>
              <a:t>Pre-op Expectations Met/Exceeds at 6 &amp; 12 months Post-op</a:t>
            </a:r>
            <a:r>
              <a:rPr kumimoji="0" lang="en-US" sz="900" i="0" u="none" strike="noStrike" kern="1200" cap="none" spc="0" normalizeH="0" baseline="30000" noProof="0" dirty="0">
                <a:ln>
                  <a:noFill/>
                </a:ln>
                <a:solidFill>
                  <a:srgbClr val="4D4F53"/>
                </a:solidFill>
                <a:effectLst/>
                <a:uLnTx/>
                <a:uFillTx/>
                <a:ea typeface="ヒラギノ角ゴ ProN W3"/>
                <a:cs typeface="+mn-cs"/>
              </a:rPr>
              <a:t>1</a:t>
            </a:r>
          </a:p>
        </p:txBody>
      </p:sp>
      <p:sp>
        <p:nvSpPr>
          <p:cNvPr id="3" name="TextBox 2">
            <a:extLst>
              <a:ext uri="{FF2B5EF4-FFF2-40B4-BE49-F238E27FC236}">
                <a16:creationId xmlns:a16="http://schemas.microsoft.com/office/drawing/2014/main" id="{86605064-D4B5-A83D-04DA-8272868CD6D1}"/>
              </a:ext>
            </a:extLst>
          </p:cNvPr>
          <p:cNvSpPr txBox="1"/>
          <p:nvPr/>
        </p:nvSpPr>
        <p:spPr>
          <a:xfrm>
            <a:off x="416696" y="1957787"/>
            <a:ext cx="5194280" cy="738664"/>
          </a:xfrm>
          <a:prstGeom prst="rect">
            <a:avLst/>
          </a:prstGeom>
          <a:noFill/>
        </p:spPr>
        <p:txBody>
          <a:bodyPr wrap="square" lIns="91440" tIns="45720" rIns="91440" bIns="45720" rtlCol="0">
            <a:spAutoFit/>
          </a:bodyPr>
          <a:lstStyle/>
          <a:p>
            <a:pPr marL="0" marR="0" lvl="0" indent="0" defTabSz="511175" rtl="0" eaLnBrk="1" fontAlgn="base" latinLnBrk="0" hangingPunct="1">
              <a:lnSpc>
                <a:spcPct val="100000"/>
              </a:lnSpc>
              <a:spcBef>
                <a:spcPts val="400"/>
              </a:spcBef>
              <a:spcAft>
                <a:spcPct val="0"/>
              </a:spcAft>
              <a:buClrTx/>
              <a:buSzTx/>
              <a:buFontTx/>
              <a:buNone/>
              <a:tabLst/>
              <a:defRPr/>
            </a:pPr>
            <a:r>
              <a:rPr kumimoji="0" lang="en-US" sz="1400" b="0" i="0" u="none" strike="noStrike" kern="1200" cap="none" spc="0" normalizeH="0" baseline="0" noProof="0" dirty="0">
                <a:ln>
                  <a:noFill/>
                </a:ln>
                <a:effectLst/>
                <a:uLnTx/>
                <a:uFillTx/>
                <a:ea typeface="Arial Unicode MS" pitchFamily="-65" charset="0"/>
                <a:cs typeface="Arial Unicode MS" pitchFamily="-65" charset="0"/>
              </a:rPr>
              <a:t>At 6 and 12 months postoperative, ~30% to 60% of patients report limitations in meeting functional expectations, like getting on/off a toilet or walking up/down stairs</a:t>
            </a:r>
            <a:r>
              <a:rPr kumimoji="0" lang="en-US" sz="1400" b="0" i="0" u="none" strike="noStrike" kern="1200" cap="none" spc="0" normalizeH="0" baseline="30000" noProof="0" dirty="0">
                <a:ln>
                  <a:noFill/>
                </a:ln>
                <a:effectLst/>
                <a:uLnTx/>
                <a:uFillTx/>
                <a:ea typeface="Arial Unicode MS" pitchFamily="-65" charset="0"/>
                <a:cs typeface="Arial Unicode MS" pitchFamily="-65" charset="0"/>
              </a:rPr>
              <a:t>1 *</a:t>
            </a:r>
            <a:endParaRPr kumimoji="0" lang="en-US" sz="1400" b="0" i="0" u="none" strike="noStrike" kern="1200" cap="none" spc="0" normalizeH="0" baseline="0" noProof="0" dirty="0">
              <a:ln>
                <a:noFill/>
              </a:ln>
              <a:effectLst/>
              <a:uLnTx/>
              <a:uFillTx/>
              <a:ea typeface="Arial Unicode MS" pitchFamily="-65" charset="0"/>
              <a:cs typeface="Arial Unicode MS" pitchFamily="-65" charset="0"/>
            </a:endParaRPr>
          </a:p>
        </p:txBody>
      </p:sp>
      <p:sp>
        <p:nvSpPr>
          <p:cNvPr id="14" name="TextBox 13">
            <a:extLst>
              <a:ext uri="{FF2B5EF4-FFF2-40B4-BE49-F238E27FC236}">
                <a16:creationId xmlns:a16="http://schemas.microsoft.com/office/drawing/2014/main" id="{D1BBA04E-9503-8284-7266-B00E85F21F00}"/>
              </a:ext>
            </a:extLst>
          </p:cNvPr>
          <p:cNvSpPr txBox="1"/>
          <p:nvPr/>
        </p:nvSpPr>
        <p:spPr>
          <a:xfrm>
            <a:off x="253516" y="6016743"/>
            <a:ext cx="4826174" cy="469359"/>
          </a:xfrm>
          <a:prstGeom prst="rect">
            <a:avLst/>
          </a:prstGeom>
          <a:noFill/>
        </p:spPr>
        <p:txBody>
          <a:bodyPr wrap="square">
            <a:spAutoFit/>
          </a:bodyPr>
          <a:lstStyle/>
          <a:p>
            <a:pPr marL="0" marR="0" lvl="0" indent="0" algn="l" defTabSz="511175" rtl="0" eaLnBrk="1" fontAlgn="base" latinLnBrk="0" hangingPunct="1">
              <a:lnSpc>
                <a:spcPct val="100000"/>
              </a:lnSpc>
              <a:spcBef>
                <a:spcPct val="50000"/>
              </a:spcBef>
              <a:spcAft>
                <a:spcPct val="0"/>
              </a:spcAft>
              <a:buClrTx/>
              <a:buSzTx/>
              <a:buFontTx/>
              <a:buNone/>
              <a:tabLst/>
              <a:defRPr/>
            </a:pPr>
            <a:r>
              <a:rPr kumimoji="0" lang="en-US" sz="700" b="0" i="0" u="none" strike="noStrike" kern="1200" cap="none" spc="0" normalizeH="0" baseline="0" noProof="0" dirty="0">
                <a:ln>
                  <a:noFill/>
                </a:ln>
                <a:effectLst/>
                <a:uLnTx/>
                <a:uFillTx/>
                <a:ea typeface="Arial Unicode MS" pitchFamily="-65" charset="0"/>
                <a:cs typeface="Arial Unicode MS" pitchFamily="-65" charset="0"/>
              </a:rPr>
              <a:t>* Study conducted in USA </a:t>
            </a:r>
          </a:p>
          <a:p>
            <a:pPr marL="0" marR="0" lvl="0" indent="0" algn="l" defTabSz="511175" rtl="0" eaLnBrk="1" fontAlgn="base" latinLnBrk="0" hangingPunct="1">
              <a:lnSpc>
                <a:spcPct val="100000"/>
              </a:lnSpc>
              <a:spcBef>
                <a:spcPct val="50000"/>
              </a:spcBef>
              <a:spcAft>
                <a:spcPct val="0"/>
              </a:spcAft>
              <a:buClrTx/>
              <a:buSzTx/>
              <a:buFontTx/>
              <a:buNone/>
              <a:tabLst/>
              <a:defRPr/>
            </a:pPr>
            <a:r>
              <a:rPr kumimoji="0" lang="en-US" sz="700" b="0" i="0" u="none" strike="noStrike" kern="1200" cap="none" spc="0" normalizeH="0" baseline="0" noProof="0" dirty="0">
                <a:ln>
                  <a:noFill/>
                </a:ln>
                <a:effectLst/>
                <a:uLnTx/>
                <a:uFillTx/>
                <a:ea typeface="Arial Unicode MS" pitchFamily="-65" charset="0"/>
                <a:cs typeface="Arial Unicode MS" pitchFamily="-65" charset="0"/>
              </a:rPr>
              <a:t>** Study conducted in Canada</a:t>
            </a:r>
            <a:br>
              <a:rPr kumimoji="0" lang="en-US" sz="700" b="0" i="0" u="none" strike="noStrike" kern="1200" cap="none" spc="0" normalizeH="0" baseline="0" noProof="0" dirty="0">
                <a:ln>
                  <a:noFill/>
                </a:ln>
                <a:effectLst/>
                <a:uLnTx/>
                <a:uFillTx/>
                <a:ea typeface="Arial Unicode MS" pitchFamily="-65" charset="0"/>
                <a:cs typeface="Arial Unicode MS" pitchFamily="-65" charset="0"/>
              </a:rPr>
            </a:br>
            <a:r>
              <a:rPr kumimoji="0" lang="en-US" sz="700" b="0" i="0" u="none" strike="noStrike" kern="1200" cap="none" spc="0" normalizeH="0" baseline="0" noProof="0" dirty="0">
                <a:ln>
                  <a:noFill/>
                </a:ln>
                <a:effectLst/>
                <a:uLnTx/>
                <a:uFillTx/>
                <a:ea typeface="Arial Unicode MS" pitchFamily="-65" charset="0"/>
                <a:cs typeface="Arial Unicode MS" pitchFamily="-65" charset="0"/>
              </a:rPr>
              <a:t>​</a:t>
            </a:r>
          </a:p>
        </p:txBody>
      </p:sp>
      <p:sp>
        <p:nvSpPr>
          <p:cNvPr id="5" name="Title 2">
            <a:extLst>
              <a:ext uri="{FF2B5EF4-FFF2-40B4-BE49-F238E27FC236}">
                <a16:creationId xmlns:a16="http://schemas.microsoft.com/office/drawing/2014/main" id="{A1FA9D18-1E53-A807-3B81-ECF9ECA1FA55}"/>
              </a:ext>
            </a:extLst>
          </p:cNvPr>
          <p:cNvSpPr txBox="1">
            <a:spLocks/>
          </p:cNvSpPr>
          <p:nvPr/>
        </p:nvSpPr>
        <p:spPr bwMode="auto">
          <a:xfrm>
            <a:off x="467680" y="307166"/>
            <a:ext cx="10989732" cy="807806"/>
          </a:xfrm>
          <a:prstGeom prst="rect">
            <a:avLst/>
          </a:prstGeom>
          <a:noFill/>
          <a:ln w="12700">
            <a:noFill/>
            <a:miter lim="800000"/>
            <a:headEnd/>
            <a:tailEnd/>
          </a:ln>
        </p:spPr>
        <p:txBody>
          <a:bodyPr vert="horz" wrap="square" lIns="0" tIns="0" rIns="0" bIns="0" numCol="1" anchor="t" anchorCtr="0" compatLnSpc="1">
            <a:prstTxWarp prst="textNoShape">
              <a:avLst/>
            </a:prstTxWarp>
            <a:noAutofit/>
          </a:bodyPr>
          <a:lstStyle>
            <a:lvl1pPr algn="l" rtl="0" eaLnBrk="1" fontAlgn="base" hangingPunct="1">
              <a:lnSpc>
                <a:spcPct val="100000"/>
              </a:lnSpc>
              <a:spcBef>
                <a:spcPct val="0"/>
              </a:spcBef>
              <a:spcAft>
                <a:spcPct val="0"/>
              </a:spcAft>
              <a:defRPr sz="3200" b="1">
                <a:solidFill>
                  <a:schemeClr val="bg1"/>
                </a:solidFill>
                <a:latin typeface="+mj-lt"/>
                <a:ea typeface="Arial Unicode MS" pitchFamily="-65" charset="0"/>
                <a:cs typeface="Arial Unicode MS" pitchFamily="-65" charset="0"/>
                <a:sym typeface="Arial" pitchFamily="-65" charset="0"/>
              </a:defRPr>
            </a:lvl1pPr>
            <a:lvl2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2pPr>
            <a:lvl3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3pPr>
            <a:lvl4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4pPr>
            <a:lvl5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5pPr>
            <a:lvl6pPr marL="288024"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6pPr>
            <a:lvl7pPr marL="576049"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7pPr>
            <a:lvl8pPr marL="864074"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8pPr>
            <a:lvl9pPr marL="1152098"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500" b="0" i="0" u="none" strike="noStrike" kern="1200" cap="none" spc="0" normalizeH="0" baseline="0" noProof="0" dirty="0">
                <a:ln>
                  <a:noFill/>
                </a:ln>
                <a:solidFill>
                  <a:srgbClr val="EC1500"/>
                </a:solidFill>
                <a:effectLst/>
                <a:uLnTx/>
                <a:uFillTx/>
                <a:latin typeface="Johnson Display"/>
                <a:ea typeface="Arial Unicode MS" pitchFamily="-65" charset="0"/>
                <a:cs typeface="Arial Unicode MS" pitchFamily="-65" charset="0"/>
                <a:sym typeface="Arial" pitchFamily="-65" charset="0"/>
              </a:rPr>
              <a:t>The Challenge</a:t>
            </a:r>
          </a:p>
        </p:txBody>
      </p:sp>
      <p:sp>
        <p:nvSpPr>
          <p:cNvPr id="6" name="Text Placeholder 7">
            <a:extLst>
              <a:ext uri="{FF2B5EF4-FFF2-40B4-BE49-F238E27FC236}">
                <a16:creationId xmlns:a16="http://schemas.microsoft.com/office/drawing/2014/main" id="{1856346F-C7C5-FE5C-2065-7F33EAC5DD2F}"/>
              </a:ext>
            </a:extLst>
          </p:cNvPr>
          <p:cNvSpPr txBox="1">
            <a:spLocks/>
          </p:cNvSpPr>
          <p:nvPr/>
        </p:nvSpPr>
        <p:spPr bwMode="auto">
          <a:xfrm>
            <a:off x="529651" y="930156"/>
            <a:ext cx="10460326" cy="402040"/>
          </a:xfrm>
          <a:prstGeom prst="rect">
            <a:avLst/>
          </a:prstGeom>
          <a:noFill/>
          <a:ln w="12700">
            <a:noFill/>
            <a:miter lim="800000"/>
            <a:headEnd/>
            <a:tailEnd/>
          </a:ln>
        </p:spPr>
        <p:txBody>
          <a:bodyPr vert="horz" wrap="square" lIns="0" tIns="0" rIns="0" bIns="0" numCol="1" anchor="t" anchorCtr="0" compatLnSpc="1">
            <a:prstTxWarp prst="textNoShape">
              <a:avLst/>
            </a:prstTxWarp>
            <a:noAutofit/>
          </a:bodyPr>
          <a:lstStyle>
            <a:lvl1pPr marL="0" indent="0" algn="l" rtl="0" eaLnBrk="1" fontAlgn="base" hangingPunct="1">
              <a:lnSpc>
                <a:spcPct val="100000"/>
              </a:lnSpc>
              <a:spcBef>
                <a:spcPts val="1800"/>
              </a:spcBef>
              <a:spcAft>
                <a:spcPct val="0"/>
              </a:spcAft>
              <a:buClr>
                <a:srgbClr val="63666A"/>
              </a:buClr>
              <a:buSzPct val="100000"/>
              <a:buFontTx/>
              <a:buNone/>
              <a:defRPr sz="2000">
                <a:solidFill>
                  <a:schemeClr val="bg1"/>
                </a:solidFill>
                <a:latin typeface="+mn-lt"/>
                <a:ea typeface="Arial Unicode MS" pitchFamily="-65" charset="0"/>
                <a:cs typeface="Arial Unicode MS" pitchFamily="-65" charset="0"/>
                <a:sym typeface="Arial" pitchFamily="-65" charset="0"/>
              </a:defRPr>
            </a:lvl1pPr>
            <a:lvl2pPr marL="0" indent="0" algn="l" rtl="0" eaLnBrk="1" fontAlgn="base" hangingPunct="1">
              <a:lnSpc>
                <a:spcPct val="100000"/>
              </a:lnSpc>
              <a:spcBef>
                <a:spcPts val="0"/>
              </a:spcBef>
              <a:spcAft>
                <a:spcPct val="0"/>
              </a:spcAft>
              <a:buClr>
                <a:srgbClr val="63666A"/>
              </a:buClr>
              <a:buSzPct val="100000"/>
              <a:buFontTx/>
              <a:buNone/>
              <a:defRPr sz="2000" b="1">
                <a:solidFill>
                  <a:schemeClr val="bg1"/>
                </a:solidFill>
                <a:latin typeface="+mn-lt"/>
                <a:ea typeface="Arial Unicode MS" pitchFamily="-65" charset="0"/>
                <a:cs typeface="Arial Unicode MS" pitchFamily="-65" charset="0"/>
                <a:sym typeface="Arial" pitchFamily="-65" charset="0"/>
              </a:defRPr>
            </a:lvl2pPr>
            <a:lvl3pPr marL="0" indent="0" algn="l" rtl="0" eaLnBrk="1" fontAlgn="base" hangingPunct="1">
              <a:lnSpc>
                <a:spcPct val="100000"/>
              </a:lnSpc>
              <a:spcBef>
                <a:spcPts val="0"/>
              </a:spcBef>
              <a:spcAft>
                <a:spcPct val="0"/>
              </a:spcAft>
              <a:buClr>
                <a:srgbClr val="63666A"/>
              </a:buClr>
              <a:buSzPct val="100000"/>
              <a:buFontTx/>
              <a:buNone/>
              <a:defRPr sz="1400" b="1" cap="all" baseline="0">
                <a:solidFill>
                  <a:schemeClr val="accent3"/>
                </a:solidFill>
                <a:latin typeface="+mn-lt"/>
                <a:ea typeface="Arial Unicode MS" pitchFamily="-65" charset="0"/>
                <a:cs typeface="Arial Unicode MS" pitchFamily="-65" charset="0"/>
                <a:sym typeface="Arial" pitchFamily="-65" charset="0"/>
              </a:defRPr>
            </a:lvl3pPr>
            <a:lvl4pPr marL="0" indent="0" algn="l" rtl="0" eaLnBrk="1" fontAlgn="base" hangingPunct="1">
              <a:lnSpc>
                <a:spcPct val="100000"/>
              </a:lnSpc>
              <a:spcBef>
                <a:spcPts val="0"/>
              </a:spcBef>
              <a:spcAft>
                <a:spcPct val="0"/>
              </a:spcAft>
              <a:buClr>
                <a:srgbClr val="63666A"/>
              </a:buClr>
              <a:buSzPct val="100000"/>
              <a:buFontTx/>
              <a:buNone/>
              <a:defRPr sz="1600">
                <a:solidFill>
                  <a:schemeClr val="bg1"/>
                </a:solidFill>
                <a:latin typeface="+mn-lt"/>
                <a:ea typeface="Arial Unicode MS" pitchFamily="-65" charset="0"/>
                <a:cs typeface="Arial Unicode MS" pitchFamily="-65" charset="0"/>
                <a:sym typeface="Arial" pitchFamily="-65" charset="0"/>
              </a:defRPr>
            </a:lvl4pPr>
            <a:lvl5pPr marL="0" indent="0" algn="l" rtl="0" eaLnBrk="1" fontAlgn="base" hangingPunct="1">
              <a:lnSpc>
                <a:spcPct val="100000"/>
              </a:lnSpc>
              <a:spcBef>
                <a:spcPts val="0"/>
              </a:spcBef>
              <a:spcAft>
                <a:spcPct val="0"/>
              </a:spcAft>
              <a:buClr>
                <a:srgbClr val="63666A"/>
              </a:buClr>
              <a:buSzPct val="100000"/>
              <a:buFontTx/>
              <a:buNone/>
              <a:defRPr sz="1600" b="1">
                <a:solidFill>
                  <a:schemeClr val="bg1"/>
                </a:solidFill>
                <a:latin typeface="+mn-lt"/>
                <a:ea typeface="Arial Unicode MS" pitchFamily="-65" charset="0"/>
                <a:cs typeface="Arial Unicode MS" pitchFamily="-65" charset="0"/>
                <a:sym typeface="Arial" pitchFamily="-65" charset="0"/>
              </a:defRPr>
            </a:lvl5pPr>
            <a:lvl6pPr marL="0" indent="0" algn="l" rtl="0" eaLnBrk="1" fontAlgn="base" hangingPunct="1">
              <a:lnSpc>
                <a:spcPct val="100000"/>
              </a:lnSpc>
              <a:spcBef>
                <a:spcPts val="379"/>
              </a:spcBef>
              <a:spcAft>
                <a:spcPct val="0"/>
              </a:spcAft>
              <a:buSzPct val="100000"/>
              <a:buFontTx/>
              <a:buNone/>
              <a:defRPr sz="3200" b="1">
                <a:solidFill>
                  <a:schemeClr val="accent3"/>
                </a:solidFill>
                <a:latin typeface="+mn-lt"/>
                <a:ea typeface="+mn-ea"/>
                <a:cs typeface="+mn-cs"/>
                <a:sym typeface="Arial" pitchFamily="-110" charset="0"/>
              </a:defRPr>
            </a:lvl6pPr>
            <a:lvl7pPr marL="0" indent="0" algn="l" rtl="0" eaLnBrk="1" fontAlgn="base" hangingPunct="1">
              <a:lnSpc>
                <a:spcPct val="100000"/>
              </a:lnSpc>
              <a:spcBef>
                <a:spcPts val="0"/>
              </a:spcBef>
              <a:spcAft>
                <a:spcPct val="0"/>
              </a:spcAft>
              <a:buSzPct val="100000"/>
              <a:buFontTx/>
              <a:buNone/>
              <a:defRPr sz="1600">
                <a:solidFill>
                  <a:schemeClr val="bg1"/>
                </a:solidFill>
                <a:latin typeface="+mn-lt"/>
                <a:ea typeface="+mn-ea"/>
                <a:cs typeface="+mn-cs"/>
                <a:sym typeface="Arial" pitchFamily="-110" charset="0"/>
              </a:defRPr>
            </a:lvl7pPr>
            <a:lvl8pPr marL="0" indent="0" algn="l" rtl="0" eaLnBrk="1" fontAlgn="base" hangingPunct="1">
              <a:lnSpc>
                <a:spcPct val="100000"/>
              </a:lnSpc>
              <a:spcBef>
                <a:spcPts val="0"/>
              </a:spcBef>
              <a:spcAft>
                <a:spcPct val="0"/>
              </a:spcAft>
              <a:buSzPct val="100000"/>
              <a:buFontTx/>
              <a:buNone/>
              <a:defRPr sz="1600">
                <a:solidFill>
                  <a:schemeClr val="bg1"/>
                </a:solidFill>
                <a:latin typeface="+mn-lt"/>
                <a:ea typeface="+mn-ea"/>
                <a:cs typeface="+mn-cs"/>
                <a:sym typeface="Arial" pitchFamily="-110" charset="0"/>
              </a:defRPr>
            </a:lvl8pPr>
            <a:lvl9pPr marL="0" indent="0" algn="l" rtl="0" eaLnBrk="1" fontAlgn="base" hangingPunct="1">
              <a:lnSpc>
                <a:spcPct val="100000"/>
              </a:lnSpc>
              <a:spcBef>
                <a:spcPts val="0"/>
              </a:spcBef>
              <a:spcAft>
                <a:spcPct val="0"/>
              </a:spcAft>
              <a:buSzPct val="100000"/>
              <a:buFontTx/>
              <a:buNone/>
              <a:defRPr sz="1600">
                <a:solidFill>
                  <a:schemeClr val="bg1"/>
                </a:solidFill>
                <a:latin typeface="+mn-lt"/>
                <a:ea typeface="+mn-ea"/>
                <a:cs typeface="+mn-cs"/>
                <a:sym typeface="Arial" pitchFamily="-110" charset="0"/>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schemeClr val="tx1"/>
                </a:solidFill>
                <a:effectLst/>
                <a:uLnTx/>
                <a:uFillTx/>
                <a:ea typeface="Arial Unicode MS" pitchFamily="-65" charset="0"/>
                <a:cs typeface="Arial Unicode MS" pitchFamily="-65" charset="0"/>
                <a:sym typeface="Arial" pitchFamily="-65" charset="0"/>
              </a:rPr>
              <a:t>Help you to do better for your patients.</a:t>
            </a:r>
          </a:p>
        </p:txBody>
      </p:sp>
      <p:pic>
        <p:nvPicPr>
          <p:cNvPr id="2" name="Content Placeholder 6">
            <a:extLst>
              <a:ext uri="{FF2B5EF4-FFF2-40B4-BE49-F238E27FC236}">
                <a16:creationId xmlns:a16="http://schemas.microsoft.com/office/drawing/2014/main" id="{BE314A0A-9B49-A99C-84EA-4FF8F1CA4B61}"/>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463962" y="3335725"/>
            <a:ext cx="5437902" cy="2548040"/>
          </a:xfrm>
          <a:prstGeom prst="rect">
            <a:avLst/>
          </a:prstGeom>
        </p:spPr>
      </p:pic>
      <p:graphicFrame>
        <p:nvGraphicFramePr>
          <p:cNvPr id="8" name="Chart 7">
            <a:extLst>
              <a:ext uri="{FF2B5EF4-FFF2-40B4-BE49-F238E27FC236}">
                <a16:creationId xmlns:a16="http://schemas.microsoft.com/office/drawing/2014/main" id="{3DD8B256-68A6-481E-5777-19C3E6177814}"/>
              </a:ext>
            </a:extLst>
          </p:cNvPr>
          <p:cNvGraphicFramePr/>
          <p:nvPr>
            <p:extLst>
              <p:ext uri="{D42A27DB-BD31-4B8C-83A1-F6EECF244321}">
                <p14:modId xmlns:p14="http://schemas.microsoft.com/office/powerpoint/2010/main" val="131040438"/>
              </p:ext>
            </p:extLst>
          </p:nvPr>
        </p:nvGraphicFramePr>
        <p:xfrm>
          <a:off x="6296728" y="2809311"/>
          <a:ext cx="5437901" cy="3191748"/>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a:extLst>
              <a:ext uri="{FF2B5EF4-FFF2-40B4-BE49-F238E27FC236}">
                <a16:creationId xmlns:a16="http://schemas.microsoft.com/office/drawing/2014/main" id="{8F036CAD-7623-4E80-A21A-384DEA2D82EF}"/>
              </a:ext>
            </a:extLst>
          </p:cNvPr>
          <p:cNvSpPr txBox="1"/>
          <p:nvPr/>
        </p:nvSpPr>
        <p:spPr>
          <a:xfrm>
            <a:off x="6431536" y="2173231"/>
            <a:ext cx="5025876" cy="523220"/>
          </a:xfrm>
          <a:prstGeom prst="rect">
            <a:avLst/>
          </a:prstGeom>
          <a:noFill/>
        </p:spPr>
        <p:txBody>
          <a:bodyPr wrap="square" lIns="91440" tIns="45720" rIns="91440" bIns="45720" rtlCol="0">
            <a:spAutoFit/>
          </a:bodyPr>
          <a:lstStyle/>
          <a:p>
            <a:pPr marL="0" marR="0" lvl="0" indent="0" defTabSz="511175" rtl="0" eaLnBrk="1" fontAlgn="base" latinLnBrk="0" hangingPunct="1">
              <a:lnSpc>
                <a:spcPct val="100000"/>
              </a:lnSpc>
              <a:spcBef>
                <a:spcPts val="400"/>
              </a:spcBef>
              <a:spcAft>
                <a:spcPct val="0"/>
              </a:spcAft>
              <a:buClrTx/>
              <a:buSzTx/>
              <a:buFontTx/>
              <a:buNone/>
              <a:tabLst/>
              <a:defRPr/>
            </a:pPr>
            <a:r>
              <a:rPr kumimoji="0" lang="en-US" sz="1400" b="0" i="0" u="none" strike="noStrike" kern="1200" cap="none" spc="0" normalizeH="0" baseline="0" noProof="0" dirty="0">
                <a:ln>
                  <a:noFill/>
                </a:ln>
                <a:effectLst/>
                <a:uLnTx/>
                <a:uFillTx/>
                <a:ea typeface="Arial Unicode MS" pitchFamily="-65" charset="0"/>
                <a:cs typeface="Arial Unicode MS" pitchFamily="-65" charset="0"/>
              </a:rPr>
              <a:t>80% of TKA patients do not experience a natural joint vs. 42% of THA patients</a:t>
            </a:r>
            <a:r>
              <a:rPr kumimoji="0" lang="en-US" sz="1400" b="0" i="0" u="none" strike="noStrike" kern="1200" cap="none" spc="0" normalizeH="0" baseline="30000" noProof="0" dirty="0">
                <a:ln>
                  <a:noFill/>
                </a:ln>
                <a:effectLst/>
                <a:uLnTx/>
                <a:uFillTx/>
                <a:ea typeface="Arial Unicode MS" pitchFamily="-65" charset="0"/>
                <a:cs typeface="Arial Unicode MS" pitchFamily="-65" charset="0"/>
              </a:rPr>
              <a:t>51 **</a:t>
            </a:r>
            <a:endParaRPr kumimoji="0" lang="en-US" sz="1400" b="0" i="0" u="none" strike="noStrike" kern="1200" cap="none" spc="0" normalizeH="0" baseline="0" noProof="0" dirty="0">
              <a:ln>
                <a:noFill/>
              </a:ln>
              <a:effectLst/>
              <a:uLnTx/>
              <a:uFillTx/>
              <a:ea typeface="Arial Unicode MS" pitchFamily="-65" charset="0"/>
              <a:cs typeface="Arial Unicode MS" pitchFamily="-65" charset="0"/>
            </a:endParaRPr>
          </a:p>
        </p:txBody>
      </p:sp>
      <p:cxnSp>
        <p:nvCxnSpPr>
          <p:cNvPr id="12" name="Straight Connector 11">
            <a:extLst>
              <a:ext uri="{FF2B5EF4-FFF2-40B4-BE49-F238E27FC236}">
                <a16:creationId xmlns:a16="http://schemas.microsoft.com/office/drawing/2014/main" id="{CB2DFCF0-A272-106B-7E99-DC159CE620B0}"/>
              </a:ext>
            </a:extLst>
          </p:cNvPr>
          <p:cNvCxnSpPr/>
          <p:nvPr/>
        </p:nvCxnSpPr>
        <p:spPr>
          <a:xfrm>
            <a:off x="514283" y="2739193"/>
            <a:ext cx="518271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D9DA896-1A79-3647-0137-E16F7D932376}"/>
              </a:ext>
            </a:extLst>
          </p:cNvPr>
          <p:cNvCxnSpPr/>
          <p:nvPr/>
        </p:nvCxnSpPr>
        <p:spPr>
          <a:xfrm>
            <a:off x="6520073" y="2739193"/>
            <a:ext cx="518271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807605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87231B8-93A8-0B9E-E397-1181AC17EFC4}"/>
              </a:ext>
            </a:extLst>
          </p:cNvPr>
          <p:cNvPicPr>
            <a:picLocks noChangeAspect="1"/>
          </p:cNvPicPr>
          <p:nvPr/>
        </p:nvPicPr>
        <p:blipFill>
          <a:blip r:embed="rId4"/>
          <a:stretch>
            <a:fillRect/>
          </a:stretch>
        </p:blipFill>
        <p:spPr>
          <a:xfrm>
            <a:off x="5821807" y="0"/>
            <a:ext cx="6370193" cy="6858000"/>
          </a:xfrm>
          <a:prstGeom prst="rect">
            <a:avLst/>
          </a:prstGeom>
        </p:spPr>
      </p:pic>
      <p:sp>
        <p:nvSpPr>
          <p:cNvPr id="8" name="Title 7">
            <a:extLst>
              <a:ext uri="{FF2B5EF4-FFF2-40B4-BE49-F238E27FC236}">
                <a16:creationId xmlns:a16="http://schemas.microsoft.com/office/drawing/2014/main" id="{CCEE4B15-93AA-30C5-7EF7-CE6C53DA8B9A}"/>
              </a:ext>
            </a:extLst>
          </p:cNvPr>
          <p:cNvSpPr>
            <a:spLocks noGrp="1"/>
          </p:cNvSpPr>
          <p:nvPr>
            <p:ph type="title"/>
          </p:nvPr>
        </p:nvSpPr>
        <p:spPr>
          <a:xfrm>
            <a:off x="289384" y="270000"/>
            <a:ext cx="5732004" cy="1859099"/>
          </a:xfrm>
        </p:spPr>
        <p:txBody>
          <a:bodyPr/>
          <a:lstStyle/>
          <a:p>
            <a:r>
              <a:rPr lang="en-US" dirty="0"/>
              <a:t>Kinematic </a:t>
            </a:r>
            <a:br>
              <a:rPr lang="en-US" dirty="0"/>
            </a:br>
            <a:r>
              <a:rPr lang="en-US" dirty="0"/>
              <a:t>Restoration</a:t>
            </a:r>
          </a:p>
        </p:txBody>
      </p:sp>
      <p:sp>
        <p:nvSpPr>
          <p:cNvPr id="2" name="Slide Number Placeholder 1">
            <a:extLst>
              <a:ext uri="{FF2B5EF4-FFF2-40B4-BE49-F238E27FC236}">
                <a16:creationId xmlns:a16="http://schemas.microsoft.com/office/drawing/2014/main" id="{0CDCBAB4-6FFF-11EB-6537-D7FD5DD108D6}"/>
              </a:ext>
            </a:extLst>
          </p:cNvPr>
          <p:cNvSpPr>
            <a:spLocks noGrp="1"/>
          </p:cNvSpPr>
          <p:nvPr>
            <p:ph type="sldNum" sz="quarter" idx="12"/>
          </p:nvPr>
        </p:nvSpPr>
        <p:spPr/>
        <p:txBody>
          <a:bodyPr/>
          <a:lstStyle/>
          <a:p>
            <a:pPr marL="0" marR="0" lvl="0" indent="0" algn="r" defTabSz="914400" rtl="0" eaLnBrk="1" fontAlgn="auto" latinLnBrk="0" hangingPunct="1">
              <a:lnSpc>
                <a:spcPct val="110000"/>
              </a:lnSpc>
              <a:spcBef>
                <a:spcPts val="600"/>
              </a:spcBef>
              <a:spcAft>
                <a:spcPts val="600"/>
              </a:spcAft>
              <a:buClrTx/>
              <a:buSzTx/>
              <a:buFontTx/>
              <a:buNone/>
              <a:tabLst/>
              <a:defRPr/>
            </a:pPr>
            <a:fld id="{AEC8D767-5246-2244-A4A3-B8AFB218393C}" type="slidenum">
              <a:rPr kumimoji="0" lang="en-GB" sz="900" b="0" i="0" u="none" strike="noStrike" kern="1200" cap="none" spc="0" normalizeH="0" baseline="0" noProof="0" smtClean="0">
                <a:ln>
                  <a:noFill/>
                </a:ln>
                <a:solidFill>
                  <a:srgbClr val="FFFFFF"/>
                </a:solidFill>
                <a:effectLst/>
                <a:uLnTx/>
                <a:uFillTx/>
                <a:latin typeface="Johnson Display"/>
                <a:ea typeface="+mn-ea"/>
                <a:cs typeface="+mn-cs"/>
              </a:rPr>
              <a:pPr marL="0" marR="0" lvl="0" indent="0" algn="r" defTabSz="914400" rtl="0" eaLnBrk="1" fontAlgn="auto" latinLnBrk="0" hangingPunct="1">
                <a:lnSpc>
                  <a:spcPct val="110000"/>
                </a:lnSpc>
                <a:spcBef>
                  <a:spcPts val="600"/>
                </a:spcBef>
                <a:spcAft>
                  <a:spcPts val="600"/>
                </a:spcAft>
                <a:buClrTx/>
                <a:buSzTx/>
                <a:buFontTx/>
                <a:buNone/>
                <a:tabLst/>
                <a:defRPr/>
              </a:pPr>
              <a:t>3</a:t>
            </a:fld>
            <a:endParaRPr kumimoji="0" lang="en-GB" sz="900" b="0" i="0" u="none" strike="noStrike" kern="1200" cap="none" spc="0" normalizeH="0" baseline="0" noProof="0">
              <a:ln>
                <a:noFill/>
              </a:ln>
              <a:solidFill>
                <a:srgbClr val="FFFFFF"/>
              </a:solidFill>
              <a:effectLst/>
              <a:uLnTx/>
              <a:uFillTx/>
              <a:latin typeface="Johnson Display"/>
              <a:ea typeface="+mn-ea"/>
              <a:cs typeface="+mn-cs"/>
            </a:endParaRPr>
          </a:p>
        </p:txBody>
      </p:sp>
      <p:sp>
        <p:nvSpPr>
          <p:cNvPr id="13" name="TextBox 12">
            <a:extLst>
              <a:ext uri="{FF2B5EF4-FFF2-40B4-BE49-F238E27FC236}">
                <a16:creationId xmlns:a16="http://schemas.microsoft.com/office/drawing/2014/main" id="{B8FC1D01-F549-76DF-7F9B-C24C927276A4}"/>
              </a:ext>
            </a:extLst>
          </p:cNvPr>
          <p:cNvSpPr txBox="1"/>
          <p:nvPr/>
        </p:nvSpPr>
        <p:spPr>
          <a:xfrm>
            <a:off x="289384" y="2399099"/>
            <a:ext cx="5103710" cy="280076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B1700"/>
                </a:solidFill>
                <a:effectLst/>
                <a:uLnTx/>
                <a:uFillTx/>
                <a:ea typeface="+mn-ea"/>
                <a:cs typeface="+mn-cs"/>
              </a:rPr>
              <a:t>Kinematic Restoration </a:t>
            </a:r>
            <a:r>
              <a:rPr kumimoji="0" lang="en-US" sz="1200" b="0" i="0" u="none" strike="noStrike" kern="1200" cap="none" spc="0" normalizeH="0" baseline="0" noProof="0" dirty="0">
                <a:ln>
                  <a:noFill/>
                </a:ln>
                <a:solidFill>
                  <a:srgbClr val="000000"/>
                </a:solidFill>
                <a:effectLst/>
                <a:uLnTx/>
                <a:uFillTx/>
                <a:ea typeface="+mn-ea"/>
                <a:cs typeface="+mn-cs"/>
              </a:rPr>
              <a:t>is the art and science of restoring knee function.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ea typeface="+mn-ea"/>
                <a:cs typeface="+mn-cs"/>
              </a:rPr>
              <a:t>From pre-op through post-op, from incision to closure—it provides a</a:t>
            </a:r>
            <a:r>
              <a:rPr kumimoji="0" lang="en-US" sz="1200" b="1" i="0" u="none" strike="noStrike" kern="1200" cap="none" spc="0" normalizeH="0" baseline="0" noProof="0" dirty="0">
                <a:ln>
                  <a:noFill/>
                </a:ln>
                <a:solidFill>
                  <a:srgbClr val="EB1700"/>
                </a:solidFill>
                <a:effectLst/>
                <a:uLnTx/>
                <a:uFillTx/>
                <a:ea typeface="+mn-ea"/>
                <a:cs typeface="+mn-cs"/>
              </a:rPr>
              <a:t> </a:t>
            </a:r>
            <a:br>
              <a:rPr kumimoji="0" lang="en-US" sz="1200" b="1" i="0" u="none" strike="noStrike" kern="1200" cap="none" spc="0" normalizeH="0" baseline="0" noProof="0" dirty="0">
                <a:ln>
                  <a:noFill/>
                </a:ln>
                <a:solidFill>
                  <a:srgbClr val="EB1700"/>
                </a:solidFill>
                <a:effectLst/>
                <a:uLnTx/>
                <a:uFillTx/>
                <a:ea typeface="+mn-ea"/>
                <a:cs typeface="+mn-cs"/>
              </a:rPr>
            </a:br>
            <a:r>
              <a:rPr kumimoji="0" lang="en-US" sz="1200" b="1" i="0" u="none" strike="noStrike" kern="1200" cap="none" spc="0" normalizeH="0" baseline="0" noProof="0" dirty="0">
                <a:ln>
                  <a:noFill/>
                </a:ln>
                <a:solidFill>
                  <a:srgbClr val="EB1700"/>
                </a:solidFill>
                <a:effectLst/>
                <a:uLnTx/>
                <a:uFillTx/>
                <a:ea typeface="+mn-ea"/>
                <a:cs typeface="+mn-cs"/>
              </a:rPr>
              <a:t>holistic approach </a:t>
            </a:r>
            <a:r>
              <a:rPr kumimoji="0" lang="en-US" sz="1200" b="0" i="0" u="none" strike="noStrike" kern="1200" cap="none" spc="0" normalizeH="0" baseline="0" noProof="0" dirty="0">
                <a:ln>
                  <a:noFill/>
                </a:ln>
                <a:solidFill>
                  <a:srgbClr val="000000"/>
                </a:solidFill>
                <a:effectLst/>
                <a:uLnTx/>
                <a:uFillTx/>
                <a:ea typeface="+mn-ea"/>
                <a:cs typeface="+mn-cs"/>
              </a:rPr>
              <a:t>that works in harmony with kinematic and inverse kinematic alignment philosophies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ea typeface="+mn-ea"/>
              <a:cs typeface="+mn-cs"/>
            </a:endParaRPr>
          </a:p>
          <a:p>
            <a:pPr marL="171450" indent="-171450">
              <a:buFont typeface="Arial" panose="020B0604020202020204" pitchFamily="34" charset="0"/>
              <a:buChar char="•"/>
              <a:defRPr/>
            </a:pPr>
            <a:r>
              <a:rPr kumimoji="0" lang="en-US" sz="1200" b="0" i="0" u="none" strike="noStrike" kern="1200" cap="none" spc="0" normalizeH="0" baseline="0" noProof="0" dirty="0">
                <a:ln>
                  <a:noFill/>
                </a:ln>
                <a:solidFill>
                  <a:srgbClr val="000000"/>
                </a:solidFill>
                <a:effectLst/>
                <a:uLnTx/>
                <a:uFillTx/>
                <a:ea typeface="+mn-ea"/>
                <a:cs typeface="+mn-cs"/>
              </a:rPr>
              <a:t>The VELYS™ Robotic-Assisted Solution equips surgeons with </a:t>
            </a:r>
            <a:r>
              <a:rPr kumimoji="0" lang="en-US" sz="1200" b="1" i="0" u="none" strike="noStrike" kern="1200" cap="none" spc="0" normalizeH="0" baseline="0" noProof="0" dirty="0">
                <a:ln>
                  <a:noFill/>
                </a:ln>
                <a:solidFill>
                  <a:schemeClr val="accent1"/>
                </a:solidFill>
                <a:effectLst/>
                <a:uLnTx/>
                <a:uFillTx/>
                <a:ea typeface="+mn-ea"/>
                <a:cs typeface="+mn-cs"/>
              </a:rPr>
              <a:t>real-time </a:t>
            </a:r>
            <a:r>
              <a:rPr kumimoji="0" lang="en-US" sz="1200" b="0" i="0" u="none" strike="noStrike" kern="1200" cap="none" spc="0" normalizeH="0" baseline="0" noProof="0" dirty="0">
                <a:ln>
                  <a:noFill/>
                </a:ln>
                <a:solidFill>
                  <a:srgbClr val="000000"/>
                </a:solidFill>
                <a:effectLst/>
                <a:uLnTx/>
                <a:uFillTx/>
                <a:ea typeface="+mn-ea"/>
                <a:cs typeface="+mn-cs"/>
              </a:rPr>
              <a:t>insights to optimize implant placement, preserve soft tissue envelope, predict joint stability and work toward returning knee function.</a:t>
            </a:r>
            <a:r>
              <a:rPr lang="en-US" sz="1200" baseline="30000" dirty="0">
                <a:solidFill>
                  <a:srgbClr val="000000"/>
                </a:solidFill>
              </a:rPr>
              <a:t>5</a:t>
            </a:r>
            <a:r>
              <a:rPr kumimoji="0" lang="en-US" sz="1200" b="0" i="0" u="none" strike="noStrike" kern="1200" cap="none" spc="0" normalizeH="0" baseline="30000" noProof="0" dirty="0">
                <a:ln>
                  <a:noFill/>
                </a:ln>
                <a:solidFill>
                  <a:srgbClr val="000000"/>
                </a:solidFill>
                <a:effectLst/>
                <a:uLnTx/>
                <a:uFillTx/>
                <a:ea typeface="+mn-ea"/>
                <a:cs typeface="+mn-cs"/>
              </a:rPr>
              <a:t>-7,42</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ea typeface="+mn-ea"/>
                <a:cs typeface="+mn-cs"/>
              </a:rPr>
              <a:t>ATTUNE™ Knee is verified to work with kinematic alignment techniques within tested boundaries.</a:t>
            </a:r>
            <a:r>
              <a:rPr kumimoji="0" lang="en-US" sz="1200" b="0" i="0" u="none" strike="noStrike" kern="1200" cap="none" spc="0" normalizeH="0" baseline="30000" noProof="0" dirty="0">
                <a:ln>
                  <a:noFill/>
                </a:ln>
                <a:solidFill>
                  <a:srgbClr val="000000"/>
                </a:solidFill>
                <a:effectLst/>
                <a:uLnTx/>
                <a:uFillTx/>
                <a:ea typeface="+mn-ea"/>
                <a:cs typeface="+mn-cs"/>
              </a:rPr>
              <a:t>3-6*</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30000" noProof="0" dirty="0">
              <a:ln>
                <a:noFill/>
              </a:ln>
              <a:solidFill>
                <a:srgbClr val="000000"/>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mn-ea"/>
                <a:cs typeface="+mn-cs"/>
              </a:rPr>
              <a:t>The powerful combination can reduce soft tissue releases to improve function and may accelerate patient recovery.</a:t>
            </a:r>
            <a:r>
              <a:rPr kumimoji="0" lang="en-US" sz="1200" b="0" i="0" u="none" strike="noStrike" kern="1200" cap="none" spc="0" normalizeH="0" baseline="30000" noProof="0" dirty="0">
                <a:ln>
                  <a:noFill/>
                </a:ln>
                <a:solidFill>
                  <a:srgbClr val="000000"/>
                </a:solidFill>
                <a:effectLst/>
                <a:uLnTx/>
                <a:uFillTx/>
                <a:ea typeface="+mn-ea"/>
                <a:cs typeface="+mn-cs"/>
              </a:rPr>
              <a:t>7</a:t>
            </a:r>
          </a:p>
        </p:txBody>
      </p:sp>
      <p:sp>
        <p:nvSpPr>
          <p:cNvPr id="4" name="TextBox 3">
            <a:extLst>
              <a:ext uri="{FF2B5EF4-FFF2-40B4-BE49-F238E27FC236}">
                <a16:creationId xmlns:a16="http://schemas.microsoft.com/office/drawing/2014/main" id="{A7874DB3-329C-0664-8945-E69651F2B64E}"/>
              </a:ext>
            </a:extLst>
          </p:cNvPr>
          <p:cNvSpPr txBox="1"/>
          <p:nvPr/>
        </p:nvSpPr>
        <p:spPr>
          <a:xfrm>
            <a:off x="289384" y="6107823"/>
            <a:ext cx="1741602"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ea typeface="+mn-ea"/>
                <a:cs typeface="+mn-cs"/>
              </a:rPr>
              <a:t>*Based on in vitro studies.</a:t>
            </a:r>
          </a:p>
        </p:txBody>
      </p:sp>
    </p:spTree>
    <p:custDataLst>
      <p:tags r:id="rId1"/>
    </p:custDataLst>
    <p:extLst>
      <p:ext uri="{BB962C8B-B14F-4D97-AF65-F5344CB8AC3E}">
        <p14:creationId xmlns:p14="http://schemas.microsoft.com/office/powerpoint/2010/main" val="76776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94980-AB74-5642-2279-6E1163901AB0}"/>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6B59254-8351-B3BB-3A5A-94E6EB531512}"/>
              </a:ext>
            </a:extLst>
          </p:cNvPr>
          <p:cNvSpPr/>
          <p:nvPr/>
        </p:nvSpPr>
        <p:spPr>
          <a:xfrm>
            <a:off x="-20080" y="4370114"/>
            <a:ext cx="9618807" cy="1289780"/>
          </a:xfrm>
          <a:prstGeom prst="rect">
            <a:avLst/>
          </a:prstGeom>
          <a:solidFill>
            <a:schemeClr val="bg1">
              <a:lumMod val="75000"/>
              <a:alpha val="327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Johnson Text"/>
              <a:ea typeface="+mn-ea"/>
              <a:cs typeface="+mn-cs"/>
            </a:endParaRPr>
          </a:p>
        </p:txBody>
      </p:sp>
      <p:sp>
        <p:nvSpPr>
          <p:cNvPr id="74" name="Rectangle 73">
            <a:extLst>
              <a:ext uri="{FF2B5EF4-FFF2-40B4-BE49-F238E27FC236}">
                <a16:creationId xmlns:a16="http://schemas.microsoft.com/office/drawing/2014/main" id="{69F41ECA-D25E-8540-5181-BA3D7BA7B04B}"/>
              </a:ext>
            </a:extLst>
          </p:cNvPr>
          <p:cNvSpPr/>
          <p:nvPr/>
        </p:nvSpPr>
        <p:spPr>
          <a:xfrm>
            <a:off x="5" y="2025447"/>
            <a:ext cx="12192000" cy="1333174"/>
          </a:xfrm>
          <a:prstGeom prst="rect">
            <a:avLst/>
          </a:prstGeom>
          <a:solidFill>
            <a:schemeClr val="bg1">
              <a:lumMod val="75000"/>
              <a:alpha val="327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Johnson Text"/>
              <a:ea typeface="+mn-ea"/>
              <a:cs typeface="+mn-cs"/>
            </a:endParaRPr>
          </a:p>
        </p:txBody>
      </p:sp>
      <p:pic>
        <p:nvPicPr>
          <p:cNvPr id="4" name="Picture 3">
            <a:extLst>
              <a:ext uri="{FF2B5EF4-FFF2-40B4-BE49-F238E27FC236}">
                <a16:creationId xmlns:a16="http://schemas.microsoft.com/office/drawing/2014/main" id="{8051ECC6-6636-E95B-DA84-249DBF75C695}"/>
              </a:ext>
            </a:extLst>
          </p:cNvPr>
          <p:cNvPicPr>
            <a:picLocks noChangeAspect="1"/>
          </p:cNvPicPr>
          <p:nvPr/>
        </p:nvPicPr>
        <p:blipFill>
          <a:blip r:embed="rId4"/>
          <a:stretch>
            <a:fillRect/>
          </a:stretch>
        </p:blipFill>
        <p:spPr>
          <a:xfrm>
            <a:off x="4351793" y="2269180"/>
            <a:ext cx="1467729" cy="861167"/>
          </a:xfrm>
          <a:prstGeom prst="rect">
            <a:avLst/>
          </a:prstGeom>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6D126F67-D7AE-9AD9-ED3E-1CEDC1D6D380}"/>
              </a:ext>
            </a:extLst>
          </p:cNvPr>
          <p:cNvPicPr>
            <a:picLocks noChangeAspect="1"/>
          </p:cNvPicPr>
          <p:nvPr/>
        </p:nvPicPr>
        <p:blipFill>
          <a:blip r:embed="rId5"/>
          <a:stretch>
            <a:fillRect/>
          </a:stretch>
        </p:blipFill>
        <p:spPr>
          <a:xfrm>
            <a:off x="456840" y="2269300"/>
            <a:ext cx="1527157" cy="857078"/>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F7AFF629-581C-82D7-79C5-40D772512421}"/>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7967286" y="2263233"/>
            <a:ext cx="1527156" cy="867114"/>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F1019A8B-D407-BFCA-13DF-B0655115B1FD}"/>
              </a:ext>
            </a:extLst>
          </p:cNvPr>
          <p:cNvPicPr>
            <a:picLocks noChangeAspect="1"/>
          </p:cNvPicPr>
          <p:nvPr/>
        </p:nvPicPr>
        <p:blipFill>
          <a:blip r:embed="rId7"/>
          <a:stretch>
            <a:fillRect/>
          </a:stretch>
        </p:blipFill>
        <p:spPr>
          <a:xfrm>
            <a:off x="2455253" y="2275994"/>
            <a:ext cx="1485856" cy="862998"/>
          </a:xfrm>
          <a:prstGeom prst="rect">
            <a:avLst/>
          </a:prstGeom>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189A6AD5-0ECF-9504-7C7F-FEE4CBBF695D}"/>
              </a:ext>
            </a:extLst>
          </p:cNvPr>
          <p:cNvPicPr>
            <a:picLocks noChangeAspect="1"/>
          </p:cNvPicPr>
          <p:nvPr/>
        </p:nvPicPr>
        <p:blipFill>
          <a:blip r:embed="rId8"/>
          <a:stretch>
            <a:fillRect/>
          </a:stretch>
        </p:blipFill>
        <p:spPr>
          <a:xfrm>
            <a:off x="6273504" y="2268807"/>
            <a:ext cx="1171215" cy="872181"/>
          </a:xfrm>
          <a:prstGeom prst="rect">
            <a:avLst/>
          </a:prstGeom>
          <a:effectLst>
            <a:outerShdw blurRad="50800" dist="38100" dir="2700000" algn="tl" rotWithShape="0">
              <a:prstClr val="black">
                <a:alpha val="40000"/>
              </a:prstClr>
            </a:outerShdw>
          </a:effectLst>
        </p:spPr>
      </p:pic>
      <p:pic>
        <p:nvPicPr>
          <p:cNvPr id="17" name="Picture 16">
            <a:extLst>
              <a:ext uri="{FF2B5EF4-FFF2-40B4-BE49-F238E27FC236}">
                <a16:creationId xmlns:a16="http://schemas.microsoft.com/office/drawing/2014/main" id="{3D7F22CA-6660-B72B-016C-3D4DEA93977D}"/>
              </a:ext>
            </a:extLst>
          </p:cNvPr>
          <p:cNvPicPr>
            <a:picLocks noChangeAspect="1"/>
          </p:cNvPicPr>
          <p:nvPr/>
        </p:nvPicPr>
        <p:blipFill>
          <a:blip r:embed="rId9"/>
          <a:srcRect t="42935" b="1"/>
          <a:stretch/>
        </p:blipFill>
        <p:spPr>
          <a:xfrm>
            <a:off x="7723734" y="4963073"/>
            <a:ext cx="1865340" cy="610976"/>
          </a:xfrm>
          <a:prstGeom prst="rect">
            <a:avLst/>
          </a:prstGeom>
        </p:spPr>
      </p:pic>
      <p:sp>
        <p:nvSpPr>
          <p:cNvPr id="18" name="TextBox 17">
            <a:extLst>
              <a:ext uri="{FF2B5EF4-FFF2-40B4-BE49-F238E27FC236}">
                <a16:creationId xmlns:a16="http://schemas.microsoft.com/office/drawing/2014/main" id="{F3A15190-EA9A-9C77-D8E8-662A47834E3B}"/>
              </a:ext>
            </a:extLst>
          </p:cNvPr>
          <p:cNvSpPr txBox="1"/>
          <p:nvPr/>
        </p:nvSpPr>
        <p:spPr bwMode="auto">
          <a:xfrm>
            <a:off x="382959" y="1463690"/>
            <a:ext cx="1546295" cy="400110"/>
          </a:xfrm>
          <a:prstGeom prst="rect">
            <a:avLst/>
          </a:prstGeom>
          <a:noFill/>
          <a:ln w="25400" cap="flat" cmpd="sng" algn="ctr">
            <a:noFill/>
            <a:prstDash val="solid"/>
          </a:ln>
          <a:effectLst/>
        </p:spPr>
        <p:txBody>
          <a:bodyPr wrap="square" rtlCol="0">
            <a:spAutoFit/>
          </a:bodyPr>
          <a:lstStyle/>
          <a:p>
            <a:pPr marL="0" marR="0" lvl="0" indent="0" algn="ctr" defTabSz="914400" rtl="0" eaLnBrk="1" fontAlgn="auto" latinLnBrk="0" hangingPunct="1">
              <a:lnSpc>
                <a:spcPct val="100000"/>
              </a:lnSpc>
              <a:spcBef>
                <a:spcPts val="400"/>
              </a:spcBef>
              <a:spcAft>
                <a:spcPts val="0"/>
              </a:spcAft>
              <a:buClr>
                <a:srgbClr val="ED1500"/>
              </a:buClr>
              <a:buSzTx/>
              <a:buFontTx/>
              <a:buNone/>
              <a:tabLst/>
              <a:defRPr/>
            </a:pPr>
            <a:r>
              <a:rPr kumimoji="0" lang="en-US" sz="1000" b="1" i="0" u="none" strike="noStrike" kern="1200" cap="none" spc="0" normalizeH="0" baseline="0" noProof="0">
                <a:ln>
                  <a:noFill/>
                </a:ln>
                <a:solidFill>
                  <a:srgbClr val="000000"/>
                </a:solidFill>
                <a:effectLst/>
                <a:uLnTx/>
                <a:uFillTx/>
                <a:ea typeface="ヒラギノ角ゴ ProN W3"/>
                <a:cs typeface="+mn-cs"/>
              </a:rPr>
              <a:t>Surgeon driven landmark acquisition </a:t>
            </a:r>
            <a:endParaRPr kumimoji="0" lang="en-US" sz="1000" b="1" i="0" u="none" strike="noStrike" kern="0" cap="none" spc="0" normalizeH="0" baseline="0" noProof="0">
              <a:ln>
                <a:noFill/>
              </a:ln>
              <a:solidFill>
                <a:srgbClr val="000000"/>
              </a:solidFill>
              <a:effectLst/>
              <a:uLnTx/>
              <a:uFillTx/>
              <a:ea typeface="ＭＳ Ｐゴシック"/>
              <a:cs typeface="+mn-cs"/>
            </a:endParaRPr>
          </a:p>
        </p:txBody>
      </p:sp>
      <p:sp>
        <p:nvSpPr>
          <p:cNvPr id="20" name="TextBox 19">
            <a:extLst>
              <a:ext uri="{FF2B5EF4-FFF2-40B4-BE49-F238E27FC236}">
                <a16:creationId xmlns:a16="http://schemas.microsoft.com/office/drawing/2014/main" id="{B324F163-9CC5-736D-D5B5-D0C0E0019549}"/>
              </a:ext>
            </a:extLst>
          </p:cNvPr>
          <p:cNvSpPr txBox="1"/>
          <p:nvPr/>
        </p:nvSpPr>
        <p:spPr bwMode="auto">
          <a:xfrm>
            <a:off x="2063112" y="1471524"/>
            <a:ext cx="1970909" cy="400110"/>
          </a:xfrm>
          <a:prstGeom prst="rect">
            <a:avLst/>
          </a:prstGeom>
          <a:noFill/>
          <a:ln w="25400" cap="flat" cmpd="sng" algn="ctr">
            <a:noFill/>
            <a:prstDash val="solid"/>
          </a:ln>
          <a:effectLst/>
        </p:spPr>
        <p:txBody>
          <a:bodyPr wrap="square" rtlCol="0">
            <a:spAutoFit/>
          </a:bodyPr>
          <a:lstStyle/>
          <a:p>
            <a:pPr marL="0" marR="0" lvl="0" indent="0" algn="ctr" defTabSz="914400" rtl="0" eaLnBrk="1" fontAlgn="auto" latinLnBrk="0" hangingPunct="1">
              <a:lnSpc>
                <a:spcPct val="100000"/>
              </a:lnSpc>
              <a:spcBef>
                <a:spcPts val="400"/>
              </a:spcBef>
              <a:spcAft>
                <a:spcPts val="0"/>
              </a:spcAft>
              <a:buClr>
                <a:srgbClr val="ED1500"/>
              </a:buClr>
              <a:buSzTx/>
              <a:buFontTx/>
              <a:buNone/>
              <a:tabLst/>
              <a:defRPr/>
            </a:pPr>
            <a:r>
              <a:rPr kumimoji="0" lang="en-US" sz="1000" b="1" i="0" u="none" strike="noStrike" kern="0" cap="none" spc="0" normalizeH="0" baseline="0" noProof="0">
                <a:ln>
                  <a:noFill/>
                </a:ln>
                <a:solidFill>
                  <a:srgbClr val="000000"/>
                </a:solidFill>
                <a:effectLst/>
                <a:uLnTx/>
                <a:uFillTx/>
                <a:ea typeface="ＭＳ Ｐゴシック"/>
                <a:cs typeface="+mn-cs"/>
              </a:rPr>
              <a:t>Surgeons control the 3D surgical plan (</a:t>
            </a:r>
            <a:r>
              <a:rPr kumimoji="0" lang="en-US" sz="800" b="1" i="0" u="none" strike="noStrike" kern="0" cap="none" spc="0" normalizeH="0" baseline="0" noProof="0">
                <a:ln>
                  <a:noFill/>
                </a:ln>
                <a:solidFill>
                  <a:srgbClr val="000000"/>
                </a:solidFill>
                <a:effectLst/>
                <a:uLnTx/>
                <a:uFillTx/>
                <a:ea typeface="ＭＳ Ｐゴシック"/>
                <a:cs typeface="+mn-cs"/>
              </a:rPr>
              <a:t>e.g. </a:t>
            </a:r>
            <a:r>
              <a:rPr kumimoji="0" lang="en-US" sz="800" b="1" i="0" u="none" strike="noStrike" kern="0" cap="none" spc="0" normalizeH="0" baseline="0" noProof="0" err="1">
                <a:ln>
                  <a:noFill/>
                </a:ln>
                <a:solidFill>
                  <a:srgbClr val="000000"/>
                </a:solidFill>
                <a:effectLst/>
                <a:uLnTx/>
                <a:uFillTx/>
                <a:ea typeface="ＭＳ Ｐゴシック"/>
                <a:cs typeface="+mn-cs"/>
              </a:rPr>
              <a:t>rKA</a:t>
            </a:r>
            <a:r>
              <a:rPr kumimoji="0" lang="en-US" sz="800" b="1" i="0" u="none" strike="noStrike" kern="0" cap="none" spc="0" normalizeH="0" baseline="0" noProof="0">
                <a:ln>
                  <a:noFill/>
                </a:ln>
                <a:solidFill>
                  <a:srgbClr val="000000"/>
                </a:solidFill>
                <a:effectLst/>
                <a:uLnTx/>
                <a:uFillTx/>
                <a:ea typeface="ＭＳ Ｐゴシック"/>
                <a:cs typeface="+mn-cs"/>
              </a:rPr>
              <a:t>, </a:t>
            </a:r>
            <a:r>
              <a:rPr kumimoji="0" lang="en-US" sz="800" b="1" i="0" u="none" strike="noStrike" kern="0" cap="none" spc="0" normalizeH="0" baseline="0" noProof="0" err="1">
                <a:ln>
                  <a:noFill/>
                </a:ln>
                <a:solidFill>
                  <a:srgbClr val="000000"/>
                </a:solidFill>
                <a:effectLst/>
                <a:uLnTx/>
                <a:uFillTx/>
                <a:ea typeface="ＭＳ Ｐゴシック"/>
                <a:cs typeface="+mn-cs"/>
              </a:rPr>
              <a:t>iKA</a:t>
            </a:r>
            <a:r>
              <a:rPr kumimoji="0" lang="en-US" sz="800" b="1" i="0" u="none" strike="noStrike" kern="0" cap="none" spc="0" normalizeH="0" baseline="0" noProof="0">
                <a:ln>
                  <a:noFill/>
                </a:ln>
                <a:solidFill>
                  <a:srgbClr val="000000"/>
                </a:solidFill>
                <a:effectLst/>
                <a:uLnTx/>
                <a:uFillTx/>
                <a:ea typeface="ＭＳ Ｐゴシック"/>
                <a:cs typeface="+mn-cs"/>
              </a:rPr>
              <a:t>, MA</a:t>
            </a:r>
            <a:r>
              <a:rPr kumimoji="0" lang="en-US" sz="1000" b="1" i="0" u="none" strike="noStrike" kern="0" cap="none" spc="0" normalizeH="0" baseline="0" noProof="0">
                <a:ln>
                  <a:noFill/>
                </a:ln>
                <a:solidFill>
                  <a:srgbClr val="000000"/>
                </a:solidFill>
                <a:effectLst/>
                <a:uLnTx/>
                <a:uFillTx/>
                <a:ea typeface="ＭＳ Ｐゴシック"/>
                <a:cs typeface="+mn-cs"/>
              </a:rPr>
              <a:t>)</a:t>
            </a:r>
          </a:p>
        </p:txBody>
      </p:sp>
      <p:sp>
        <p:nvSpPr>
          <p:cNvPr id="21" name="TextBox 20">
            <a:extLst>
              <a:ext uri="{FF2B5EF4-FFF2-40B4-BE49-F238E27FC236}">
                <a16:creationId xmlns:a16="http://schemas.microsoft.com/office/drawing/2014/main" id="{3A91489B-091B-ADBB-DEBA-0E432D7D2F9E}"/>
              </a:ext>
            </a:extLst>
          </p:cNvPr>
          <p:cNvSpPr txBox="1"/>
          <p:nvPr/>
        </p:nvSpPr>
        <p:spPr bwMode="auto">
          <a:xfrm>
            <a:off x="4145012" y="1464864"/>
            <a:ext cx="1695356" cy="400110"/>
          </a:xfrm>
          <a:prstGeom prst="rect">
            <a:avLst/>
          </a:prstGeom>
          <a:noFill/>
          <a:ln w="25400" cap="flat" cmpd="sng" algn="ctr">
            <a:noFill/>
            <a:prstDash val="solid"/>
          </a:ln>
          <a:effectLst/>
        </p:spPr>
        <p:txBody>
          <a:bodyPr wrap="square" rtlCol="0">
            <a:spAutoFit/>
          </a:bodyPr>
          <a:lstStyle/>
          <a:p>
            <a:pPr marL="0" marR="0" lvl="0" indent="0" algn="ctr" defTabSz="914400" rtl="0" eaLnBrk="1" fontAlgn="auto" latinLnBrk="0" hangingPunct="1">
              <a:lnSpc>
                <a:spcPct val="100000"/>
              </a:lnSpc>
              <a:spcBef>
                <a:spcPts val="400"/>
              </a:spcBef>
              <a:spcAft>
                <a:spcPts val="0"/>
              </a:spcAft>
              <a:buClr>
                <a:srgbClr val="ED1500"/>
              </a:buClr>
              <a:buSzTx/>
              <a:buFontTx/>
              <a:buNone/>
              <a:tabLst/>
              <a:defRPr/>
            </a:pPr>
            <a:r>
              <a:rPr kumimoji="0" lang="en-US" sz="1000" b="1" i="0" u="none" strike="noStrike" kern="1200" cap="none" spc="0" normalizeH="0" baseline="0" noProof="0">
                <a:ln>
                  <a:noFill/>
                </a:ln>
                <a:solidFill>
                  <a:srgbClr val="000000"/>
                </a:solidFill>
                <a:effectLst/>
                <a:uLnTx/>
                <a:uFillTx/>
                <a:ea typeface="ヒラギノ角ゴ ProN W3"/>
                <a:cs typeface="+mn-cs"/>
              </a:rPr>
              <a:t>Pre-resection soft tissue  balance check</a:t>
            </a:r>
            <a:endParaRPr kumimoji="0" lang="en-US" sz="1000" b="1" i="0" u="none" strike="noStrike" kern="0" cap="none" spc="0" normalizeH="0" baseline="0" noProof="0">
              <a:ln>
                <a:noFill/>
              </a:ln>
              <a:solidFill>
                <a:srgbClr val="000000"/>
              </a:solidFill>
              <a:effectLst/>
              <a:uLnTx/>
              <a:uFillTx/>
              <a:ea typeface="ＭＳ Ｐゴシック"/>
              <a:cs typeface="+mn-cs"/>
            </a:endParaRPr>
          </a:p>
        </p:txBody>
      </p:sp>
      <p:sp>
        <p:nvSpPr>
          <p:cNvPr id="23" name="TextBox 22">
            <a:extLst>
              <a:ext uri="{FF2B5EF4-FFF2-40B4-BE49-F238E27FC236}">
                <a16:creationId xmlns:a16="http://schemas.microsoft.com/office/drawing/2014/main" id="{D4A3D01E-33EF-3801-233D-6A4DCE9F07F2}"/>
              </a:ext>
            </a:extLst>
          </p:cNvPr>
          <p:cNvSpPr txBox="1"/>
          <p:nvPr/>
        </p:nvSpPr>
        <p:spPr bwMode="auto">
          <a:xfrm>
            <a:off x="5964246" y="1463690"/>
            <a:ext cx="1633089" cy="553998"/>
          </a:xfrm>
          <a:prstGeom prst="rect">
            <a:avLst/>
          </a:prstGeom>
          <a:noFill/>
          <a:ln w="25400" cap="flat" cmpd="sng" algn="ctr">
            <a:noFill/>
            <a:prstDash val="solid"/>
          </a:ln>
          <a:effectLst/>
        </p:spPr>
        <p:txBody>
          <a:bodyPr wrap="square" rtlCol="0">
            <a:spAutoFit/>
          </a:bodyPr>
          <a:lstStyle/>
          <a:p>
            <a:pPr marL="0" marR="0" lvl="0" indent="0" algn="ctr" defTabSz="914400" rtl="0" eaLnBrk="1" fontAlgn="auto" latinLnBrk="0" hangingPunct="1">
              <a:lnSpc>
                <a:spcPct val="100000"/>
              </a:lnSpc>
              <a:spcBef>
                <a:spcPts val="400"/>
              </a:spcBef>
              <a:spcAft>
                <a:spcPts val="0"/>
              </a:spcAft>
              <a:buClr>
                <a:srgbClr val="ED1500"/>
              </a:buClr>
              <a:buSzTx/>
              <a:buFontTx/>
              <a:buNone/>
              <a:tabLst/>
              <a:defRPr/>
            </a:pPr>
            <a:r>
              <a:rPr kumimoji="0" lang="en-US" sz="1000" b="1" i="0" u="none" strike="noStrike" kern="0" cap="none" spc="0" normalizeH="0" baseline="0" noProof="0">
                <a:ln>
                  <a:noFill/>
                </a:ln>
                <a:solidFill>
                  <a:srgbClr val="000000"/>
                </a:solidFill>
                <a:effectLst/>
                <a:uLnTx/>
                <a:uFillTx/>
                <a:ea typeface="ＭＳ Ｐゴシック"/>
                <a:cs typeface="+mn-cs"/>
              </a:rPr>
              <a:t>Surgeon controlled, Robotic-Assisted resection</a:t>
            </a:r>
          </a:p>
        </p:txBody>
      </p:sp>
      <p:sp>
        <p:nvSpPr>
          <p:cNvPr id="26" name="Chevron 25">
            <a:extLst>
              <a:ext uri="{FF2B5EF4-FFF2-40B4-BE49-F238E27FC236}">
                <a16:creationId xmlns:a16="http://schemas.microsoft.com/office/drawing/2014/main" id="{D6215BCC-B592-3E02-E2BB-BE00776BE2C4}"/>
              </a:ext>
            </a:extLst>
          </p:cNvPr>
          <p:cNvSpPr/>
          <p:nvPr/>
        </p:nvSpPr>
        <p:spPr>
          <a:xfrm>
            <a:off x="2076933" y="2021039"/>
            <a:ext cx="299274" cy="1333806"/>
          </a:xfrm>
          <a:prstGeom prst="chevron">
            <a:avLst>
              <a:gd name="adj" fmla="val 526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Johnson Text"/>
              <a:ea typeface="+mn-ea"/>
              <a:cs typeface="+mn-cs"/>
            </a:endParaRPr>
          </a:p>
        </p:txBody>
      </p:sp>
      <p:sp>
        <p:nvSpPr>
          <p:cNvPr id="28" name="TextBox 27">
            <a:extLst>
              <a:ext uri="{FF2B5EF4-FFF2-40B4-BE49-F238E27FC236}">
                <a16:creationId xmlns:a16="http://schemas.microsoft.com/office/drawing/2014/main" id="{BCA6E6EA-3FB9-9D70-331D-B41BA82B4004}"/>
              </a:ext>
            </a:extLst>
          </p:cNvPr>
          <p:cNvSpPr txBox="1"/>
          <p:nvPr/>
        </p:nvSpPr>
        <p:spPr bwMode="auto">
          <a:xfrm>
            <a:off x="7892961" y="1463690"/>
            <a:ext cx="1638272" cy="553998"/>
          </a:xfrm>
          <a:prstGeom prst="rect">
            <a:avLst/>
          </a:prstGeom>
          <a:noFill/>
          <a:ln w="25400" cap="flat" cmpd="sng" algn="ctr">
            <a:noFill/>
            <a:prstDash val="solid"/>
          </a:ln>
          <a:effectLst/>
        </p:spPr>
        <p:txBody>
          <a:bodyPr wrap="square" rtlCol="0">
            <a:spAutoFit/>
          </a:bodyPr>
          <a:lstStyle/>
          <a:p>
            <a:pPr marL="0" marR="0" lvl="0" indent="0" algn="ctr" defTabSz="914400" rtl="0" eaLnBrk="1" fontAlgn="auto" latinLnBrk="0" hangingPunct="1">
              <a:lnSpc>
                <a:spcPct val="100000"/>
              </a:lnSpc>
              <a:spcBef>
                <a:spcPts val="400"/>
              </a:spcBef>
              <a:spcAft>
                <a:spcPts val="0"/>
              </a:spcAft>
              <a:buClr>
                <a:srgbClr val="ED1500"/>
              </a:buClr>
              <a:buSzTx/>
              <a:buFontTx/>
              <a:buNone/>
              <a:tabLst/>
              <a:defRPr/>
            </a:pPr>
            <a:r>
              <a:rPr kumimoji="0" lang="en-US" sz="1000" b="1" i="0" u="none" strike="noStrike" kern="0" cap="none" spc="0" normalizeH="0" baseline="0" noProof="0" dirty="0">
                <a:ln>
                  <a:noFill/>
                </a:ln>
                <a:solidFill>
                  <a:srgbClr val="000000"/>
                </a:solidFill>
                <a:effectLst/>
                <a:uLnTx/>
                <a:uFillTx/>
                <a:ea typeface="ＭＳ Ｐゴシック"/>
                <a:cs typeface="+mn-cs"/>
              </a:rPr>
              <a:t>Immediate accuracy verification &amp; ability to adjust the plan</a:t>
            </a:r>
          </a:p>
        </p:txBody>
      </p:sp>
      <p:sp>
        <p:nvSpPr>
          <p:cNvPr id="47" name="TextBox 46">
            <a:extLst>
              <a:ext uri="{FF2B5EF4-FFF2-40B4-BE49-F238E27FC236}">
                <a16:creationId xmlns:a16="http://schemas.microsoft.com/office/drawing/2014/main" id="{D6F6DBAD-A5F3-A9FB-7165-EAFA13EE6987}"/>
              </a:ext>
            </a:extLst>
          </p:cNvPr>
          <p:cNvSpPr txBox="1"/>
          <p:nvPr/>
        </p:nvSpPr>
        <p:spPr bwMode="auto">
          <a:xfrm>
            <a:off x="5856552" y="3986954"/>
            <a:ext cx="1682797" cy="400110"/>
          </a:xfrm>
          <a:prstGeom prst="rect">
            <a:avLst/>
          </a:prstGeom>
          <a:noFill/>
          <a:ln w="25400" cap="flat" cmpd="sng" algn="ctr">
            <a:noFill/>
            <a:prstDash val="solid"/>
          </a:ln>
          <a:effectLst/>
        </p:spPr>
        <p:txBody>
          <a:bodyPr wrap="square" rtlCol="0">
            <a:spAutoFit/>
          </a:bodyPr>
          <a:lstStyle/>
          <a:p>
            <a:pPr marL="0" marR="0" lvl="0" indent="0" algn="ctr" defTabSz="914400" rtl="0" eaLnBrk="1" fontAlgn="auto" latinLnBrk="0" hangingPunct="1">
              <a:lnSpc>
                <a:spcPct val="100000"/>
              </a:lnSpc>
              <a:spcBef>
                <a:spcPts val="400"/>
              </a:spcBef>
              <a:spcAft>
                <a:spcPts val="0"/>
              </a:spcAft>
              <a:buClr>
                <a:srgbClr val="ED1500"/>
              </a:buClr>
              <a:buSzTx/>
              <a:buFontTx/>
              <a:buNone/>
              <a:tabLst/>
              <a:defRPr/>
            </a:pPr>
            <a:r>
              <a:rPr kumimoji="0" lang="en-US" sz="1000" b="1" i="0" u="none" strike="noStrike" kern="0" cap="none" spc="0" normalizeH="0" baseline="0" noProof="0">
                <a:ln>
                  <a:noFill/>
                </a:ln>
                <a:solidFill>
                  <a:srgbClr val="000000"/>
                </a:solidFill>
                <a:effectLst/>
                <a:uLnTx/>
                <a:uFillTx/>
                <a:ea typeface="ＭＳ Ｐゴシック"/>
                <a:cs typeface="+mn-cs"/>
              </a:rPr>
              <a:t>Fewer Soft-Tissue Releases </a:t>
            </a:r>
          </a:p>
        </p:txBody>
      </p:sp>
      <p:sp>
        <p:nvSpPr>
          <p:cNvPr id="51" name="TextBox 50">
            <a:extLst>
              <a:ext uri="{FF2B5EF4-FFF2-40B4-BE49-F238E27FC236}">
                <a16:creationId xmlns:a16="http://schemas.microsoft.com/office/drawing/2014/main" id="{7EC1DA08-70F0-016E-5CBF-44790E1E1D3C}"/>
              </a:ext>
            </a:extLst>
          </p:cNvPr>
          <p:cNvSpPr txBox="1"/>
          <p:nvPr/>
        </p:nvSpPr>
        <p:spPr bwMode="auto">
          <a:xfrm>
            <a:off x="7773894" y="4003904"/>
            <a:ext cx="1490482" cy="400110"/>
          </a:xfrm>
          <a:prstGeom prst="rect">
            <a:avLst/>
          </a:prstGeom>
          <a:noFill/>
          <a:ln w="25400" cap="flat" cmpd="sng" algn="ctr">
            <a:noFill/>
            <a:prstDash val="solid"/>
          </a:ln>
          <a:effectLst/>
        </p:spPr>
        <p:txBody>
          <a:bodyPr wrap="square" rtlCol="0">
            <a:spAutoFit/>
          </a:bodyPr>
          <a:lstStyle/>
          <a:p>
            <a:pPr marL="0" marR="0" lvl="0" indent="0" algn="ctr" defTabSz="914400" rtl="0" eaLnBrk="1" fontAlgn="auto" latinLnBrk="0" hangingPunct="1">
              <a:lnSpc>
                <a:spcPct val="100000"/>
              </a:lnSpc>
              <a:spcBef>
                <a:spcPts val="400"/>
              </a:spcBef>
              <a:spcAft>
                <a:spcPts val="0"/>
              </a:spcAft>
              <a:buClr>
                <a:srgbClr val="ED1500"/>
              </a:buClr>
              <a:buSzTx/>
              <a:buFontTx/>
              <a:buNone/>
              <a:tabLst/>
              <a:defRPr/>
            </a:pPr>
            <a:r>
              <a:rPr kumimoji="0" lang="en-US" sz="1000" b="1" i="0" u="none" strike="noStrike" kern="0" cap="none" spc="0" normalizeH="0" baseline="0" noProof="0">
                <a:ln>
                  <a:noFill/>
                </a:ln>
                <a:solidFill>
                  <a:srgbClr val="000000"/>
                </a:solidFill>
                <a:effectLst/>
                <a:uLnTx/>
                <a:uFillTx/>
                <a:ea typeface="ＭＳ Ｐゴシック"/>
                <a:cs typeface="+mn-cs"/>
              </a:rPr>
              <a:t>Improved Patient Function &amp; Outcomes</a:t>
            </a:r>
          </a:p>
        </p:txBody>
      </p:sp>
      <p:sp>
        <p:nvSpPr>
          <p:cNvPr id="76" name="Chevron 75">
            <a:extLst>
              <a:ext uri="{FF2B5EF4-FFF2-40B4-BE49-F238E27FC236}">
                <a16:creationId xmlns:a16="http://schemas.microsoft.com/office/drawing/2014/main" id="{39A76B4B-9426-A42F-B5C8-CD78421317D1}"/>
              </a:ext>
            </a:extLst>
          </p:cNvPr>
          <p:cNvSpPr/>
          <p:nvPr/>
        </p:nvSpPr>
        <p:spPr>
          <a:xfrm>
            <a:off x="4008656" y="2025328"/>
            <a:ext cx="299274" cy="1333806"/>
          </a:xfrm>
          <a:prstGeom prst="chevron">
            <a:avLst>
              <a:gd name="adj" fmla="val 526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Johnson Text"/>
              <a:ea typeface="+mn-ea"/>
              <a:cs typeface="+mn-cs"/>
            </a:endParaRPr>
          </a:p>
        </p:txBody>
      </p:sp>
      <p:sp>
        <p:nvSpPr>
          <p:cNvPr id="77" name="Chevron 76">
            <a:extLst>
              <a:ext uri="{FF2B5EF4-FFF2-40B4-BE49-F238E27FC236}">
                <a16:creationId xmlns:a16="http://schemas.microsoft.com/office/drawing/2014/main" id="{5E681345-FEDA-E930-BAB9-C6195E2D740D}"/>
              </a:ext>
            </a:extLst>
          </p:cNvPr>
          <p:cNvSpPr/>
          <p:nvPr/>
        </p:nvSpPr>
        <p:spPr>
          <a:xfrm>
            <a:off x="5858771" y="2025430"/>
            <a:ext cx="299274" cy="1333806"/>
          </a:xfrm>
          <a:prstGeom prst="chevron">
            <a:avLst>
              <a:gd name="adj" fmla="val 526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Johnson Text"/>
              <a:ea typeface="+mn-ea"/>
              <a:cs typeface="+mn-cs"/>
            </a:endParaRPr>
          </a:p>
        </p:txBody>
      </p:sp>
      <p:sp>
        <p:nvSpPr>
          <p:cNvPr id="78" name="Chevron 77">
            <a:extLst>
              <a:ext uri="{FF2B5EF4-FFF2-40B4-BE49-F238E27FC236}">
                <a16:creationId xmlns:a16="http://schemas.microsoft.com/office/drawing/2014/main" id="{B44AB1AD-FFA3-94DA-3B06-F9189A0D19CC}"/>
              </a:ext>
            </a:extLst>
          </p:cNvPr>
          <p:cNvSpPr/>
          <p:nvPr/>
        </p:nvSpPr>
        <p:spPr>
          <a:xfrm>
            <a:off x="7578424" y="2024814"/>
            <a:ext cx="299274" cy="1333806"/>
          </a:xfrm>
          <a:prstGeom prst="chevron">
            <a:avLst>
              <a:gd name="adj" fmla="val 526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Johnson Text"/>
              <a:ea typeface="+mn-ea"/>
              <a:cs typeface="+mn-cs"/>
            </a:endParaRPr>
          </a:p>
        </p:txBody>
      </p:sp>
      <p:sp>
        <p:nvSpPr>
          <p:cNvPr id="79" name="Chevron 78">
            <a:extLst>
              <a:ext uri="{FF2B5EF4-FFF2-40B4-BE49-F238E27FC236}">
                <a16:creationId xmlns:a16="http://schemas.microsoft.com/office/drawing/2014/main" id="{12DE4A44-9206-8382-70F2-EDDB9C5BC924}"/>
              </a:ext>
            </a:extLst>
          </p:cNvPr>
          <p:cNvSpPr/>
          <p:nvPr/>
        </p:nvSpPr>
        <p:spPr>
          <a:xfrm>
            <a:off x="11389305" y="2024814"/>
            <a:ext cx="299274" cy="1333806"/>
          </a:xfrm>
          <a:prstGeom prst="chevron">
            <a:avLst>
              <a:gd name="adj" fmla="val 526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Johnson Text"/>
              <a:ea typeface="+mn-ea"/>
              <a:cs typeface="+mn-cs"/>
            </a:endParaRPr>
          </a:p>
        </p:txBody>
      </p:sp>
      <p:sp>
        <p:nvSpPr>
          <p:cNvPr id="80" name="Chevron 79">
            <a:extLst>
              <a:ext uri="{FF2B5EF4-FFF2-40B4-BE49-F238E27FC236}">
                <a16:creationId xmlns:a16="http://schemas.microsoft.com/office/drawing/2014/main" id="{7CEF5F0E-7F04-4AAD-FE14-8F74BABEEFFD}"/>
              </a:ext>
            </a:extLst>
          </p:cNvPr>
          <p:cNvSpPr/>
          <p:nvPr/>
        </p:nvSpPr>
        <p:spPr>
          <a:xfrm>
            <a:off x="20695" y="4366934"/>
            <a:ext cx="299274" cy="1333806"/>
          </a:xfrm>
          <a:prstGeom prst="chevron">
            <a:avLst>
              <a:gd name="adj" fmla="val 526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Johnson Text"/>
              <a:ea typeface="+mn-ea"/>
              <a:cs typeface="+mn-cs"/>
            </a:endParaRPr>
          </a:p>
        </p:txBody>
      </p:sp>
      <p:sp>
        <p:nvSpPr>
          <p:cNvPr id="81" name="Chevron 80">
            <a:extLst>
              <a:ext uri="{FF2B5EF4-FFF2-40B4-BE49-F238E27FC236}">
                <a16:creationId xmlns:a16="http://schemas.microsoft.com/office/drawing/2014/main" id="{E309AB61-CC1D-7CB9-8927-A8607550CD8F}"/>
              </a:ext>
            </a:extLst>
          </p:cNvPr>
          <p:cNvSpPr/>
          <p:nvPr/>
        </p:nvSpPr>
        <p:spPr>
          <a:xfrm>
            <a:off x="1922997" y="4366934"/>
            <a:ext cx="299274" cy="1333806"/>
          </a:xfrm>
          <a:prstGeom prst="chevron">
            <a:avLst>
              <a:gd name="adj" fmla="val 526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Johnson Text"/>
              <a:ea typeface="+mn-ea"/>
              <a:cs typeface="+mn-cs"/>
            </a:endParaRPr>
          </a:p>
        </p:txBody>
      </p:sp>
      <p:sp>
        <p:nvSpPr>
          <p:cNvPr id="82" name="Chevron 81">
            <a:extLst>
              <a:ext uri="{FF2B5EF4-FFF2-40B4-BE49-F238E27FC236}">
                <a16:creationId xmlns:a16="http://schemas.microsoft.com/office/drawing/2014/main" id="{CBD3737C-51F6-695C-13A4-E1A7B1E19407}"/>
              </a:ext>
            </a:extLst>
          </p:cNvPr>
          <p:cNvSpPr/>
          <p:nvPr/>
        </p:nvSpPr>
        <p:spPr>
          <a:xfrm>
            <a:off x="3734449" y="4366934"/>
            <a:ext cx="299274" cy="1333806"/>
          </a:xfrm>
          <a:prstGeom prst="chevron">
            <a:avLst>
              <a:gd name="adj" fmla="val 526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Johnson Text"/>
              <a:ea typeface="+mn-ea"/>
              <a:cs typeface="+mn-cs"/>
            </a:endParaRPr>
          </a:p>
        </p:txBody>
      </p:sp>
      <p:sp>
        <p:nvSpPr>
          <p:cNvPr id="83" name="Chevron 82">
            <a:extLst>
              <a:ext uri="{FF2B5EF4-FFF2-40B4-BE49-F238E27FC236}">
                <a16:creationId xmlns:a16="http://schemas.microsoft.com/office/drawing/2014/main" id="{4AB575D5-0FFE-6C56-AA30-64864AA9B45D}"/>
              </a:ext>
            </a:extLst>
          </p:cNvPr>
          <p:cNvSpPr/>
          <p:nvPr/>
        </p:nvSpPr>
        <p:spPr>
          <a:xfrm>
            <a:off x="5602914" y="4366934"/>
            <a:ext cx="299274" cy="1333806"/>
          </a:xfrm>
          <a:prstGeom prst="chevron">
            <a:avLst>
              <a:gd name="adj" fmla="val 526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Johnson Text"/>
              <a:ea typeface="+mn-ea"/>
              <a:cs typeface="+mn-cs"/>
            </a:endParaRPr>
          </a:p>
        </p:txBody>
      </p:sp>
      <p:sp>
        <p:nvSpPr>
          <p:cNvPr id="87" name="Chevron 86">
            <a:extLst>
              <a:ext uri="{FF2B5EF4-FFF2-40B4-BE49-F238E27FC236}">
                <a16:creationId xmlns:a16="http://schemas.microsoft.com/office/drawing/2014/main" id="{E6952D4E-B654-1F06-79D7-472D7A1E1D42}"/>
              </a:ext>
            </a:extLst>
          </p:cNvPr>
          <p:cNvSpPr/>
          <p:nvPr/>
        </p:nvSpPr>
        <p:spPr>
          <a:xfrm>
            <a:off x="9392803" y="4366934"/>
            <a:ext cx="299274" cy="1333806"/>
          </a:xfrm>
          <a:prstGeom prst="chevron">
            <a:avLst>
              <a:gd name="adj" fmla="val 526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Johnson Text"/>
              <a:ea typeface="+mn-ea"/>
              <a:cs typeface="+mn-cs"/>
            </a:endParaRPr>
          </a:p>
        </p:txBody>
      </p:sp>
      <p:sp>
        <p:nvSpPr>
          <p:cNvPr id="88" name="Chevron 87">
            <a:extLst>
              <a:ext uri="{FF2B5EF4-FFF2-40B4-BE49-F238E27FC236}">
                <a16:creationId xmlns:a16="http://schemas.microsoft.com/office/drawing/2014/main" id="{9EEED200-EB79-6D08-5804-2C3F33607562}"/>
              </a:ext>
            </a:extLst>
          </p:cNvPr>
          <p:cNvSpPr/>
          <p:nvPr/>
        </p:nvSpPr>
        <p:spPr>
          <a:xfrm>
            <a:off x="15943" y="2024814"/>
            <a:ext cx="299274" cy="1333806"/>
          </a:xfrm>
          <a:prstGeom prst="chevron">
            <a:avLst>
              <a:gd name="adj" fmla="val 526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Johnson Text"/>
              <a:ea typeface="+mn-ea"/>
              <a:cs typeface="+mn-cs"/>
            </a:endParaRPr>
          </a:p>
        </p:txBody>
      </p:sp>
      <p:sp>
        <p:nvSpPr>
          <p:cNvPr id="89" name="Chevron 88">
            <a:extLst>
              <a:ext uri="{FF2B5EF4-FFF2-40B4-BE49-F238E27FC236}">
                <a16:creationId xmlns:a16="http://schemas.microsoft.com/office/drawing/2014/main" id="{EE075477-923E-C151-D86E-CCF12EF65C22}"/>
              </a:ext>
            </a:extLst>
          </p:cNvPr>
          <p:cNvSpPr/>
          <p:nvPr/>
        </p:nvSpPr>
        <p:spPr>
          <a:xfrm>
            <a:off x="83685" y="2024814"/>
            <a:ext cx="299274" cy="1333806"/>
          </a:xfrm>
          <a:prstGeom prst="chevron">
            <a:avLst>
              <a:gd name="adj" fmla="val 526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Johnson Text"/>
              <a:ea typeface="+mn-ea"/>
              <a:cs typeface="+mn-cs"/>
            </a:endParaRPr>
          </a:p>
        </p:txBody>
      </p:sp>
      <p:sp>
        <p:nvSpPr>
          <p:cNvPr id="90" name="Rectangle 89">
            <a:extLst>
              <a:ext uri="{FF2B5EF4-FFF2-40B4-BE49-F238E27FC236}">
                <a16:creationId xmlns:a16="http://schemas.microsoft.com/office/drawing/2014/main" id="{195A547B-B89E-D796-8E61-AFA31DAABD9E}"/>
              </a:ext>
            </a:extLst>
          </p:cNvPr>
          <p:cNvSpPr/>
          <p:nvPr/>
        </p:nvSpPr>
        <p:spPr>
          <a:xfrm>
            <a:off x="-361" y="1999785"/>
            <a:ext cx="206307" cy="13631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Johnson Text"/>
              <a:ea typeface="+mn-ea"/>
              <a:cs typeface="+mn-cs"/>
            </a:endParaRPr>
          </a:p>
        </p:txBody>
      </p:sp>
      <p:cxnSp>
        <p:nvCxnSpPr>
          <p:cNvPr id="94" name="Straight Connector 93">
            <a:extLst>
              <a:ext uri="{FF2B5EF4-FFF2-40B4-BE49-F238E27FC236}">
                <a16:creationId xmlns:a16="http://schemas.microsoft.com/office/drawing/2014/main" id="{918A46B0-B665-2BF8-DB0E-1CB742F8E072}"/>
              </a:ext>
            </a:extLst>
          </p:cNvPr>
          <p:cNvCxnSpPr>
            <a:cxnSpLocks/>
          </p:cNvCxnSpPr>
          <p:nvPr/>
        </p:nvCxnSpPr>
        <p:spPr>
          <a:xfrm>
            <a:off x="10554699" y="3354745"/>
            <a:ext cx="0" cy="267983"/>
          </a:xfrm>
          <a:prstGeom prst="line">
            <a:avLst/>
          </a:prstGeom>
          <a:ln w="53975">
            <a:solidFill>
              <a:srgbClr val="ED1500"/>
            </a:solidFill>
            <a:tailEnd type="none" w="lg"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37315E7-6515-2412-43FC-5E505E686FE5}"/>
              </a:ext>
            </a:extLst>
          </p:cNvPr>
          <p:cNvCxnSpPr>
            <a:cxnSpLocks/>
          </p:cNvCxnSpPr>
          <p:nvPr/>
        </p:nvCxnSpPr>
        <p:spPr>
          <a:xfrm flipH="1">
            <a:off x="1106130" y="3598496"/>
            <a:ext cx="9468476" cy="24232"/>
          </a:xfrm>
          <a:prstGeom prst="line">
            <a:avLst/>
          </a:prstGeom>
          <a:ln w="53975">
            <a:solidFill>
              <a:srgbClr val="ED1500"/>
            </a:solidFill>
            <a:tailEnd type="none" w="lg"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037350D-A346-48C8-FF1A-A78FA17C5876}"/>
              </a:ext>
            </a:extLst>
          </p:cNvPr>
          <p:cNvCxnSpPr>
            <a:cxnSpLocks/>
          </p:cNvCxnSpPr>
          <p:nvPr/>
        </p:nvCxnSpPr>
        <p:spPr>
          <a:xfrm>
            <a:off x="1121698" y="3603230"/>
            <a:ext cx="0" cy="288562"/>
          </a:xfrm>
          <a:prstGeom prst="line">
            <a:avLst/>
          </a:prstGeom>
          <a:ln w="53975">
            <a:solidFill>
              <a:srgbClr val="ED1500"/>
            </a:solidFill>
            <a:tailEnd type="triangle" w="med" len="sm"/>
          </a:ln>
        </p:spPr>
        <p:style>
          <a:lnRef idx="1">
            <a:schemeClr val="accent1"/>
          </a:lnRef>
          <a:fillRef idx="0">
            <a:schemeClr val="accent1"/>
          </a:fillRef>
          <a:effectRef idx="0">
            <a:schemeClr val="accent1"/>
          </a:effectRef>
          <a:fontRef idx="minor">
            <a:schemeClr val="tx1"/>
          </a:fontRef>
        </p:style>
      </p:cxnSp>
      <p:sp>
        <p:nvSpPr>
          <p:cNvPr id="101" name="Title 2">
            <a:extLst>
              <a:ext uri="{FF2B5EF4-FFF2-40B4-BE49-F238E27FC236}">
                <a16:creationId xmlns:a16="http://schemas.microsoft.com/office/drawing/2014/main" id="{C1F54D5E-131A-EC6D-2E54-C6E24287D9D9}"/>
              </a:ext>
            </a:extLst>
          </p:cNvPr>
          <p:cNvSpPr txBox="1">
            <a:spLocks/>
          </p:cNvSpPr>
          <p:nvPr/>
        </p:nvSpPr>
        <p:spPr bwMode="auto">
          <a:xfrm>
            <a:off x="383807" y="231300"/>
            <a:ext cx="12191999" cy="807806"/>
          </a:xfrm>
          <a:prstGeom prst="rect">
            <a:avLst/>
          </a:prstGeom>
          <a:noFill/>
          <a:ln w="12700">
            <a:noFill/>
            <a:miter lim="800000"/>
            <a:headEnd/>
            <a:tailEnd/>
          </a:ln>
        </p:spPr>
        <p:txBody>
          <a:bodyPr vert="horz" wrap="square" lIns="0" tIns="0" rIns="0" bIns="0" numCol="1" anchor="t" anchorCtr="0" compatLnSpc="1">
            <a:prstTxWarp prst="textNoShape">
              <a:avLst/>
            </a:prstTxWarp>
            <a:noAutofit/>
          </a:bodyPr>
          <a:lstStyle>
            <a:lvl1pPr algn="l" rtl="0" eaLnBrk="1" fontAlgn="base" hangingPunct="1">
              <a:lnSpc>
                <a:spcPct val="100000"/>
              </a:lnSpc>
              <a:spcBef>
                <a:spcPct val="0"/>
              </a:spcBef>
              <a:spcAft>
                <a:spcPct val="0"/>
              </a:spcAft>
              <a:defRPr sz="3200" b="1">
                <a:solidFill>
                  <a:schemeClr val="bg1"/>
                </a:solidFill>
                <a:latin typeface="+mj-lt"/>
                <a:ea typeface="Arial Unicode MS" pitchFamily="-65" charset="0"/>
                <a:cs typeface="Arial Unicode MS" pitchFamily="-65" charset="0"/>
                <a:sym typeface="Arial" pitchFamily="-65" charset="0"/>
              </a:defRPr>
            </a:lvl1pPr>
            <a:lvl2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2pPr>
            <a:lvl3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3pPr>
            <a:lvl4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4pPr>
            <a:lvl5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5pPr>
            <a:lvl6pPr marL="288024"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6pPr>
            <a:lvl7pPr marL="576049"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7pPr>
            <a:lvl8pPr marL="864074"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8pPr>
            <a:lvl9pPr marL="1152098"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9pPr>
          </a:lstStyle>
          <a:p>
            <a:pPr>
              <a:defRPr/>
            </a:pPr>
            <a:r>
              <a:rPr kumimoji="0" lang="en-US" sz="4000" b="0" i="0" u="none" strike="noStrike" kern="1200" cap="none" spc="0" normalizeH="0" baseline="0" noProof="0" dirty="0">
                <a:ln>
                  <a:noFill/>
                </a:ln>
                <a:solidFill>
                  <a:srgbClr val="EC1500"/>
                </a:solidFill>
                <a:effectLst/>
                <a:uLnTx/>
                <a:uFillTx/>
                <a:latin typeface="Johnson Display"/>
                <a:ea typeface="Arial Unicode MS" pitchFamily="-65" charset="0"/>
                <a:cs typeface="Arial Unicode MS" pitchFamily="-65" charset="0"/>
                <a:sym typeface="Arial" pitchFamily="-65" charset="0"/>
              </a:rPr>
              <a:t>Johnson &amp; Johnson MedTech Knee Platform Solutions</a:t>
            </a:r>
          </a:p>
        </p:txBody>
      </p:sp>
      <p:sp>
        <p:nvSpPr>
          <p:cNvPr id="113" name="TextBox 112">
            <a:extLst>
              <a:ext uri="{FF2B5EF4-FFF2-40B4-BE49-F238E27FC236}">
                <a16:creationId xmlns:a16="http://schemas.microsoft.com/office/drawing/2014/main" id="{9C1E6156-7C0A-3710-3258-9B0B579A0654}"/>
              </a:ext>
            </a:extLst>
          </p:cNvPr>
          <p:cNvSpPr txBox="1"/>
          <p:nvPr/>
        </p:nvSpPr>
        <p:spPr bwMode="auto">
          <a:xfrm>
            <a:off x="4030730" y="4003904"/>
            <a:ext cx="1553952" cy="246221"/>
          </a:xfrm>
          <a:prstGeom prst="rect">
            <a:avLst/>
          </a:prstGeom>
          <a:noFill/>
          <a:ln w="25400" cap="flat" cmpd="sng" algn="ctr">
            <a:noFill/>
            <a:prstDash val="solid"/>
          </a:ln>
          <a:effectLst/>
        </p:spPr>
        <p:txBody>
          <a:bodyPr wrap="square" rtlCol="0">
            <a:spAutoFit/>
          </a:bodyPr>
          <a:lstStyle/>
          <a:p>
            <a:pPr marL="0" marR="0" lvl="0" indent="0" algn="ctr" defTabSz="914400" rtl="0" eaLnBrk="1" fontAlgn="auto" latinLnBrk="0" hangingPunct="1">
              <a:lnSpc>
                <a:spcPct val="100000"/>
              </a:lnSpc>
              <a:spcBef>
                <a:spcPts val="400"/>
              </a:spcBef>
              <a:spcAft>
                <a:spcPts val="0"/>
              </a:spcAft>
              <a:buClr>
                <a:srgbClr val="ED1500"/>
              </a:buClr>
              <a:buSzTx/>
              <a:buFontTx/>
              <a:buNone/>
              <a:tabLst/>
              <a:defRPr/>
            </a:pPr>
            <a:r>
              <a:rPr kumimoji="0" lang="en-US" sz="1000" b="1" i="0" u="none" strike="noStrike" kern="0" cap="none" spc="0" normalizeH="0" baseline="0" noProof="0">
                <a:ln>
                  <a:noFill/>
                </a:ln>
                <a:solidFill>
                  <a:srgbClr val="000000"/>
                </a:solidFill>
                <a:effectLst/>
                <a:uLnTx/>
                <a:uFillTx/>
                <a:ea typeface="ＭＳ Ｐゴシック"/>
                <a:cs typeface="+mn-cs"/>
              </a:rPr>
              <a:t>Improved Accuracy </a:t>
            </a:r>
          </a:p>
        </p:txBody>
      </p:sp>
      <p:sp>
        <p:nvSpPr>
          <p:cNvPr id="30" name="Chevron 29">
            <a:extLst>
              <a:ext uri="{FF2B5EF4-FFF2-40B4-BE49-F238E27FC236}">
                <a16:creationId xmlns:a16="http://schemas.microsoft.com/office/drawing/2014/main" id="{EAD0AE3C-63B7-28A2-A81A-7B96356AC778}"/>
              </a:ext>
            </a:extLst>
          </p:cNvPr>
          <p:cNvSpPr/>
          <p:nvPr/>
        </p:nvSpPr>
        <p:spPr>
          <a:xfrm>
            <a:off x="7456368" y="4364159"/>
            <a:ext cx="299274" cy="1333806"/>
          </a:xfrm>
          <a:prstGeom prst="chevron">
            <a:avLst>
              <a:gd name="adj" fmla="val 526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Johnson Text"/>
              <a:ea typeface="+mn-ea"/>
              <a:cs typeface="+mn-cs"/>
            </a:endParaRPr>
          </a:p>
        </p:txBody>
      </p:sp>
      <p:sp>
        <p:nvSpPr>
          <p:cNvPr id="32" name="Chevron 31">
            <a:extLst>
              <a:ext uri="{FF2B5EF4-FFF2-40B4-BE49-F238E27FC236}">
                <a16:creationId xmlns:a16="http://schemas.microsoft.com/office/drawing/2014/main" id="{149D26F9-14EC-74E4-5472-4C4210961F04}"/>
              </a:ext>
            </a:extLst>
          </p:cNvPr>
          <p:cNvSpPr/>
          <p:nvPr/>
        </p:nvSpPr>
        <p:spPr>
          <a:xfrm>
            <a:off x="9528757" y="4358353"/>
            <a:ext cx="299274" cy="1333806"/>
          </a:xfrm>
          <a:prstGeom prst="chevron">
            <a:avLst>
              <a:gd name="adj" fmla="val 526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Johnson Text"/>
              <a:ea typeface="+mn-ea"/>
              <a:cs typeface="+mn-cs"/>
            </a:endParaRPr>
          </a:p>
        </p:txBody>
      </p:sp>
      <p:pic>
        <p:nvPicPr>
          <p:cNvPr id="33" name="Picture 32">
            <a:extLst>
              <a:ext uri="{FF2B5EF4-FFF2-40B4-BE49-F238E27FC236}">
                <a16:creationId xmlns:a16="http://schemas.microsoft.com/office/drawing/2014/main" id="{D1AD244F-56BC-ED0F-D2EB-26416A46DE87}"/>
              </a:ext>
            </a:extLst>
          </p:cNvPr>
          <p:cNvPicPr>
            <a:picLocks noChangeAspect="1"/>
          </p:cNvPicPr>
          <p:nvPr/>
        </p:nvPicPr>
        <p:blipFill rotWithShape="1">
          <a:blip r:embed="rId10" cstate="print">
            <a:extLst>
              <a:ext uri="{28A0092B-C50C-407E-A947-70E740481C1C}">
                <a14:useLocalDpi xmlns:a14="http://schemas.microsoft.com/office/drawing/2010/main"/>
              </a:ext>
            </a:extLst>
          </a:blip>
          <a:srcRect/>
          <a:stretch/>
        </p:blipFill>
        <p:spPr>
          <a:xfrm>
            <a:off x="9475880" y="3780680"/>
            <a:ext cx="2328644" cy="2429435"/>
          </a:xfrm>
          <a:prstGeom prst="rect">
            <a:avLst/>
          </a:prstGeom>
        </p:spPr>
      </p:pic>
      <p:sp>
        <p:nvSpPr>
          <p:cNvPr id="2" name="TextBox 1">
            <a:extLst>
              <a:ext uri="{FF2B5EF4-FFF2-40B4-BE49-F238E27FC236}">
                <a16:creationId xmlns:a16="http://schemas.microsoft.com/office/drawing/2014/main" id="{B3A78DB4-CC1E-2E8F-6D1F-8EAE192B0655}"/>
              </a:ext>
            </a:extLst>
          </p:cNvPr>
          <p:cNvSpPr txBox="1"/>
          <p:nvPr/>
        </p:nvSpPr>
        <p:spPr bwMode="auto">
          <a:xfrm>
            <a:off x="9721524" y="1465721"/>
            <a:ext cx="1817418" cy="553998"/>
          </a:xfrm>
          <a:prstGeom prst="rect">
            <a:avLst/>
          </a:prstGeom>
          <a:noFill/>
          <a:ln w="25400" cap="flat" cmpd="sng" algn="ctr">
            <a:noFill/>
            <a:prstDash val="solid"/>
          </a:ln>
          <a:effectLst/>
        </p:spPr>
        <p:txBody>
          <a:bodyPr wrap="square" rtlCol="0">
            <a:spAutoFit/>
          </a:bodyPr>
          <a:lstStyle/>
          <a:p>
            <a:pPr marL="0" marR="0" lvl="0" indent="0" algn="ctr" defTabSz="914400" rtl="0" eaLnBrk="1" fontAlgn="auto" latinLnBrk="0" hangingPunct="1">
              <a:lnSpc>
                <a:spcPct val="100000"/>
              </a:lnSpc>
              <a:spcBef>
                <a:spcPts val="400"/>
              </a:spcBef>
              <a:spcAft>
                <a:spcPts val="0"/>
              </a:spcAft>
              <a:buClr>
                <a:srgbClr val="ED1500"/>
              </a:buClr>
              <a:buSzTx/>
              <a:buFontTx/>
              <a:buNone/>
              <a:tabLst/>
              <a:defRPr/>
            </a:pPr>
            <a:r>
              <a:rPr kumimoji="0" lang="en-US" sz="1000" b="1" i="0" u="none" strike="noStrike" kern="0" cap="none" spc="0" normalizeH="0" baseline="0" noProof="0">
                <a:ln>
                  <a:noFill/>
                </a:ln>
                <a:solidFill>
                  <a:srgbClr val="000000"/>
                </a:solidFill>
                <a:effectLst/>
                <a:uLnTx/>
                <a:uFillTx/>
                <a:ea typeface="ＭＳ Ｐゴシック"/>
                <a:cs typeface="+mn-cs"/>
              </a:rPr>
              <a:t>Implantation of  Kinematically-advanced ATTUNE Knee</a:t>
            </a:r>
          </a:p>
        </p:txBody>
      </p:sp>
      <p:sp>
        <p:nvSpPr>
          <p:cNvPr id="3" name="Chevron 2">
            <a:extLst>
              <a:ext uri="{FF2B5EF4-FFF2-40B4-BE49-F238E27FC236}">
                <a16:creationId xmlns:a16="http://schemas.microsoft.com/office/drawing/2014/main" id="{DD9CB280-9395-09EB-9EDD-7A6A831367A7}"/>
              </a:ext>
            </a:extLst>
          </p:cNvPr>
          <p:cNvSpPr/>
          <p:nvPr/>
        </p:nvSpPr>
        <p:spPr>
          <a:xfrm>
            <a:off x="9545934" y="2020437"/>
            <a:ext cx="299274" cy="1333806"/>
          </a:xfrm>
          <a:prstGeom prst="chevron">
            <a:avLst>
              <a:gd name="adj" fmla="val 526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Johnson Text"/>
              <a:ea typeface="+mn-ea"/>
              <a:cs typeface="+mn-cs"/>
            </a:endParaRPr>
          </a:p>
        </p:txBody>
      </p:sp>
      <p:pic>
        <p:nvPicPr>
          <p:cNvPr id="5" name="Picture 4">
            <a:extLst>
              <a:ext uri="{FF2B5EF4-FFF2-40B4-BE49-F238E27FC236}">
                <a16:creationId xmlns:a16="http://schemas.microsoft.com/office/drawing/2014/main" id="{554BAA15-C098-4B61-75A7-15921A475243}"/>
              </a:ext>
            </a:extLst>
          </p:cNvPr>
          <p:cNvPicPr>
            <a:picLocks noChangeAspect="1"/>
          </p:cNvPicPr>
          <p:nvPr/>
        </p:nvPicPr>
        <p:blipFill>
          <a:blip r:embed="rId11" cstate="print">
            <a:extLst>
              <a:ext uri="{28A0092B-C50C-407E-A947-70E740481C1C}">
                <a14:useLocalDpi xmlns:a14="http://schemas.microsoft.com/office/drawing/2010/main"/>
              </a:ext>
            </a:extLst>
          </a:blip>
          <a:srcRect/>
          <a:stretch/>
        </p:blipFill>
        <p:spPr>
          <a:xfrm>
            <a:off x="10115068" y="2249560"/>
            <a:ext cx="995768" cy="937488"/>
          </a:xfrm>
          <a:prstGeom prst="rect">
            <a:avLst/>
          </a:prstGeom>
          <a:effectLst>
            <a:outerShdw blurRad="50800" dist="38100" dir="2700000" algn="tl" rotWithShape="0">
              <a:prstClr val="black">
                <a:alpha val="40000"/>
              </a:prstClr>
            </a:outerShdw>
          </a:effectLst>
        </p:spPr>
      </p:pic>
      <p:sp>
        <p:nvSpPr>
          <p:cNvPr id="15" name="TextBox 14">
            <a:extLst>
              <a:ext uri="{FF2B5EF4-FFF2-40B4-BE49-F238E27FC236}">
                <a16:creationId xmlns:a16="http://schemas.microsoft.com/office/drawing/2014/main" id="{3051E811-2FCE-51E7-2648-F9810CB6AE64}"/>
              </a:ext>
            </a:extLst>
          </p:cNvPr>
          <p:cNvSpPr txBox="1"/>
          <p:nvPr/>
        </p:nvSpPr>
        <p:spPr>
          <a:xfrm>
            <a:off x="4039798" y="4449826"/>
            <a:ext cx="1589711" cy="4924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ED1500"/>
              </a:buClr>
              <a:buSzTx/>
              <a:buFontTx/>
              <a:buNone/>
              <a:tabLst/>
              <a:defRPr/>
            </a:pPr>
            <a:r>
              <a:rPr kumimoji="0" lang="en-GB" sz="800" b="0" i="0" u="none" strike="noStrike" kern="1200" cap="none" spc="0" normalizeH="0" baseline="0" noProof="0" dirty="0">
                <a:ln>
                  <a:noFill/>
                </a:ln>
                <a:effectLst/>
                <a:uLnTx/>
                <a:uFillTx/>
                <a:ea typeface="ヒラギノ角ゴ ProN W3" pitchFamily="-110" charset="-128"/>
                <a:cs typeface="ヒラギノ角ゴ ProN W3"/>
                <a:sym typeface="Arial" pitchFamily="-110" charset="0"/>
              </a:rPr>
              <a:t>Studies demonstrate </a:t>
            </a: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r>
              <a:rPr kumimoji="0" lang="en-GB" sz="800" b="0" i="0" u="none" strike="noStrike" kern="1200" cap="none" spc="0" normalizeH="0" baseline="0" noProof="0" dirty="0">
                <a:ln>
                  <a:noFill/>
                </a:ln>
                <a:effectLst/>
                <a:uLnTx/>
                <a:uFillTx/>
                <a:ea typeface="ヒラギノ角ゴ ProN W3" pitchFamily="-110" charset="-128"/>
                <a:cs typeface="ヒラギノ角ゴ ProN W3"/>
                <a:sym typeface="Arial" pitchFamily="-110" charset="0"/>
              </a:rPr>
              <a:t>VELYS Robotic-Assisted Solution has improved implant alignment accuracy compared to Manual.</a:t>
            </a:r>
            <a:r>
              <a:rPr kumimoji="0" lang="en-GB" sz="800" b="0" i="0" u="none" strike="noStrike" kern="1200" cap="none" spc="0" normalizeH="0" baseline="30000" noProof="0" dirty="0">
                <a:ln>
                  <a:noFill/>
                </a:ln>
                <a:effectLst/>
                <a:uLnTx/>
                <a:uFillTx/>
                <a:ea typeface="ヒラギノ角ゴ ProN W3" pitchFamily="-110" charset="-128"/>
                <a:cs typeface="ヒラギノ角ゴ ProN W3"/>
                <a:sym typeface="Arial" pitchFamily="-110" charset="0"/>
              </a:rPr>
              <a:t>13,14 †</a:t>
            </a:r>
            <a:endParaRPr kumimoji="0" lang="en-GB" sz="800" b="0" i="0" u="none" strike="noStrike" kern="1200" cap="none" spc="0" normalizeH="0" baseline="0" noProof="0" dirty="0">
              <a:ln>
                <a:noFill/>
              </a:ln>
              <a:effectLst/>
              <a:uLnTx/>
              <a:uFillTx/>
              <a:ea typeface="ヒラギノ角ゴ ProN W3" pitchFamily="-110" charset="-128"/>
              <a:cs typeface="ヒラギノ角ゴ ProN W3"/>
              <a:sym typeface="Arial" pitchFamily="-110" charset="0"/>
            </a:endParaRPr>
          </a:p>
        </p:txBody>
      </p:sp>
      <p:sp>
        <p:nvSpPr>
          <p:cNvPr id="10" name="TextBox 9">
            <a:extLst>
              <a:ext uri="{FF2B5EF4-FFF2-40B4-BE49-F238E27FC236}">
                <a16:creationId xmlns:a16="http://schemas.microsoft.com/office/drawing/2014/main" id="{AFBB2CE7-9D26-F88A-6769-4BB9809DC9C5}"/>
              </a:ext>
            </a:extLst>
          </p:cNvPr>
          <p:cNvSpPr txBox="1"/>
          <p:nvPr/>
        </p:nvSpPr>
        <p:spPr>
          <a:xfrm>
            <a:off x="7741956" y="4428820"/>
            <a:ext cx="1613502" cy="46166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500" b="0" i="0" u="none" strike="noStrike" kern="1200" cap="none" spc="0" normalizeH="0" baseline="0" noProof="0" dirty="0">
                <a:ln>
                  <a:noFill/>
                </a:ln>
                <a:effectLst/>
                <a:uLnTx/>
                <a:uFillTx/>
                <a:ea typeface="+mn-ea"/>
                <a:cs typeface="+mn-cs"/>
              </a:rPr>
              <a:t>After one year of follow-up, patients treated with the VELYS™ Robotic-Assisted Solution showed statistically significant improvements (p&lt;0.05) in their Oxford Knee Score, WOMAC, Forgotten Knee Score, KOOS ADL, Activity Pain, and Range of Motion compared to those treated with the BRAINLAB KNEE3 Navigation System</a:t>
            </a:r>
            <a:r>
              <a:rPr kumimoji="0" lang="en-GB" sz="500" b="0" i="0" u="none" strike="noStrike" kern="1200" cap="none" spc="0" normalizeH="0" baseline="30000" noProof="0" dirty="0">
                <a:ln>
                  <a:noFill/>
                </a:ln>
                <a:effectLst/>
                <a:uLnTx/>
                <a:uFillTx/>
                <a:ea typeface="+mn-ea"/>
                <a:cs typeface="+mn-cs"/>
              </a:rPr>
              <a:t>15*</a:t>
            </a:r>
            <a:endParaRPr kumimoji="0" lang="en-GB" sz="400" b="0" i="0" u="none" strike="noStrike" kern="1200" cap="none" spc="0" normalizeH="0" baseline="0" noProof="0" dirty="0">
              <a:ln>
                <a:noFill/>
              </a:ln>
              <a:effectLst/>
              <a:uLnTx/>
              <a:uFillTx/>
              <a:ea typeface="+mn-ea"/>
              <a:cs typeface="+mn-cs"/>
            </a:endParaRPr>
          </a:p>
        </p:txBody>
      </p:sp>
      <p:pic>
        <p:nvPicPr>
          <p:cNvPr id="11" name="Picture 10">
            <a:extLst>
              <a:ext uri="{FF2B5EF4-FFF2-40B4-BE49-F238E27FC236}">
                <a16:creationId xmlns:a16="http://schemas.microsoft.com/office/drawing/2014/main" id="{1B68A9DB-18A2-BF69-264A-1BAF2981F95E}"/>
              </a:ext>
            </a:extLst>
          </p:cNvPr>
          <p:cNvPicPr>
            <a:picLocks noChangeAspect="1"/>
          </p:cNvPicPr>
          <p:nvPr/>
        </p:nvPicPr>
        <p:blipFill>
          <a:blip r:embed="rId12"/>
          <a:srcRect t="40983" r="53176"/>
          <a:stretch/>
        </p:blipFill>
        <p:spPr>
          <a:xfrm>
            <a:off x="5808903" y="4942900"/>
            <a:ext cx="879928" cy="659905"/>
          </a:xfrm>
          <a:prstGeom prst="rect">
            <a:avLst/>
          </a:prstGeom>
        </p:spPr>
      </p:pic>
      <p:sp>
        <p:nvSpPr>
          <p:cNvPr id="16" name="TextBox 15">
            <a:extLst>
              <a:ext uri="{FF2B5EF4-FFF2-40B4-BE49-F238E27FC236}">
                <a16:creationId xmlns:a16="http://schemas.microsoft.com/office/drawing/2014/main" id="{645D8E2F-1DB2-8BE0-392B-0C17CA7FF683}"/>
              </a:ext>
            </a:extLst>
          </p:cNvPr>
          <p:cNvSpPr txBox="1"/>
          <p:nvPr/>
        </p:nvSpPr>
        <p:spPr>
          <a:xfrm>
            <a:off x="6017876" y="4459598"/>
            <a:ext cx="1476997"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effectLst/>
                <a:uLnTx/>
                <a:uFillTx/>
                <a:ea typeface="ヒラギノ角ゴ ProN W3"/>
                <a:cs typeface="ヒラギノ角ゴ ProN W3"/>
              </a:rPr>
              <a:t>The VELYS Robotic-Assisted Solution showed significantly lower incidence of</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effectLst/>
                <a:uLnTx/>
                <a:uFillTx/>
                <a:ea typeface="ヒラギノ角ゴ ProN W3"/>
                <a:cs typeface="ヒラギノ角ゴ ProN W3"/>
              </a:rPr>
              <a:t>intentional soft tissue release compared to manual TKA.</a:t>
            </a:r>
            <a:r>
              <a:rPr kumimoji="0" lang="en-US" sz="700" b="0" i="0" u="none" strike="noStrike" kern="1200" cap="none" spc="0" normalizeH="0" baseline="30000" noProof="0" dirty="0">
                <a:ln>
                  <a:noFill/>
                </a:ln>
                <a:effectLst/>
                <a:uLnTx/>
                <a:uFillTx/>
                <a:ea typeface="ヒラギノ角ゴ ProN W3"/>
                <a:cs typeface="ヒラギノ角ゴ ProN W3"/>
              </a:rPr>
              <a:t>7</a:t>
            </a:r>
            <a:endParaRPr kumimoji="0" lang="en-GB" sz="600" b="0" i="0" u="none" strike="noStrike" kern="1200" cap="none" spc="0" normalizeH="0" baseline="30000" noProof="0" dirty="0">
              <a:ln>
                <a:noFill/>
              </a:ln>
              <a:effectLst/>
              <a:uLnTx/>
              <a:uFillTx/>
              <a:ea typeface="+mn-ea"/>
              <a:cs typeface="+mn-cs"/>
            </a:endParaRPr>
          </a:p>
        </p:txBody>
      </p:sp>
      <p:sp>
        <p:nvSpPr>
          <p:cNvPr id="25" name="TextBox 24">
            <a:extLst>
              <a:ext uri="{FF2B5EF4-FFF2-40B4-BE49-F238E27FC236}">
                <a16:creationId xmlns:a16="http://schemas.microsoft.com/office/drawing/2014/main" id="{9F9346C5-AB92-3C0E-2ED1-6028A19F4805}"/>
              </a:ext>
            </a:extLst>
          </p:cNvPr>
          <p:cNvSpPr txBox="1"/>
          <p:nvPr/>
        </p:nvSpPr>
        <p:spPr>
          <a:xfrm>
            <a:off x="309346" y="4421335"/>
            <a:ext cx="175011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effectLst/>
                <a:uLnTx/>
                <a:uFillTx/>
                <a:ea typeface="ＭＳ Ｐゴシック"/>
                <a:cs typeface="+mn-cs"/>
              </a:rPr>
              <a:t>Multiple studies have demonstrated </a:t>
            </a:r>
            <a:r>
              <a:rPr kumimoji="0" lang="en-US" sz="800" b="1" i="0" u="none" strike="noStrike" kern="0" cap="none" spc="0" normalizeH="0" baseline="0" noProof="0" dirty="0">
                <a:ln>
                  <a:noFill/>
                </a:ln>
                <a:effectLst/>
                <a:uLnTx/>
                <a:uFillTx/>
                <a:ea typeface="ＭＳ Ｐゴシック"/>
                <a:cs typeface="+mn-cs"/>
              </a:rPr>
              <a:t>ATTUNE to exhibit smooth roll-back without abrupt change at mid-flexion</a:t>
            </a:r>
            <a:r>
              <a:rPr kumimoji="0" lang="en-US" sz="800" b="1" i="0" u="none" strike="noStrike" kern="0" cap="none" spc="0" normalizeH="0" baseline="30000" noProof="0" dirty="0">
                <a:ln>
                  <a:noFill/>
                </a:ln>
                <a:effectLst/>
                <a:uLnTx/>
                <a:uFillTx/>
                <a:ea typeface="ＭＳ Ｐゴシック"/>
                <a:cs typeface="+mn-cs"/>
              </a:rPr>
              <a:t>8-11</a:t>
            </a:r>
            <a:endParaRPr kumimoji="0" lang="en-GB" sz="800" b="0" i="0" u="none" strike="noStrike" kern="1200" cap="none" spc="0" normalizeH="0" baseline="0" noProof="0" dirty="0">
              <a:ln>
                <a:noFill/>
              </a:ln>
              <a:effectLst/>
              <a:uLnTx/>
              <a:uFillTx/>
              <a:ea typeface="+mn-ea"/>
              <a:cs typeface="+mn-cs"/>
            </a:endParaRPr>
          </a:p>
        </p:txBody>
      </p:sp>
      <p:sp>
        <p:nvSpPr>
          <p:cNvPr id="29" name="TextBox 28">
            <a:extLst>
              <a:ext uri="{FF2B5EF4-FFF2-40B4-BE49-F238E27FC236}">
                <a16:creationId xmlns:a16="http://schemas.microsoft.com/office/drawing/2014/main" id="{9A115115-F2C2-793B-C10A-CABF8D98CA1E}"/>
              </a:ext>
            </a:extLst>
          </p:cNvPr>
          <p:cNvSpPr txBox="1"/>
          <p:nvPr/>
        </p:nvSpPr>
        <p:spPr bwMode="auto">
          <a:xfrm>
            <a:off x="302172" y="4051305"/>
            <a:ext cx="1553952" cy="246221"/>
          </a:xfrm>
          <a:prstGeom prst="rect">
            <a:avLst/>
          </a:prstGeom>
          <a:noFill/>
          <a:ln w="25400" cap="flat" cmpd="sng" algn="ctr">
            <a:noFill/>
            <a:prstDash val="solid"/>
          </a:ln>
          <a:effectLst/>
        </p:spPr>
        <p:txBody>
          <a:bodyPr wrap="square" rtlCol="0">
            <a:spAutoFit/>
          </a:bodyPr>
          <a:lstStyle/>
          <a:p>
            <a:pPr marL="0" marR="0" lvl="0" indent="0" algn="ctr" defTabSz="914400" rtl="0" eaLnBrk="1" fontAlgn="auto" latinLnBrk="0" hangingPunct="1">
              <a:lnSpc>
                <a:spcPct val="100000"/>
              </a:lnSpc>
              <a:spcBef>
                <a:spcPts val="400"/>
              </a:spcBef>
              <a:spcAft>
                <a:spcPts val="0"/>
              </a:spcAft>
              <a:buClr>
                <a:srgbClr val="ED1500"/>
              </a:buClr>
              <a:buSzTx/>
              <a:buFontTx/>
              <a:buNone/>
              <a:tabLst/>
              <a:defRPr/>
            </a:pPr>
            <a:r>
              <a:rPr kumimoji="0" lang="en-US" sz="1000" b="1" i="0" u="none" strike="noStrike" kern="0" cap="none" spc="0" normalizeH="0" baseline="0" noProof="0">
                <a:ln>
                  <a:noFill/>
                </a:ln>
                <a:solidFill>
                  <a:srgbClr val="000000"/>
                </a:solidFill>
                <a:effectLst/>
                <a:uLnTx/>
                <a:uFillTx/>
                <a:ea typeface="ＭＳ Ｐゴシック"/>
                <a:cs typeface="+mn-cs"/>
              </a:rPr>
              <a:t>Stability  </a:t>
            </a:r>
          </a:p>
        </p:txBody>
      </p:sp>
      <p:pic>
        <p:nvPicPr>
          <p:cNvPr id="31" name="Picture 30">
            <a:extLst>
              <a:ext uri="{FF2B5EF4-FFF2-40B4-BE49-F238E27FC236}">
                <a16:creationId xmlns:a16="http://schemas.microsoft.com/office/drawing/2014/main" id="{94DE855D-2FB6-F59F-1651-2AB7963B8EE0}"/>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820023" y="5051701"/>
            <a:ext cx="426651" cy="526871"/>
          </a:xfrm>
          <a:prstGeom prst="rect">
            <a:avLst/>
          </a:prstGeom>
        </p:spPr>
      </p:pic>
      <p:sp>
        <p:nvSpPr>
          <p:cNvPr id="34" name="TextBox 33">
            <a:extLst>
              <a:ext uri="{FF2B5EF4-FFF2-40B4-BE49-F238E27FC236}">
                <a16:creationId xmlns:a16="http://schemas.microsoft.com/office/drawing/2014/main" id="{51966084-37EB-B66A-935E-EC850F1D781C}"/>
              </a:ext>
            </a:extLst>
          </p:cNvPr>
          <p:cNvSpPr txBox="1"/>
          <p:nvPr/>
        </p:nvSpPr>
        <p:spPr bwMode="auto">
          <a:xfrm>
            <a:off x="2109762" y="4073411"/>
            <a:ext cx="1553952" cy="246221"/>
          </a:xfrm>
          <a:prstGeom prst="rect">
            <a:avLst/>
          </a:prstGeom>
          <a:noFill/>
          <a:ln w="25400" cap="flat" cmpd="sng" algn="ctr">
            <a:noFill/>
            <a:prstDash val="solid"/>
          </a:ln>
          <a:effectLst/>
        </p:spPr>
        <p:txBody>
          <a:bodyPr wrap="square" rtlCol="0">
            <a:spAutoFit/>
          </a:bodyPr>
          <a:lstStyle/>
          <a:p>
            <a:pPr marL="0" marR="0" lvl="0" indent="0" algn="ctr" defTabSz="914400" rtl="0" eaLnBrk="1" fontAlgn="auto" latinLnBrk="0" hangingPunct="1">
              <a:lnSpc>
                <a:spcPct val="100000"/>
              </a:lnSpc>
              <a:spcBef>
                <a:spcPts val="400"/>
              </a:spcBef>
              <a:spcAft>
                <a:spcPts val="0"/>
              </a:spcAft>
              <a:buClr>
                <a:srgbClr val="ED1500"/>
              </a:buClr>
              <a:buSzTx/>
              <a:buFontTx/>
              <a:buNone/>
              <a:tabLst/>
              <a:defRPr/>
            </a:pPr>
            <a:r>
              <a:rPr kumimoji="0" lang="en-US" sz="1000" b="1" i="0" u="none" strike="noStrike" kern="0" cap="none" spc="0" normalizeH="0" baseline="0" noProof="0">
                <a:ln>
                  <a:noFill/>
                </a:ln>
                <a:solidFill>
                  <a:srgbClr val="000000"/>
                </a:solidFill>
                <a:effectLst/>
                <a:uLnTx/>
                <a:uFillTx/>
                <a:ea typeface="ＭＳ Ｐゴシック"/>
                <a:cs typeface="+mn-cs"/>
              </a:rPr>
              <a:t>Satisfaction   </a:t>
            </a:r>
          </a:p>
        </p:txBody>
      </p:sp>
      <p:sp>
        <p:nvSpPr>
          <p:cNvPr id="36" name="TextBox 35">
            <a:extLst>
              <a:ext uri="{FF2B5EF4-FFF2-40B4-BE49-F238E27FC236}">
                <a16:creationId xmlns:a16="http://schemas.microsoft.com/office/drawing/2014/main" id="{7B89CDF5-2F96-A8DD-90BF-91155CF2FAE0}"/>
              </a:ext>
            </a:extLst>
          </p:cNvPr>
          <p:cNvSpPr txBox="1"/>
          <p:nvPr/>
        </p:nvSpPr>
        <p:spPr>
          <a:xfrm>
            <a:off x="2205126" y="4428820"/>
            <a:ext cx="162443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ED1500"/>
              </a:buClr>
              <a:buSzTx/>
              <a:buFontTx/>
              <a:buNone/>
              <a:tabLst/>
              <a:defRPr/>
            </a:pPr>
            <a:r>
              <a:rPr kumimoji="0" lang="en-GB" sz="800" b="0" i="0" u="none" strike="noStrike" kern="0" cap="none" spc="0" normalizeH="0" baseline="0" noProof="0" dirty="0">
                <a:ln>
                  <a:noFill/>
                </a:ln>
                <a:effectLst/>
                <a:uLnTx/>
                <a:uFillTx/>
                <a:ea typeface="ＭＳ Ｐゴシック"/>
                <a:cs typeface="+mn-cs"/>
              </a:rPr>
              <a:t>ATTUNE Knee is delivering better patient satisfaction than the class of other knees.</a:t>
            </a:r>
            <a:r>
              <a:rPr kumimoji="0" lang="en-GB" sz="800" b="0" i="0" u="none" strike="noStrike" kern="0" cap="none" spc="0" normalizeH="0" baseline="30000" noProof="0" dirty="0">
                <a:ln>
                  <a:noFill/>
                </a:ln>
                <a:effectLst/>
                <a:uLnTx/>
                <a:uFillTx/>
                <a:ea typeface="ＭＳ Ｐゴシック"/>
                <a:cs typeface="+mn-cs"/>
              </a:rPr>
              <a:t>12¶</a:t>
            </a:r>
            <a:endParaRPr kumimoji="0" lang="en-US" sz="800" b="0" i="0" u="none" strike="noStrike" kern="0" cap="none" spc="0" normalizeH="0" baseline="0" noProof="0" dirty="0">
              <a:ln>
                <a:noFill/>
              </a:ln>
              <a:effectLst/>
              <a:uLnTx/>
              <a:uFillTx/>
              <a:ea typeface="ＭＳ Ｐゴシック"/>
              <a:cs typeface="+mn-cs"/>
            </a:endParaRPr>
          </a:p>
        </p:txBody>
      </p:sp>
      <p:pic>
        <p:nvPicPr>
          <p:cNvPr id="27" name="Picture 26">
            <a:extLst>
              <a:ext uri="{FF2B5EF4-FFF2-40B4-BE49-F238E27FC236}">
                <a16:creationId xmlns:a16="http://schemas.microsoft.com/office/drawing/2014/main" id="{78B3E21A-F43C-804A-5D0D-98716170A548}"/>
              </a:ext>
            </a:extLst>
          </p:cNvPr>
          <p:cNvPicPr>
            <a:picLocks noChangeAspect="1"/>
          </p:cNvPicPr>
          <p:nvPr/>
        </p:nvPicPr>
        <p:blipFill>
          <a:blip r:embed="rId14" cstate="print">
            <a:extLst>
              <a:ext uri="{28A0092B-C50C-407E-A947-70E740481C1C}">
                <a14:useLocalDpi xmlns:a14="http://schemas.microsoft.com/office/drawing/2010/main"/>
              </a:ext>
            </a:extLst>
          </a:blip>
          <a:stretch>
            <a:fillRect/>
          </a:stretch>
        </p:blipFill>
        <p:spPr>
          <a:xfrm>
            <a:off x="4121919" y="4925149"/>
            <a:ext cx="1423982" cy="705871"/>
          </a:xfrm>
          <a:prstGeom prst="rect">
            <a:avLst/>
          </a:prstGeom>
        </p:spPr>
      </p:pic>
      <p:sp>
        <p:nvSpPr>
          <p:cNvPr id="35" name="TextBox 34">
            <a:extLst>
              <a:ext uri="{FF2B5EF4-FFF2-40B4-BE49-F238E27FC236}">
                <a16:creationId xmlns:a16="http://schemas.microsoft.com/office/drawing/2014/main" id="{0B3F2A63-8B37-7A2C-C41A-939B12E85D70}"/>
              </a:ext>
            </a:extLst>
          </p:cNvPr>
          <p:cNvSpPr txBox="1"/>
          <p:nvPr/>
        </p:nvSpPr>
        <p:spPr>
          <a:xfrm>
            <a:off x="6669725" y="5099692"/>
            <a:ext cx="854613"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0B0F0"/>
                </a:solidFill>
                <a:effectLst/>
                <a:uLnTx/>
                <a:uFillTx/>
                <a:latin typeface="Johnson Text"/>
                <a:ea typeface="+mn-ea"/>
                <a:cs typeface="+mn-cs"/>
              </a:rPr>
              <a:t>P&lt;0.0001</a:t>
            </a:r>
          </a:p>
        </p:txBody>
      </p:sp>
      <p:sp>
        <p:nvSpPr>
          <p:cNvPr id="9" name="Text Placeholder 7">
            <a:extLst>
              <a:ext uri="{FF2B5EF4-FFF2-40B4-BE49-F238E27FC236}">
                <a16:creationId xmlns:a16="http://schemas.microsoft.com/office/drawing/2014/main" id="{3DFA374F-D777-993C-2FB2-45B7BA7DBC26}"/>
              </a:ext>
            </a:extLst>
          </p:cNvPr>
          <p:cNvSpPr txBox="1">
            <a:spLocks/>
          </p:cNvSpPr>
          <p:nvPr/>
        </p:nvSpPr>
        <p:spPr bwMode="auto">
          <a:xfrm>
            <a:off x="354519" y="952223"/>
            <a:ext cx="10460326" cy="402040"/>
          </a:xfrm>
          <a:prstGeom prst="rect">
            <a:avLst/>
          </a:prstGeom>
          <a:noFill/>
          <a:ln w="12700">
            <a:noFill/>
            <a:miter lim="800000"/>
            <a:headEnd/>
            <a:tailEnd/>
          </a:ln>
        </p:spPr>
        <p:txBody>
          <a:bodyPr vert="horz" wrap="square" lIns="0" tIns="0" rIns="0" bIns="0" numCol="1" anchor="t" anchorCtr="0" compatLnSpc="1">
            <a:prstTxWarp prst="textNoShape">
              <a:avLst/>
            </a:prstTxWarp>
            <a:noAutofit/>
          </a:bodyPr>
          <a:lstStyle>
            <a:lvl1pPr marL="0" indent="0" algn="l" rtl="0" eaLnBrk="1" fontAlgn="base" hangingPunct="1">
              <a:lnSpc>
                <a:spcPct val="100000"/>
              </a:lnSpc>
              <a:spcBef>
                <a:spcPts val="1800"/>
              </a:spcBef>
              <a:spcAft>
                <a:spcPct val="0"/>
              </a:spcAft>
              <a:buClr>
                <a:srgbClr val="63666A"/>
              </a:buClr>
              <a:buSzPct val="100000"/>
              <a:buFontTx/>
              <a:buNone/>
              <a:defRPr sz="2000">
                <a:solidFill>
                  <a:schemeClr val="bg1"/>
                </a:solidFill>
                <a:latin typeface="+mn-lt"/>
                <a:ea typeface="Arial Unicode MS" pitchFamily="-65" charset="0"/>
                <a:cs typeface="Arial Unicode MS" pitchFamily="-65" charset="0"/>
                <a:sym typeface="Arial" pitchFamily="-65" charset="0"/>
              </a:defRPr>
            </a:lvl1pPr>
            <a:lvl2pPr marL="0" indent="0" algn="l" rtl="0" eaLnBrk="1" fontAlgn="base" hangingPunct="1">
              <a:lnSpc>
                <a:spcPct val="100000"/>
              </a:lnSpc>
              <a:spcBef>
                <a:spcPts val="0"/>
              </a:spcBef>
              <a:spcAft>
                <a:spcPct val="0"/>
              </a:spcAft>
              <a:buClr>
                <a:srgbClr val="63666A"/>
              </a:buClr>
              <a:buSzPct val="100000"/>
              <a:buFontTx/>
              <a:buNone/>
              <a:defRPr sz="2000" b="1">
                <a:solidFill>
                  <a:schemeClr val="bg1"/>
                </a:solidFill>
                <a:latin typeface="+mn-lt"/>
                <a:ea typeface="Arial Unicode MS" pitchFamily="-65" charset="0"/>
                <a:cs typeface="Arial Unicode MS" pitchFamily="-65" charset="0"/>
                <a:sym typeface="Arial" pitchFamily="-65" charset="0"/>
              </a:defRPr>
            </a:lvl2pPr>
            <a:lvl3pPr marL="0" indent="0" algn="l" rtl="0" eaLnBrk="1" fontAlgn="base" hangingPunct="1">
              <a:lnSpc>
                <a:spcPct val="100000"/>
              </a:lnSpc>
              <a:spcBef>
                <a:spcPts val="0"/>
              </a:spcBef>
              <a:spcAft>
                <a:spcPct val="0"/>
              </a:spcAft>
              <a:buClr>
                <a:srgbClr val="63666A"/>
              </a:buClr>
              <a:buSzPct val="100000"/>
              <a:buFontTx/>
              <a:buNone/>
              <a:defRPr sz="1400" b="1" cap="all" baseline="0">
                <a:solidFill>
                  <a:schemeClr val="accent3"/>
                </a:solidFill>
                <a:latin typeface="+mn-lt"/>
                <a:ea typeface="Arial Unicode MS" pitchFamily="-65" charset="0"/>
                <a:cs typeface="Arial Unicode MS" pitchFamily="-65" charset="0"/>
                <a:sym typeface="Arial" pitchFamily="-65" charset="0"/>
              </a:defRPr>
            </a:lvl3pPr>
            <a:lvl4pPr marL="0" indent="0" algn="l" rtl="0" eaLnBrk="1" fontAlgn="base" hangingPunct="1">
              <a:lnSpc>
                <a:spcPct val="100000"/>
              </a:lnSpc>
              <a:spcBef>
                <a:spcPts val="0"/>
              </a:spcBef>
              <a:spcAft>
                <a:spcPct val="0"/>
              </a:spcAft>
              <a:buClr>
                <a:srgbClr val="63666A"/>
              </a:buClr>
              <a:buSzPct val="100000"/>
              <a:buFontTx/>
              <a:buNone/>
              <a:defRPr sz="1600">
                <a:solidFill>
                  <a:schemeClr val="bg1"/>
                </a:solidFill>
                <a:latin typeface="+mn-lt"/>
                <a:ea typeface="Arial Unicode MS" pitchFamily="-65" charset="0"/>
                <a:cs typeface="Arial Unicode MS" pitchFamily="-65" charset="0"/>
                <a:sym typeface="Arial" pitchFamily="-65" charset="0"/>
              </a:defRPr>
            </a:lvl4pPr>
            <a:lvl5pPr marL="0" indent="0" algn="l" rtl="0" eaLnBrk="1" fontAlgn="base" hangingPunct="1">
              <a:lnSpc>
                <a:spcPct val="100000"/>
              </a:lnSpc>
              <a:spcBef>
                <a:spcPts val="0"/>
              </a:spcBef>
              <a:spcAft>
                <a:spcPct val="0"/>
              </a:spcAft>
              <a:buClr>
                <a:srgbClr val="63666A"/>
              </a:buClr>
              <a:buSzPct val="100000"/>
              <a:buFontTx/>
              <a:buNone/>
              <a:defRPr sz="1600" b="1">
                <a:solidFill>
                  <a:schemeClr val="bg1"/>
                </a:solidFill>
                <a:latin typeface="+mn-lt"/>
                <a:ea typeface="Arial Unicode MS" pitchFamily="-65" charset="0"/>
                <a:cs typeface="Arial Unicode MS" pitchFamily="-65" charset="0"/>
                <a:sym typeface="Arial" pitchFamily="-65" charset="0"/>
              </a:defRPr>
            </a:lvl5pPr>
            <a:lvl6pPr marL="0" indent="0" algn="l" rtl="0" eaLnBrk="1" fontAlgn="base" hangingPunct="1">
              <a:lnSpc>
                <a:spcPct val="100000"/>
              </a:lnSpc>
              <a:spcBef>
                <a:spcPts val="379"/>
              </a:spcBef>
              <a:spcAft>
                <a:spcPct val="0"/>
              </a:spcAft>
              <a:buSzPct val="100000"/>
              <a:buFontTx/>
              <a:buNone/>
              <a:defRPr sz="3200" b="1">
                <a:solidFill>
                  <a:schemeClr val="accent3"/>
                </a:solidFill>
                <a:latin typeface="+mn-lt"/>
                <a:ea typeface="+mn-ea"/>
                <a:cs typeface="+mn-cs"/>
                <a:sym typeface="Arial" pitchFamily="-110" charset="0"/>
              </a:defRPr>
            </a:lvl6pPr>
            <a:lvl7pPr marL="0" indent="0" algn="l" rtl="0" eaLnBrk="1" fontAlgn="base" hangingPunct="1">
              <a:lnSpc>
                <a:spcPct val="100000"/>
              </a:lnSpc>
              <a:spcBef>
                <a:spcPts val="0"/>
              </a:spcBef>
              <a:spcAft>
                <a:spcPct val="0"/>
              </a:spcAft>
              <a:buSzPct val="100000"/>
              <a:buFontTx/>
              <a:buNone/>
              <a:defRPr sz="1600">
                <a:solidFill>
                  <a:schemeClr val="bg1"/>
                </a:solidFill>
                <a:latin typeface="+mn-lt"/>
                <a:ea typeface="+mn-ea"/>
                <a:cs typeface="+mn-cs"/>
                <a:sym typeface="Arial" pitchFamily="-110" charset="0"/>
              </a:defRPr>
            </a:lvl7pPr>
            <a:lvl8pPr marL="0" indent="0" algn="l" rtl="0" eaLnBrk="1" fontAlgn="base" hangingPunct="1">
              <a:lnSpc>
                <a:spcPct val="100000"/>
              </a:lnSpc>
              <a:spcBef>
                <a:spcPts val="0"/>
              </a:spcBef>
              <a:spcAft>
                <a:spcPct val="0"/>
              </a:spcAft>
              <a:buSzPct val="100000"/>
              <a:buFontTx/>
              <a:buNone/>
              <a:defRPr sz="1600">
                <a:solidFill>
                  <a:schemeClr val="bg1"/>
                </a:solidFill>
                <a:latin typeface="+mn-lt"/>
                <a:ea typeface="+mn-ea"/>
                <a:cs typeface="+mn-cs"/>
                <a:sym typeface="Arial" pitchFamily="-110" charset="0"/>
              </a:defRPr>
            </a:lvl8pPr>
            <a:lvl9pPr marL="0" indent="0" algn="l" rtl="0" eaLnBrk="1" fontAlgn="base" hangingPunct="1">
              <a:lnSpc>
                <a:spcPct val="100000"/>
              </a:lnSpc>
              <a:spcBef>
                <a:spcPts val="0"/>
              </a:spcBef>
              <a:spcAft>
                <a:spcPct val="0"/>
              </a:spcAft>
              <a:buSzPct val="100000"/>
              <a:buFontTx/>
              <a:buNone/>
              <a:defRPr sz="1600">
                <a:solidFill>
                  <a:schemeClr val="bg1"/>
                </a:solidFill>
                <a:latin typeface="+mn-lt"/>
                <a:ea typeface="+mn-ea"/>
                <a:cs typeface="+mn-cs"/>
                <a:sym typeface="Arial" pitchFamily="-110" charset="0"/>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schemeClr val="tx1"/>
                </a:solidFill>
                <a:effectLst/>
                <a:uLnTx/>
                <a:uFillTx/>
                <a:ea typeface="Arial Unicode MS" pitchFamily="-65" charset="0"/>
                <a:cs typeface="Arial Unicode MS" pitchFamily="-65" charset="0"/>
                <a:sym typeface="Arial" pitchFamily="-65" charset="0"/>
              </a:rPr>
              <a:t>Kinematic Restoration</a:t>
            </a:r>
          </a:p>
        </p:txBody>
      </p:sp>
      <p:sp>
        <p:nvSpPr>
          <p:cNvPr id="13" name="TextBox 12">
            <a:extLst>
              <a:ext uri="{FF2B5EF4-FFF2-40B4-BE49-F238E27FC236}">
                <a16:creationId xmlns:a16="http://schemas.microsoft.com/office/drawing/2014/main" id="{C95ED297-CD7A-D1F8-16FE-B586CB701F18}"/>
              </a:ext>
            </a:extLst>
          </p:cNvPr>
          <p:cNvSpPr txBox="1"/>
          <p:nvPr/>
        </p:nvSpPr>
        <p:spPr>
          <a:xfrm>
            <a:off x="2455253" y="6144063"/>
            <a:ext cx="7716778" cy="538609"/>
          </a:xfrm>
          <a:prstGeom prst="rect">
            <a:avLst/>
          </a:prstGeom>
          <a:noFill/>
        </p:spPr>
        <p:txBody>
          <a:bodyPr wrap="square" lIns="0" tIns="0" rIns="0" bIns="0" rtlCol="0">
            <a:spAutoFit/>
          </a:bodyPr>
          <a:lstStyle/>
          <a:p>
            <a:pPr algn="l"/>
            <a:r>
              <a:rPr lang="en-US" sz="700" kern="1200" dirty="0">
                <a:solidFill>
                  <a:schemeClr val="tx1"/>
                </a:solidFill>
                <a:latin typeface="+mn-lt"/>
                <a:ea typeface="+mn-ea"/>
                <a:cs typeface="+mn-cs"/>
              </a:rPr>
              <a:t>¶According to the NJR ISR for ATTUNE Cemented, 88% of patients reported satisfaction in responding to the question "How would you describe the results of your operation?</a:t>
            </a:r>
          </a:p>
          <a:p>
            <a:pPr algn="l"/>
            <a:r>
              <a:rPr lang="en-US" sz="700" kern="1200" dirty="0">
                <a:solidFill>
                  <a:schemeClr val="tx1"/>
                </a:solidFill>
                <a:latin typeface="+mn-lt"/>
                <a:ea typeface="+mn-ea"/>
                <a:cs typeface="+mn-cs"/>
              </a:rPr>
              <a:t>†Product may not be commercially available in all markets. This content may not be used externally in those markets where regulatory approval has not been granted for all the products referenced.</a:t>
            </a:r>
          </a:p>
          <a:p>
            <a:pPr algn="l"/>
            <a:r>
              <a:rPr lang="en-US" sz="700" kern="1200" dirty="0">
                <a:solidFill>
                  <a:schemeClr val="tx1"/>
                </a:solidFill>
                <a:latin typeface="+mn-lt"/>
                <a:ea typeface="+mn-ea"/>
                <a:cs typeface="+mn-cs"/>
              </a:rPr>
              <a:t>*In a prospective study of 90 TKA patients.</a:t>
            </a:r>
          </a:p>
          <a:p>
            <a:r>
              <a:rPr lang="en-US" sz="700" kern="1200" dirty="0">
                <a:solidFill>
                  <a:schemeClr val="tx1"/>
                </a:solidFill>
                <a:latin typeface="+mn-lt"/>
                <a:ea typeface="+mn-ea"/>
                <a:cs typeface="+mn-cs"/>
              </a:rPr>
              <a:t>§ According to a Patient Satisfaction PROMS analysis 90% reported improvement in responding to the question "Overall, how are your problems now, compared to before your operation”.</a:t>
            </a:r>
          </a:p>
          <a:p>
            <a:endParaRPr lang="en-US" sz="700" kern="1200" dirty="0">
              <a:solidFill>
                <a:schemeClr val="tx1"/>
              </a:solidFill>
              <a:latin typeface="+mn-lt"/>
              <a:ea typeface="+mn-ea"/>
              <a:cs typeface="+mn-cs"/>
            </a:endParaRPr>
          </a:p>
        </p:txBody>
      </p:sp>
      <p:sp>
        <p:nvSpPr>
          <p:cNvPr id="37" name="TextBox 36">
            <a:extLst>
              <a:ext uri="{FF2B5EF4-FFF2-40B4-BE49-F238E27FC236}">
                <a16:creationId xmlns:a16="http://schemas.microsoft.com/office/drawing/2014/main" id="{A063A42D-0693-8184-3187-CF6FD39AC18D}"/>
              </a:ext>
            </a:extLst>
          </p:cNvPr>
          <p:cNvSpPr txBox="1"/>
          <p:nvPr/>
        </p:nvSpPr>
        <p:spPr>
          <a:xfrm>
            <a:off x="2066040" y="4944739"/>
            <a:ext cx="923383" cy="646331"/>
          </a:xfrm>
          <a:prstGeom prst="rect">
            <a:avLst/>
          </a:prstGeom>
          <a:noFill/>
        </p:spPr>
        <p:txBody>
          <a:bodyPr wrap="square">
            <a:spAutoFit/>
          </a:bodyPr>
          <a:lstStyle/>
          <a:p>
            <a:pPr marR="0" lvl="0" algn="ctr" defTabSz="914400" rtl="0" eaLnBrk="1" fontAlgn="auto" latinLnBrk="0" hangingPunct="1">
              <a:lnSpc>
                <a:spcPct val="100000"/>
              </a:lnSpc>
              <a:spcBef>
                <a:spcPts val="0"/>
              </a:spcBef>
              <a:spcAft>
                <a:spcPts val="0"/>
              </a:spcAft>
              <a:buClr>
                <a:srgbClr val="ED1500"/>
              </a:buClr>
              <a:buSzTx/>
              <a:tabLst/>
              <a:defRPr/>
            </a:pPr>
            <a:r>
              <a:rPr kumimoji="0" lang="en-GB" b="1" i="0" u="none" strike="noStrike" kern="0" cap="none" spc="0" normalizeH="0" baseline="0" noProof="0" dirty="0">
                <a:ln>
                  <a:noFill/>
                </a:ln>
                <a:solidFill>
                  <a:srgbClr val="EB1700"/>
                </a:solidFill>
                <a:effectLst/>
                <a:uLnTx/>
                <a:uFillTx/>
                <a:latin typeface="Johnson Text"/>
                <a:ea typeface="ＭＳ Ｐゴシック"/>
                <a:cs typeface="+mn-cs"/>
              </a:rPr>
              <a:t>90%</a:t>
            </a:r>
            <a:r>
              <a:rPr lang="en-GB" b="1" kern="0" dirty="0">
                <a:solidFill>
                  <a:srgbClr val="EB1700"/>
                </a:solidFill>
                <a:latin typeface="Johnson Text"/>
                <a:ea typeface="ＭＳ Ｐゴシック"/>
              </a:rPr>
              <a:t> </a:t>
            </a:r>
          </a:p>
          <a:p>
            <a:pPr marR="0" lvl="0" algn="ctr" defTabSz="914400" rtl="0" eaLnBrk="1" fontAlgn="auto" latinLnBrk="0" hangingPunct="1">
              <a:lnSpc>
                <a:spcPct val="100000"/>
              </a:lnSpc>
              <a:spcBef>
                <a:spcPts val="0"/>
              </a:spcBef>
              <a:spcAft>
                <a:spcPts val="0"/>
              </a:spcAft>
              <a:buClr>
                <a:srgbClr val="ED1500"/>
              </a:buClr>
              <a:buSzTx/>
              <a:tabLst/>
              <a:defRPr/>
            </a:pPr>
            <a:r>
              <a:rPr lang="en-GB" sz="600" kern="0" dirty="0">
                <a:latin typeface="Johnson Text"/>
                <a:ea typeface="ＭＳ Ｐゴシック"/>
              </a:rPr>
              <a:t>Of patients are feeling better following TKA with ATTUNE Knee.</a:t>
            </a:r>
            <a:r>
              <a:rPr lang="en-GB" sz="600" kern="0" baseline="30000" dirty="0">
                <a:latin typeface="Johnson Text"/>
                <a:ea typeface="ＭＳ Ｐゴシック"/>
              </a:rPr>
              <a:t>1§</a:t>
            </a:r>
            <a:endParaRPr kumimoji="0" lang="en-GB" sz="600" b="0" i="0" u="none" strike="noStrike" kern="0" cap="none" spc="0" normalizeH="0" baseline="30000" noProof="0" dirty="0">
              <a:ln>
                <a:noFill/>
              </a:ln>
              <a:effectLst/>
              <a:uLnTx/>
              <a:uFillTx/>
              <a:latin typeface="Johnson Text"/>
              <a:ea typeface="ＭＳ Ｐゴシック"/>
              <a:cs typeface="+mn-cs"/>
            </a:endParaRPr>
          </a:p>
        </p:txBody>
      </p:sp>
      <p:sp>
        <p:nvSpPr>
          <p:cNvPr id="38" name="TextBox 37">
            <a:extLst>
              <a:ext uri="{FF2B5EF4-FFF2-40B4-BE49-F238E27FC236}">
                <a16:creationId xmlns:a16="http://schemas.microsoft.com/office/drawing/2014/main" id="{7A55B391-94AE-FA41-00C5-A63675DA824A}"/>
              </a:ext>
            </a:extLst>
          </p:cNvPr>
          <p:cNvSpPr txBox="1"/>
          <p:nvPr/>
        </p:nvSpPr>
        <p:spPr>
          <a:xfrm>
            <a:off x="2783448" y="4949387"/>
            <a:ext cx="1088007" cy="646331"/>
          </a:xfrm>
          <a:prstGeom prst="rect">
            <a:avLst/>
          </a:prstGeom>
          <a:noFill/>
        </p:spPr>
        <p:txBody>
          <a:bodyPr wrap="square">
            <a:spAutoFit/>
          </a:bodyPr>
          <a:lstStyle/>
          <a:p>
            <a:pPr marR="0" lvl="0" algn="ctr" defTabSz="914400" rtl="0" eaLnBrk="1" fontAlgn="auto" latinLnBrk="0" hangingPunct="1">
              <a:lnSpc>
                <a:spcPct val="100000"/>
              </a:lnSpc>
              <a:spcBef>
                <a:spcPts val="0"/>
              </a:spcBef>
              <a:spcAft>
                <a:spcPts val="0"/>
              </a:spcAft>
              <a:buClr>
                <a:srgbClr val="ED1500"/>
              </a:buClr>
              <a:buSzTx/>
              <a:tabLst/>
              <a:defRPr/>
            </a:pPr>
            <a:r>
              <a:rPr lang="en-GB" b="1" kern="0" dirty="0">
                <a:solidFill>
                  <a:srgbClr val="EB1700"/>
                </a:solidFill>
                <a:latin typeface="Johnson Text"/>
                <a:ea typeface="ＭＳ Ｐゴシック"/>
              </a:rPr>
              <a:t>88</a:t>
            </a:r>
            <a:r>
              <a:rPr kumimoji="0" lang="en-GB" b="1" i="0" u="none" strike="noStrike" kern="0" cap="none" spc="0" normalizeH="0" baseline="0" noProof="0" dirty="0">
                <a:ln>
                  <a:noFill/>
                </a:ln>
                <a:solidFill>
                  <a:srgbClr val="EB1700"/>
                </a:solidFill>
                <a:effectLst/>
                <a:uLnTx/>
                <a:uFillTx/>
                <a:latin typeface="Johnson Text"/>
                <a:ea typeface="ＭＳ Ｐゴシック"/>
                <a:cs typeface="+mn-cs"/>
              </a:rPr>
              <a:t>%</a:t>
            </a:r>
            <a:r>
              <a:rPr lang="en-GB" b="1" kern="0" dirty="0">
                <a:solidFill>
                  <a:srgbClr val="EB1700"/>
                </a:solidFill>
                <a:latin typeface="Johnson Text"/>
                <a:ea typeface="ＭＳ Ｐゴシック"/>
              </a:rPr>
              <a:t> </a:t>
            </a:r>
          </a:p>
          <a:p>
            <a:pPr marR="0" lvl="0" algn="ctr" defTabSz="914400" rtl="0" eaLnBrk="1" fontAlgn="auto" latinLnBrk="0" hangingPunct="1">
              <a:lnSpc>
                <a:spcPct val="100000"/>
              </a:lnSpc>
              <a:spcBef>
                <a:spcPts val="0"/>
              </a:spcBef>
              <a:spcAft>
                <a:spcPts val="0"/>
              </a:spcAft>
              <a:buClr>
                <a:srgbClr val="ED1500"/>
              </a:buClr>
              <a:buSzTx/>
              <a:tabLst/>
              <a:defRPr/>
            </a:pPr>
            <a:r>
              <a:rPr lang="en-GB" sz="600" kern="0" dirty="0">
                <a:latin typeface="Johnson Text"/>
                <a:ea typeface="ＭＳ Ｐゴシック"/>
              </a:rPr>
              <a:t>Of patients are satisfied</a:t>
            </a:r>
          </a:p>
          <a:p>
            <a:pPr marR="0" lvl="0" algn="ctr" defTabSz="914400" rtl="0" eaLnBrk="1" fontAlgn="auto" latinLnBrk="0" hangingPunct="1">
              <a:lnSpc>
                <a:spcPct val="100000"/>
              </a:lnSpc>
              <a:spcBef>
                <a:spcPts val="0"/>
              </a:spcBef>
              <a:spcAft>
                <a:spcPts val="0"/>
              </a:spcAft>
              <a:buClr>
                <a:srgbClr val="ED1500"/>
              </a:buClr>
              <a:buSzTx/>
              <a:tabLst/>
              <a:defRPr/>
            </a:pPr>
            <a:r>
              <a:rPr lang="en-GB" sz="600" kern="0" dirty="0">
                <a:latin typeface="Johnson Text"/>
                <a:ea typeface="ＭＳ Ｐゴシック"/>
              </a:rPr>
              <a:t>with the results of their</a:t>
            </a:r>
          </a:p>
          <a:p>
            <a:pPr marR="0" lvl="0" algn="ctr" defTabSz="914400" rtl="0" eaLnBrk="1" fontAlgn="auto" latinLnBrk="0" hangingPunct="1">
              <a:lnSpc>
                <a:spcPct val="100000"/>
              </a:lnSpc>
              <a:spcBef>
                <a:spcPts val="0"/>
              </a:spcBef>
              <a:spcAft>
                <a:spcPts val="0"/>
              </a:spcAft>
              <a:buClr>
                <a:srgbClr val="ED1500"/>
              </a:buClr>
              <a:buSzTx/>
              <a:tabLst/>
              <a:defRPr/>
            </a:pPr>
            <a:r>
              <a:rPr lang="en-GB" sz="600" kern="0" dirty="0">
                <a:latin typeface="Johnson Text"/>
                <a:ea typeface="ＭＳ Ｐゴシック"/>
              </a:rPr>
              <a:t>ATTUNE Knee TKA surgery.</a:t>
            </a:r>
            <a:r>
              <a:rPr lang="en-GB" sz="600" kern="0" baseline="30000" dirty="0">
                <a:latin typeface="Johnson Text"/>
                <a:ea typeface="ＭＳ Ｐゴシック"/>
              </a:rPr>
              <a:t>2¶</a:t>
            </a:r>
            <a:endParaRPr kumimoji="0" lang="en-GB" sz="600" b="0" i="0" u="none" strike="noStrike" kern="0" cap="none" spc="0" normalizeH="0" baseline="30000" noProof="0" dirty="0">
              <a:ln>
                <a:noFill/>
              </a:ln>
              <a:effectLst/>
              <a:uLnTx/>
              <a:uFillTx/>
              <a:latin typeface="Johnson Text"/>
              <a:ea typeface="ＭＳ Ｐゴシック"/>
              <a:cs typeface="+mn-cs"/>
            </a:endParaRPr>
          </a:p>
        </p:txBody>
      </p:sp>
    </p:spTree>
    <p:custDataLst>
      <p:tags r:id="rId1"/>
    </p:custDataLst>
    <p:extLst>
      <p:ext uri="{BB962C8B-B14F-4D97-AF65-F5344CB8AC3E}">
        <p14:creationId xmlns:p14="http://schemas.microsoft.com/office/powerpoint/2010/main" val="285718329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A569E-E7A0-B026-3AA7-4194DDF3D35B}"/>
            </a:ext>
          </a:extLst>
        </p:cNvPr>
        <p:cNvGrpSpPr/>
        <p:nvPr/>
      </p:nvGrpSpPr>
      <p:grpSpPr>
        <a:xfrm>
          <a:off x="0" y="0"/>
          <a:ext cx="0" cy="0"/>
          <a:chOff x="0" y="0"/>
          <a:chExt cx="0" cy="0"/>
        </a:xfrm>
      </p:grpSpPr>
      <p:sp>
        <p:nvSpPr>
          <p:cNvPr id="61" name="Rectangle 60">
            <a:extLst>
              <a:ext uri="{FF2B5EF4-FFF2-40B4-BE49-F238E27FC236}">
                <a16:creationId xmlns:a16="http://schemas.microsoft.com/office/drawing/2014/main" id="{4206508F-88B1-40EB-2896-E75516126F9F}"/>
              </a:ext>
            </a:extLst>
          </p:cNvPr>
          <p:cNvSpPr/>
          <p:nvPr/>
        </p:nvSpPr>
        <p:spPr>
          <a:xfrm>
            <a:off x="2728" y="5752465"/>
            <a:ext cx="2210199" cy="1112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Johnson Text"/>
              <a:ea typeface="+mn-ea"/>
              <a:cs typeface="+mn-cs"/>
            </a:endParaRPr>
          </a:p>
        </p:txBody>
      </p:sp>
      <p:sp>
        <p:nvSpPr>
          <p:cNvPr id="46" name="Rectangle 45">
            <a:extLst>
              <a:ext uri="{FF2B5EF4-FFF2-40B4-BE49-F238E27FC236}">
                <a16:creationId xmlns:a16="http://schemas.microsoft.com/office/drawing/2014/main" id="{00DC7BB0-77B9-C513-3943-0F33B3D55961}"/>
              </a:ext>
            </a:extLst>
          </p:cNvPr>
          <p:cNvSpPr/>
          <p:nvPr/>
        </p:nvSpPr>
        <p:spPr>
          <a:xfrm>
            <a:off x="0" y="1858719"/>
            <a:ext cx="12191995" cy="1112520"/>
          </a:xfrm>
          <a:prstGeom prst="rect">
            <a:avLst/>
          </a:prstGeom>
          <a:solidFill>
            <a:schemeClr val="bg1">
              <a:lumMod val="85000"/>
              <a:alpha val="327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Johnson Text"/>
              <a:ea typeface="+mn-ea"/>
              <a:cs typeface="+mn-cs"/>
            </a:endParaRPr>
          </a:p>
        </p:txBody>
      </p:sp>
      <p:sp>
        <p:nvSpPr>
          <p:cNvPr id="5" name="Title 2">
            <a:extLst>
              <a:ext uri="{FF2B5EF4-FFF2-40B4-BE49-F238E27FC236}">
                <a16:creationId xmlns:a16="http://schemas.microsoft.com/office/drawing/2014/main" id="{731314E1-5130-976E-BAFC-BF3D1D0621B5}"/>
              </a:ext>
            </a:extLst>
          </p:cNvPr>
          <p:cNvSpPr txBox="1">
            <a:spLocks/>
          </p:cNvSpPr>
          <p:nvPr/>
        </p:nvSpPr>
        <p:spPr bwMode="auto">
          <a:xfrm>
            <a:off x="400742" y="231300"/>
            <a:ext cx="10989732" cy="807806"/>
          </a:xfrm>
          <a:prstGeom prst="rect">
            <a:avLst/>
          </a:prstGeom>
          <a:noFill/>
          <a:ln w="12700">
            <a:noFill/>
            <a:miter lim="800000"/>
            <a:headEnd/>
            <a:tailEnd/>
          </a:ln>
        </p:spPr>
        <p:txBody>
          <a:bodyPr vert="horz" wrap="square" lIns="0" tIns="0" rIns="0" bIns="0" numCol="1" anchor="t" anchorCtr="0" compatLnSpc="1">
            <a:prstTxWarp prst="textNoShape">
              <a:avLst/>
            </a:prstTxWarp>
            <a:noAutofit/>
          </a:bodyPr>
          <a:lstStyle>
            <a:lvl1pPr algn="l" rtl="0" eaLnBrk="1" fontAlgn="base" hangingPunct="1">
              <a:lnSpc>
                <a:spcPct val="100000"/>
              </a:lnSpc>
              <a:spcBef>
                <a:spcPct val="0"/>
              </a:spcBef>
              <a:spcAft>
                <a:spcPct val="0"/>
              </a:spcAft>
              <a:defRPr sz="3200" b="1">
                <a:solidFill>
                  <a:schemeClr val="bg1"/>
                </a:solidFill>
                <a:latin typeface="+mj-lt"/>
                <a:ea typeface="Arial Unicode MS" pitchFamily="-65" charset="0"/>
                <a:cs typeface="Arial Unicode MS" pitchFamily="-65" charset="0"/>
                <a:sym typeface="Arial" pitchFamily="-65" charset="0"/>
              </a:defRPr>
            </a:lvl1pPr>
            <a:lvl2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2pPr>
            <a:lvl3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3pPr>
            <a:lvl4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4pPr>
            <a:lvl5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5pPr>
            <a:lvl6pPr marL="288024"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6pPr>
            <a:lvl7pPr marL="576049"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7pPr>
            <a:lvl8pPr marL="864074"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8pPr>
            <a:lvl9pPr marL="1152098"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4000" b="0" i="0" u="none" strike="noStrike" kern="1200" cap="none" spc="0" normalizeH="0" baseline="0" noProof="0" dirty="0">
                <a:ln>
                  <a:noFill/>
                </a:ln>
                <a:solidFill>
                  <a:srgbClr val="EC1500"/>
                </a:solidFill>
                <a:effectLst/>
                <a:uLnTx/>
                <a:uFillTx/>
                <a:latin typeface="Johnson Display"/>
                <a:ea typeface="Arial Unicode MS" pitchFamily="-65" charset="0"/>
                <a:cs typeface="Arial Unicode MS" pitchFamily="-65" charset="0"/>
                <a:sym typeface="Arial" pitchFamily="-65" charset="0"/>
              </a:rPr>
              <a:t>Limitations</a:t>
            </a:r>
          </a:p>
        </p:txBody>
      </p:sp>
      <p:cxnSp>
        <p:nvCxnSpPr>
          <p:cNvPr id="27" name="Straight Connector 26">
            <a:extLst>
              <a:ext uri="{FF2B5EF4-FFF2-40B4-BE49-F238E27FC236}">
                <a16:creationId xmlns:a16="http://schemas.microsoft.com/office/drawing/2014/main" id="{79B7D34D-EEA5-150E-6214-32977111679B}"/>
              </a:ext>
            </a:extLst>
          </p:cNvPr>
          <p:cNvCxnSpPr>
            <a:cxnSpLocks/>
          </p:cNvCxnSpPr>
          <p:nvPr/>
        </p:nvCxnSpPr>
        <p:spPr>
          <a:xfrm>
            <a:off x="3942522" y="1858720"/>
            <a:ext cx="0" cy="4999280"/>
          </a:xfrm>
          <a:prstGeom prst="line">
            <a:avLst/>
          </a:prstGeom>
          <a:ln w="12700">
            <a:solidFill>
              <a:srgbClr val="EC1500"/>
            </a:solidFill>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888C654-96CE-03B4-4181-72F9CFB32C36}"/>
              </a:ext>
            </a:extLst>
          </p:cNvPr>
          <p:cNvCxnSpPr>
            <a:cxnSpLocks/>
          </p:cNvCxnSpPr>
          <p:nvPr/>
        </p:nvCxnSpPr>
        <p:spPr>
          <a:xfrm>
            <a:off x="7998106" y="1858720"/>
            <a:ext cx="0" cy="4999280"/>
          </a:xfrm>
          <a:prstGeom prst="line">
            <a:avLst/>
          </a:prstGeom>
          <a:ln w="12700">
            <a:solidFill>
              <a:srgbClr val="EC1500"/>
            </a:solidFill>
            <a:tailEnd type="none" w="lg" len="med"/>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2F930461-732D-5C8F-52F4-D212C9B00EF8}"/>
              </a:ext>
            </a:extLst>
          </p:cNvPr>
          <p:cNvSpPr txBox="1"/>
          <p:nvPr/>
        </p:nvSpPr>
        <p:spPr bwMode="auto">
          <a:xfrm>
            <a:off x="59623" y="3116488"/>
            <a:ext cx="2405441" cy="3785652"/>
          </a:xfrm>
          <a:prstGeom prst="rect">
            <a:avLst/>
          </a:prstGeom>
          <a:noFill/>
          <a:ln w="25400" cap="flat" cmpd="sng" algn="ctr">
            <a:noFill/>
            <a:prstDash val="solid"/>
          </a:ln>
          <a:effectLst/>
        </p:spPr>
        <p:txBody>
          <a:bodyPr wrap="square" rtlCol="0">
            <a:spAutoFit/>
          </a:bodyPr>
          <a:lstStyle/>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a:tabLst/>
              <a:defRPr/>
            </a:pPr>
            <a:r>
              <a:rPr kumimoji="0" lang="en-GB" sz="1200" b="0" i="0" u="none" strike="noStrike" kern="0" cap="none" spc="0" normalizeH="0" baseline="0" noProof="0" dirty="0">
                <a:ln>
                  <a:noFill/>
                </a:ln>
                <a:solidFill>
                  <a:srgbClr val="000000"/>
                </a:solidFill>
                <a:effectLst/>
                <a:uLnTx/>
                <a:uFillTx/>
                <a:ea typeface="ＭＳ Ｐゴシック"/>
                <a:cs typeface="+mn-cs"/>
              </a:rPr>
              <a:t>Research has shown that legacy </a:t>
            </a:r>
            <a:r>
              <a:rPr kumimoji="0" lang="en-GB" sz="1200" b="0" i="0" u="none" strike="noStrike" kern="0" cap="none" spc="0" normalizeH="0" baseline="0" noProof="0" dirty="0">
                <a:ln>
                  <a:noFill/>
                </a:ln>
                <a:solidFill>
                  <a:srgbClr val="EB1700"/>
                </a:solidFill>
                <a:effectLst/>
                <a:uLnTx/>
                <a:uFillTx/>
                <a:ea typeface="ＭＳ Ｐゴシック"/>
                <a:cs typeface="+mn-cs"/>
              </a:rPr>
              <a:t>Designs can contribute to mid-flexion Instability </a:t>
            </a:r>
            <a:r>
              <a:rPr kumimoji="0" lang="en-GB" sz="1200" b="0" i="0" u="none" strike="noStrike" kern="0" cap="none" spc="0" normalizeH="0" baseline="0" noProof="0" dirty="0">
                <a:ln>
                  <a:noFill/>
                </a:ln>
                <a:solidFill>
                  <a:srgbClr val="000000"/>
                </a:solidFill>
                <a:effectLst/>
                <a:uLnTx/>
                <a:uFillTx/>
                <a:ea typeface="ＭＳ Ｐゴシック"/>
                <a:cs typeface="+mn-cs"/>
              </a:rPr>
              <a:t>which can lead to a lack of patient confidence in the knee.</a:t>
            </a:r>
            <a:r>
              <a:rPr kumimoji="0" lang="en-GB" sz="1200" b="0" i="0" u="none" strike="noStrike" kern="0" cap="none" spc="0" normalizeH="0" baseline="30000" noProof="0" dirty="0">
                <a:ln>
                  <a:noFill/>
                </a:ln>
                <a:solidFill>
                  <a:srgbClr val="000000"/>
                </a:solidFill>
                <a:effectLst/>
                <a:uLnTx/>
                <a:uFillTx/>
                <a:ea typeface="ＭＳ Ｐゴシック"/>
                <a:cs typeface="+mn-cs"/>
              </a:rPr>
              <a:t>16</a:t>
            </a:r>
            <a:r>
              <a:rPr kumimoji="0" lang="en-GB" sz="1200" b="0" i="0" u="none" strike="noStrike" kern="0" cap="none" spc="0" normalizeH="0" baseline="0" noProof="0" dirty="0">
                <a:ln>
                  <a:noFill/>
                </a:ln>
                <a:solidFill>
                  <a:srgbClr val="000000"/>
                </a:solidFill>
                <a:effectLst/>
                <a:uLnTx/>
                <a:uFillTx/>
                <a:ea typeface="ＭＳ Ｐゴシック"/>
                <a:cs typeface="+mn-cs"/>
              </a:rPr>
              <a:t> </a:t>
            </a: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startAt="2"/>
              <a:tabLst/>
              <a:defRPr/>
            </a:pPr>
            <a:r>
              <a:rPr kumimoji="0" lang="en-GB" sz="1200" b="0" i="0" u="none" strike="noStrike" kern="0" cap="none" spc="0" normalizeH="0" baseline="0" noProof="0" dirty="0">
                <a:ln>
                  <a:noFill/>
                </a:ln>
                <a:solidFill>
                  <a:srgbClr val="000000"/>
                </a:solidFill>
                <a:effectLst/>
                <a:uLnTx/>
                <a:uFillTx/>
                <a:ea typeface="ＭＳ Ｐゴシック"/>
                <a:cs typeface="+mn-cs"/>
              </a:rPr>
              <a:t>The natural knee is seen to be very stable medially and roll back laterally, </a:t>
            </a:r>
            <a:r>
              <a:rPr kumimoji="0" lang="en-GB" sz="1200" b="0" i="0" u="none" strike="noStrike" kern="0" cap="none" spc="0" normalizeH="0" baseline="0" noProof="0" dirty="0">
                <a:ln>
                  <a:noFill/>
                </a:ln>
                <a:solidFill>
                  <a:srgbClr val="EB1700"/>
                </a:solidFill>
                <a:effectLst/>
                <a:uLnTx/>
                <a:uFillTx/>
                <a:ea typeface="ＭＳ Ｐゴシック"/>
                <a:cs typeface="+mn-cs"/>
              </a:rPr>
              <a:t>medial instability has been associated with worse outcomes.</a:t>
            </a:r>
            <a:r>
              <a:rPr kumimoji="0" lang="en-GB" sz="1200" b="0" i="0" u="none" strike="noStrike" kern="0" cap="none" spc="0" normalizeH="0" baseline="30000" noProof="0" dirty="0">
                <a:ln>
                  <a:noFill/>
                </a:ln>
                <a:solidFill>
                  <a:srgbClr val="EB1700"/>
                </a:solidFill>
                <a:effectLst/>
                <a:uLnTx/>
                <a:uFillTx/>
                <a:ea typeface="ＭＳ Ｐゴシック"/>
                <a:cs typeface="+mn-cs"/>
              </a:rPr>
              <a:t>17</a:t>
            </a:r>
            <a:r>
              <a:rPr kumimoji="0" lang="en-GB" sz="1200" b="0" i="0" u="none" strike="noStrike" kern="0" cap="none" spc="0" normalizeH="0" baseline="0" noProof="0" dirty="0">
                <a:ln>
                  <a:noFill/>
                </a:ln>
                <a:solidFill>
                  <a:srgbClr val="EB1700"/>
                </a:solidFill>
                <a:effectLst/>
                <a:uLnTx/>
                <a:uFillTx/>
                <a:ea typeface="ＭＳ Ｐゴシック"/>
                <a:cs typeface="+mn-cs"/>
              </a:rPr>
              <a:t> </a:t>
            </a: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startAt="3"/>
              <a:tabLst/>
              <a:defRPr/>
            </a:pPr>
            <a:r>
              <a:rPr kumimoji="0" lang="en-US" sz="1200" i="0" u="none" strike="noStrike" kern="0" cap="none" spc="0" normalizeH="0" baseline="0" noProof="0" dirty="0">
                <a:ln>
                  <a:noFill/>
                </a:ln>
                <a:solidFill>
                  <a:srgbClr val="ED1500"/>
                </a:solidFill>
                <a:effectLst/>
                <a:uLnTx/>
                <a:uFillTx/>
                <a:ea typeface="ＭＳ Ｐゴシック"/>
                <a:cs typeface="+mn-cs"/>
              </a:rPr>
              <a:t>Patella Femoral tracking can be compromised </a:t>
            </a:r>
            <a:r>
              <a:rPr kumimoji="0" lang="en-US" sz="1200" i="0" u="none" strike="noStrike" kern="0" cap="none" spc="0" normalizeH="0" baseline="0" noProof="0" dirty="0">
                <a:ln>
                  <a:noFill/>
                </a:ln>
                <a:solidFill>
                  <a:srgbClr val="000000"/>
                </a:solidFill>
                <a:effectLst/>
                <a:uLnTx/>
                <a:uFillTx/>
                <a:ea typeface="ＭＳ Ｐゴシック"/>
                <a:cs typeface="+mn-cs"/>
              </a:rPr>
              <a:t>when performing patient specific techniques.</a:t>
            </a:r>
            <a:r>
              <a:rPr kumimoji="0" lang="en-US" sz="1200" i="0" u="none" strike="noStrike" kern="0" cap="none" spc="0" normalizeH="0" baseline="30000" noProof="0" dirty="0">
                <a:ln>
                  <a:noFill/>
                </a:ln>
                <a:solidFill>
                  <a:srgbClr val="000000"/>
                </a:solidFill>
                <a:effectLst/>
                <a:uLnTx/>
                <a:uFillTx/>
                <a:ea typeface="ＭＳ Ｐゴシック"/>
                <a:cs typeface="+mn-cs"/>
              </a:rPr>
              <a:t>18</a:t>
            </a:r>
            <a:r>
              <a:rPr kumimoji="0" lang="en-US" sz="1200" i="0" u="none" strike="noStrike" kern="0" cap="none" spc="0" normalizeH="0" baseline="0" noProof="0" dirty="0">
                <a:ln>
                  <a:noFill/>
                </a:ln>
                <a:solidFill>
                  <a:srgbClr val="000000"/>
                </a:solidFill>
                <a:effectLst/>
                <a:uLnTx/>
                <a:uFillTx/>
                <a:ea typeface="ＭＳ Ｐゴシック"/>
                <a:cs typeface="+mn-cs"/>
              </a:rPr>
              <a:t> </a:t>
            </a: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startAt="3"/>
              <a:tabLst/>
              <a:defRPr/>
            </a:pP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endParaRPr kumimoji="0" lang="en-US" sz="1200" b="0" i="0" u="none" strike="noStrike" kern="0" cap="none" spc="0" normalizeH="0" baseline="0" noProof="0" dirty="0">
              <a:ln>
                <a:noFill/>
              </a:ln>
              <a:solidFill>
                <a:srgbClr val="000000"/>
              </a:solidFill>
              <a:effectLst/>
              <a:uLnTx/>
              <a:uFillTx/>
              <a:ea typeface="ＭＳ Ｐゴシック"/>
              <a:cs typeface="+mn-cs"/>
            </a:endParaRPr>
          </a:p>
        </p:txBody>
      </p:sp>
      <p:pic>
        <p:nvPicPr>
          <p:cNvPr id="44" name="Picture 43">
            <a:extLst>
              <a:ext uri="{FF2B5EF4-FFF2-40B4-BE49-F238E27FC236}">
                <a16:creationId xmlns:a16="http://schemas.microsoft.com/office/drawing/2014/main" id="{652EC4CD-9089-F92F-2816-19EDBE165637}"/>
              </a:ext>
            </a:extLst>
          </p:cNvPr>
          <p:cNvPicPr>
            <a:picLocks noChangeAspect="1"/>
          </p:cNvPicPr>
          <p:nvPr/>
        </p:nvPicPr>
        <p:blipFill>
          <a:blip r:embed="rId4"/>
          <a:srcRect l="772" t="29799" r="86027" b="40216"/>
          <a:stretch/>
        </p:blipFill>
        <p:spPr>
          <a:xfrm>
            <a:off x="2755888" y="3182843"/>
            <a:ext cx="915018" cy="1004120"/>
          </a:xfrm>
          <a:prstGeom prst="rect">
            <a:avLst/>
          </a:prstGeom>
        </p:spPr>
      </p:pic>
      <p:sp>
        <p:nvSpPr>
          <p:cNvPr id="45" name="TextBox 44">
            <a:extLst>
              <a:ext uri="{FF2B5EF4-FFF2-40B4-BE49-F238E27FC236}">
                <a16:creationId xmlns:a16="http://schemas.microsoft.com/office/drawing/2014/main" id="{367B96B9-F184-6D2B-1639-28C1D2060DFD}"/>
              </a:ext>
            </a:extLst>
          </p:cNvPr>
          <p:cNvSpPr txBox="1"/>
          <p:nvPr/>
        </p:nvSpPr>
        <p:spPr bwMode="auto">
          <a:xfrm>
            <a:off x="4082488" y="3126588"/>
            <a:ext cx="2593053" cy="3600986"/>
          </a:xfrm>
          <a:prstGeom prst="rect">
            <a:avLst/>
          </a:prstGeom>
          <a:noFill/>
          <a:ln w="25400" cap="flat" cmpd="sng" algn="ctr">
            <a:noFill/>
            <a:prstDash val="solid"/>
          </a:ln>
          <a:effectLst/>
        </p:spPr>
        <p:txBody>
          <a:bodyPr wrap="square" rtlCol="0">
            <a:spAutoFit/>
          </a:bodyPr>
          <a:lstStyle/>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a:tabLst/>
              <a:defRPr/>
            </a:pPr>
            <a:r>
              <a:rPr kumimoji="0" lang="en-US" sz="1200" b="0" i="0" u="none" strike="noStrike" kern="0" cap="none" spc="0" normalizeH="0" baseline="0" noProof="0" dirty="0">
                <a:ln>
                  <a:noFill/>
                </a:ln>
                <a:solidFill>
                  <a:srgbClr val="000000"/>
                </a:solidFill>
                <a:effectLst/>
                <a:uLnTx/>
                <a:uFillTx/>
                <a:ea typeface="ＭＳ Ｐゴシック"/>
                <a:cs typeface="+mn-cs"/>
              </a:rPr>
              <a:t>Mechanical alignment is the current gold standard tech, but </a:t>
            </a:r>
            <a:r>
              <a:rPr kumimoji="0" lang="en-US" sz="1200" b="1" i="0" u="none" strike="noStrike" kern="0" cap="none" spc="0" normalizeH="0" baseline="0" noProof="0" dirty="0">
                <a:ln>
                  <a:noFill/>
                </a:ln>
                <a:solidFill>
                  <a:srgbClr val="ED1500"/>
                </a:solidFill>
                <a:effectLst/>
                <a:uLnTx/>
                <a:uFillTx/>
                <a:ea typeface="ＭＳ Ｐゴシック"/>
                <a:cs typeface="+mn-cs"/>
              </a:rPr>
              <a:t>only 0.1% of patients have neutral femurs and tibias.</a:t>
            </a:r>
            <a:r>
              <a:rPr kumimoji="0" lang="en-US" sz="1200" b="1" i="0" u="none" strike="noStrike" kern="0" cap="none" spc="0" normalizeH="0" baseline="30000" noProof="0" dirty="0">
                <a:ln>
                  <a:noFill/>
                </a:ln>
                <a:solidFill>
                  <a:srgbClr val="ED1500"/>
                </a:solidFill>
                <a:effectLst/>
                <a:uLnTx/>
                <a:uFillTx/>
                <a:ea typeface="ＭＳ Ｐゴシック"/>
                <a:cs typeface="+mn-cs"/>
              </a:rPr>
              <a:t>19</a:t>
            </a:r>
            <a:r>
              <a:rPr kumimoji="0" lang="en-US" sz="1200" b="1" i="0" u="none" strike="noStrike" kern="0" cap="none" spc="0" normalizeH="0" baseline="0" noProof="0" dirty="0">
                <a:ln>
                  <a:noFill/>
                </a:ln>
                <a:solidFill>
                  <a:srgbClr val="ED1500"/>
                </a:solidFill>
                <a:effectLst/>
                <a:uLnTx/>
                <a:uFillTx/>
                <a:ea typeface="ＭＳ Ｐゴシック"/>
                <a:cs typeface="+mn-cs"/>
              </a:rPr>
              <a:t>  </a:t>
            </a: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a:tabLst/>
              <a:defRPr/>
            </a:pP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a:tabLst/>
              <a:defRPr/>
            </a:pP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a:tabLst/>
              <a:defRPr/>
            </a:pPr>
            <a:r>
              <a:rPr kumimoji="0" lang="en-GB" sz="1200" b="0" i="0" u="none" strike="noStrike" kern="0" cap="none" spc="0" normalizeH="0" baseline="0" noProof="0" dirty="0">
                <a:ln>
                  <a:noFill/>
                </a:ln>
                <a:solidFill>
                  <a:srgbClr val="000000"/>
                </a:solidFill>
                <a:effectLst/>
                <a:uLnTx/>
                <a:uFillTx/>
                <a:ea typeface="ＭＳ Ｐゴシック"/>
                <a:cs typeface="+mn-cs"/>
              </a:rPr>
              <a:t>Mechanical alignment </a:t>
            </a:r>
            <a:r>
              <a:rPr kumimoji="0" lang="en-GB" sz="1200" b="0" i="0" u="none" strike="noStrike" kern="0" cap="none" spc="0" normalizeH="0" baseline="0" noProof="0" dirty="0">
                <a:ln>
                  <a:noFill/>
                </a:ln>
                <a:solidFill>
                  <a:srgbClr val="EB1700"/>
                </a:solidFill>
                <a:effectLst/>
                <a:uLnTx/>
                <a:uFillTx/>
                <a:ea typeface="ＭＳ Ｐゴシック"/>
                <a:cs typeface="+mn-cs"/>
              </a:rPr>
              <a:t>requires soft tissue releases to balance the knee</a:t>
            </a:r>
            <a:r>
              <a:rPr kumimoji="0" lang="en-GB" sz="1200" b="0" i="0" u="none" strike="noStrike" kern="0" cap="none" spc="0" normalizeH="0" baseline="0" noProof="0" dirty="0">
                <a:ln>
                  <a:noFill/>
                </a:ln>
                <a:solidFill>
                  <a:srgbClr val="000000"/>
                </a:solidFill>
                <a:effectLst/>
                <a:uLnTx/>
                <a:uFillTx/>
                <a:ea typeface="ＭＳ Ｐゴシック"/>
                <a:cs typeface="+mn-cs"/>
              </a:rPr>
              <a:t> in a high proportion of cases.</a:t>
            </a:r>
            <a:r>
              <a:rPr kumimoji="0" lang="en-GB" sz="1200" b="0" i="0" u="none" strike="noStrike" kern="0" cap="none" spc="0" normalizeH="0" baseline="30000" noProof="0" dirty="0">
                <a:ln>
                  <a:noFill/>
                </a:ln>
                <a:solidFill>
                  <a:srgbClr val="000000"/>
                </a:solidFill>
                <a:effectLst/>
                <a:uLnTx/>
                <a:uFillTx/>
                <a:ea typeface="ＭＳ Ｐゴシック"/>
                <a:cs typeface="+mn-cs"/>
              </a:rPr>
              <a:t>20</a:t>
            </a:r>
            <a:r>
              <a:rPr kumimoji="0" lang="en-GB" sz="1200" b="0" i="0" u="none" strike="noStrike" kern="0" cap="none" spc="0" normalizeH="0" baseline="0" noProof="0" dirty="0">
                <a:ln>
                  <a:noFill/>
                </a:ln>
                <a:solidFill>
                  <a:srgbClr val="000000"/>
                </a:solidFill>
                <a:effectLst/>
                <a:uLnTx/>
                <a:uFillTx/>
                <a:ea typeface="ＭＳ Ｐゴシック"/>
                <a:cs typeface="+mn-cs"/>
              </a:rPr>
              <a:t> </a:t>
            </a: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endParaRPr kumimoji="0" lang="en-GB" sz="1200" b="0" i="0" u="none" strike="noStrike" kern="0" cap="none" spc="0" normalizeH="0" baseline="0" noProof="0" dirty="0">
              <a:ln>
                <a:noFill/>
              </a:ln>
              <a:solidFill>
                <a:srgbClr val="000000"/>
              </a:solidFill>
              <a:effectLst/>
              <a:uLnTx/>
              <a:uFillTx/>
              <a:ea typeface="ＭＳ Ｐゴシック"/>
              <a:cs typeface="+mn-cs"/>
            </a:endParaRP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startAt="3"/>
              <a:tabLst/>
              <a:defRPr/>
            </a:pPr>
            <a:r>
              <a:rPr kumimoji="0" lang="en-GB" sz="1200" b="0" i="0" u="none" strike="noStrike" kern="0" cap="none" spc="0" normalizeH="0" baseline="0" noProof="0" dirty="0">
                <a:ln>
                  <a:noFill/>
                </a:ln>
                <a:solidFill>
                  <a:srgbClr val="000000"/>
                </a:solidFill>
                <a:effectLst/>
                <a:uLnTx/>
                <a:uFillTx/>
                <a:ea typeface="ＭＳ Ｐゴシック"/>
                <a:cs typeface="+mn-cs"/>
              </a:rPr>
              <a:t>Implants designed and </a:t>
            </a:r>
            <a:r>
              <a:rPr kumimoji="0" lang="en-GB" sz="1200" b="0" i="0" u="none" strike="noStrike" kern="0" cap="none" spc="0" normalizeH="0" baseline="0" noProof="0" dirty="0">
                <a:ln>
                  <a:noFill/>
                </a:ln>
                <a:solidFill>
                  <a:srgbClr val="EB1700"/>
                </a:solidFill>
                <a:effectLst/>
                <a:uLnTx/>
                <a:uFillTx/>
                <a:ea typeface="ＭＳ Ｐゴシック"/>
                <a:cs typeface="+mn-cs"/>
              </a:rPr>
              <a:t>tested under mechanical alignment conditions. V</a:t>
            </a:r>
            <a:r>
              <a:rPr kumimoji="0" lang="en-GB" sz="1200" b="0" i="0" u="none" strike="noStrike" kern="0" cap="none" spc="0" normalizeH="0" baseline="0" noProof="0" dirty="0" err="1">
                <a:ln>
                  <a:noFill/>
                </a:ln>
                <a:solidFill>
                  <a:srgbClr val="EB1700"/>
                </a:solidFill>
                <a:effectLst/>
                <a:uLnTx/>
                <a:uFillTx/>
                <a:ea typeface="ＭＳ Ｐゴシック"/>
                <a:cs typeface="+mn-cs"/>
              </a:rPr>
              <a:t>ery</a:t>
            </a:r>
            <a:r>
              <a:rPr kumimoji="0" lang="en-GB" sz="1200" b="0" i="0" u="none" strike="noStrike" kern="0" cap="none" spc="0" normalizeH="0" baseline="0" noProof="0" dirty="0">
                <a:ln>
                  <a:noFill/>
                </a:ln>
                <a:solidFill>
                  <a:srgbClr val="EB1700"/>
                </a:solidFill>
                <a:effectLst/>
                <a:uLnTx/>
                <a:uFillTx/>
                <a:ea typeface="ＭＳ Ｐゴシック"/>
                <a:cs typeface="+mn-cs"/>
              </a:rPr>
              <a:t> limited published implant testing under alternative alignment conditions</a:t>
            </a:r>
            <a:r>
              <a:rPr kumimoji="0" lang="en-GB" sz="1200" b="0" i="0" u="none" strike="noStrike" kern="0" cap="none" spc="0" normalizeH="0" baseline="0" noProof="0" dirty="0">
                <a:ln>
                  <a:noFill/>
                </a:ln>
                <a:solidFill>
                  <a:srgbClr val="000000"/>
                </a:solidFill>
                <a:effectLst/>
                <a:uLnTx/>
                <a:uFillTx/>
                <a:ea typeface="ＭＳ Ｐゴシック"/>
                <a:cs typeface="+mn-cs"/>
              </a:rPr>
              <a:t> which may influence wear and fixation performance.</a:t>
            </a:r>
            <a:r>
              <a:rPr kumimoji="0" lang="en-GB" sz="1200" b="0" i="0" u="none" strike="noStrike" kern="0" cap="none" spc="0" normalizeH="0" baseline="30000" noProof="0" dirty="0">
                <a:ln>
                  <a:noFill/>
                </a:ln>
                <a:solidFill>
                  <a:srgbClr val="000000"/>
                </a:solidFill>
                <a:effectLst/>
                <a:uLnTx/>
                <a:uFillTx/>
                <a:ea typeface="ＭＳ Ｐゴシック"/>
                <a:cs typeface="+mn-cs"/>
              </a:rPr>
              <a:t>21</a:t>
            </a:r>
            <a:endParaRPr kumimoji="0" lang="en-US" sz="1200" b="0" i="0" u="none" strike="noStrike" kern="0" cap="none" spc="0" normalizeH="0" baseline="0" noProof="0" dirty="0">
              <a:ln>
                <a:noFill/>
              </a:ln>
              <a:solidFill>
                <a:srgbClr val="000000"/>
              </a:solidFill>
              <a:effectLst/>
              <a:uLnTx/>
              <a:uFillTx/>
              <a:ea typeface="ＭＳ Ｐゴシック"/>
              <a:cs typeface="+mn-cs"/>
            </a:endParaRPr>
          </a:p>
        </p:txBody>
      </p:sp>
      <p:pic>
        <p:nvPicPr>
          <p:cNvPr id="48" name="Picture 47">
            <a:extLst>
              <a:ext uri="{FF2B5EF4-FFF2-40B4-BE49-F238E27FC236}">
                <a16:creationId xmlns:a16="http://schemas.microsoft.com/office/drawing/2014/main" id="{CC47DF63-7C01-4712-E711-0687A7D4144A}"/>
              </a:ext>
            </a:extLst>
          </p:cNvPr>
          <p:cNvPicPr>
            <a:picLocks noChangeAspect="1"/>
          </p:cNvPicPr>
          <p:nvPr/>
        </p:nvPicPr>
        <p:blipFill rotWithShape="1">
          <a:blip r:embed="rId5"/>
          <a:srcRect l="-3697" t="-65" r="49568" b="42238"/>
          <a:stretch/>
        </p:blipFill>
        <p:spPr>
          <a:xfrm>
            <a:off x="6496889" y="3158408"/>
            <a:ext cx="1362331" cy="955853"/>
          </a:xfrm>
          <a:prstGeom prst="rect">
            <a:avLst/>
          </a:prstGeom>
          <a:effectLst>
            <a:outerShdw blurRad="50800" dist="38100" dir="2700000" algn="tl" rotWithShape="0">
              <a:prstClr val="black">
                <a:alpha val="40000"/>
              </a:prstClr>
            </a:outerShdw>
          </a:effectLst>
        </p:spPr>
      </p:pic>
      <p:sp>
        <p:nvSpPr>
          <p:cNvPr id="49" name="TextBox 48">
            <a:extLst>
              <a:ext uri="{FF2B5EF4-FFF2-40B4-BE49-F238E27FC236}">
                <a16:creationId xmlns:a16="http://schemas.microsoft.com/office/drawing/2014/main" id="{5E822558-B3B9-1C3C-5B59-495895049D43}"/>
              </a:ext>
            </a:extLst>
          </p:cNvPr>
          <p:cNvSpPr txBox="1"/>
          <p:nvPr/>
        </p:nvSpPr>
        <p:spPr bwMode="auto">
          <a:xfrm>
            <a:off x="7998104" y="3096631"/>
            <a:ext cx="2593053" cy="3600986"/>
          </a:xfrm>
          <a:prstGeom prst="rect">
            <a:avLst/>
          </a:prstGeom>
          <a:noFill/>
          <a:ln w="25400" cap="flat" cmpd="sng" algn="ctr">
            <a:noFill/>
            <a:prstDash val="solid"/>
          </a:ln>
          <a:effectLst/>
        </p:spPr>
        <p:txBody>
          <a:bodyPr wrap="square" rtlCol="0">
            <a:spAutoFit/>
          </a:bodyPr>
          <a:lstStyle/>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a:tabLst/>
              <a:defRPr/>
            </a:pPr>
            <a:r>
              <a:rPr kumimoji="0" lang="en-GB" sz="1200" b="0" i="0" u="none" strike="noStrike" kern="0" cap="none" spc="0" normalizeH="0" baseline="0" noProof="0" dirty="0">
                <a:ln>
                  <a:noFill/>
                </a:ln>
                <a:solidFill>
                  <a:srgbClr val="000000"/>
                </a:solidFill>
                <a:effectLst/>
                <a:uLnTx/>
                <a:uFillTx/>
                <a:ea typeface="ＭＳ Ｐゴシック"/>
                <a:cs typeface="+mn-cs"/>
              </a:rPr>
              <a:t>Manual instruments have </a:t>
            </a:r>
            <a:r>
              <a:rPr kumimoji="0" lang="en-GB" sz="1200" b="0" i="0" u="none" strike="noStrike" kern="0" cap="none" spc="0" normalizeH="0" baseline="0" noProof="0" dirty="0">
                <a:ln>
                  <a:noFill/>
                </a:ln>
                <a:solidFill>
                  <a:srgbClr val="EB1700"/>
                </a:solidFill>
                <a:effectLst/>
                <a:uLnTx/>
                <a:uFillTx/>
                <a:ea typeface="ＭＳ Ｐゴシック"/>
                <a:cs typeface="+mn-cs"/>
              </a:rPr>
              <a:t>reduced accuracy </a:t>
            </a:r>
            <a:r>
              <a:rPr kumimoji="0" lang="en-GB" sz="1200" b="0" i="0" u="none" strike="noStrike" kern="0" cap="none" spc="0" normalizeH="0" baseline="0" noProof="0" dirty="0">
                <a:ln>
                  <a:noFill/>
                </a:ln>
                <a:solidFill>
                  <a:srgbClr val="000000"/>
                </a:solidFill>
                <a:effectLst/>
                <a:uLnTx/>
                <a:uFillTx/>
                <a:ea typeface="ＭＳ Ｐゴシック"/>
                <a:cs typeface="+mn-cs"/>
              </a:rPr>
              <a:t>when implementing patient specific techniques </a:t>
            </a:r>
            <a:r>
              <a:rPr kumimoji="0" lang="en-GB" sz="1200" b="0" i="0" u="none" strike="noStrike" kern="0" cap="none" spc="0" normalizeH="0" baseline="0" noProof="0" dirty="0">
                <a:ln>
                  <a:noFill/>
                </a:ln>
                <a:solidFill>
                  <a:srgbClr val="EB1700"/>
                </a:solidFill>
                <a:effectLst/>
                <a:uLnTx/>
                <a:uFillTx/>
                <a:ea typeface="ＭＳ Ｐゴシック"/>
                <a:cs typeface="+mn-cs"/>
              </a:rPr>
              <a:t>and lack predictive data on balancing</a:t>
            </a:r>
            <a:r>
              <a:rPr kumimoji="0" lang="en-GB" sz="1200" b="0" i="0" u="none" strike="noStrike" kern="0" cap="none" spc="0" normalizeH="0" baseline="0" noProof="0" dirty="0">
                <a:ln>
                  <a:noFill/>
                </a:ln>
                <a:solidFill>
                  <a:srgbClr val="000000"/>
                </a:solidFill>
                <a:effectLst/>
                <a:uLnTx/>
                <a:uFillTx/>
                <a:ea typeface="ＭＳ Ｐゴシック"/>
                <a:cs typeface="+mn-cs"/>
              </a:rPr>
              <a:t>.</a:t>
            </a:r>
            <a:r>
              <a:rPr kumimoji="0" lang="en-GB" sz="1200" b="0" i="0" u="none" strike="noStrike" kern="0" cap="none" spc="0" normalizeH="0" baseline="30000" noProof="0" dirty="0">
                <a:ln>
                  <a:noFill/>
                </a:ln>
                <a:solidFill>
                  <a:srgbClr val="000000"/>
                </a:solidFill>
                <a:effectLst/>
                <a:uLnTx/>
                <a:uFillTx/>
                <a:ea typeface="ＭＳ Ｐゴシック"/>
                <a:cs typeface="+mn-cs"/>
              </a:rPr>
              <a:t>22</a:t>
            </a:r>
            <a:r>
              <a:rPr kumimoji="0" lang="en-GB" sz="1200" b="0" i="0" u="none" strike="noStrike" kern="0" cap="none" spc="0" normalizeH="0" baseline="0" noProof="0" dirty="0">
                <a:ln>
                  <a:noFill/>
                </a:ln>
                <a:solidFill>
                  <a:srgbClr val="000000"/>
                </a:solidFill>
                <a:effectLst/>
                <a:uLnTx/>
                <a:uFillTx/>
                <a:ea typeface="ＭＳ Ｐゴシック"/>
                <a:cs typeface="+mn-cs"/>
              </a:rPr>
              <a:t> </a:t>
            </a: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a:tabLst/>
              <a:defRPr/>
            </a:pP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startAt="2"/>
              <a:tabLst/>
              <a:defRPr/>
            </a:pPr>
            <a:r>
              <a:rPr kumimoji="0" lang="en-GB" sz="1200" b="0" i="0" u="none" strike="noStrike" kern="0" cap="none" spc="0" normalizeH="0" baseline="0" noProof="0" dirty="0">
                <a:ln>
                  <a:noFill/>
                </a:ln>
                <a:solidFill>
                  <a:srgbClr val="000000"/>
                </a:solidFill>
                <a:effectLst/>
                <a:uLnTx/>
                <a:uFillTx/>
                <a:ea typeface="ＭＳ Ｐゴシック"/>
                <a:cs typeface="+mn-cs"/>
              </a:rPr>
              <a:t>Navigation systems require </a:t>
            </a:r>
            <a:r>
              <a:rPr kumimoji="0" lang="en-GB" sz="1200" b="0" i="0" u="none" strike="noStrike" kern="0" cap="none" spc="0" normalizeH="0" baseline="0" noProof="0" dirty="0">
                <a:ln>
                  <a:noFill/>
                </a:ln>
                <a:solidFill>
                  <a:srgbClr val="EB1700"/>
                </a:solidFill>
                <a:effectLst/>
                <a:uLnTx/>
                <a:uFillTx/>
                <a:ea typeface="ＭＳ Ｐゴシック"/>
                <a:cs typeface="+mn-cs"/>
              </a:rPr>
              <a:t>positioning and pinning of cutting blocks</a:t>
            </a:r>
            <a:r>
              <a:rPr kumimoji="0" lang="en-GB" sz="1200" b="0" i="0" u="none" strike="noStrike" kern="0" cap="none" spc="0" normalizeH="0" baseline="0" noProof="0" dirty="0">
                <a:ln>
                  <a:noFill/>
                </a:ln>
                <a:solidFill>
                  <a:srgbClr val="000000"/>
                </a:solidFill>
                <a:effectLst/>
                <a:uLnTx/>
                <a:uFillTx/>
                <a:ea typeface="ＭＳ Ｐゴシック"/>
                <a:cs typeface="+mn-cs"/>
              </a:rPr>
              <a:t> adding additional steps to the procedure.</a:t>
            </a:r>
            <a:r>
              <a:rPr kumimoji="0" lang="en-GB" sz="1200" b="0" i="0" u="none" strike="noStrike" kern="0" cap="none" spc="0" normalizeH="0" baseline="30000" noProof="0" dirty="0">
                <a:ln>
                  <a:noFill/>
                </a:ln>
                <a:solidFill>
                  <a:srgbClr val="000000"/>
                </a:solidFill>
                <a:effectLst/>
                <a:uLnTx/>
                <a:uFillTx/>
                <a:ea typeface="ＭＳ Ｐゴシック"/>
                <a:cs typeface="+mn-cs"/>
              </a:rPr>
              <a:t>23</a:t>
            </a:r>
            <a:r>
              <a:rPr kumimoji="0" lang="en-GB" sz="1200" b="0" i="0" u="none" strike="noStrike" kern="0" cap="none" spc="0" normalizeH="0" baseline="0" noProof="0" dirty="0">
                <a:ln>
                  <a:noFill/>
                </a:ln>
                <a:solidFill>
                  <a:srgbClr val="000000"/>
                </a:solidFill>
                <a:effectLst/>
                <a:uLnTx/>
                <a:uFillTx/>
                <a:ea typeface="ＭＳ Ｐゴシック"/>
                <a:cs typeface="+mn-cs"/>
              </a:rPr>
              <a:t> </a:t>
            </a: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a:tabLst/>
              <a:defRPr/>
            </a:pP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startAt="3"/>
              <a:tabLst/>
              <a:defRPr/>
            </a:pPr>
            <a:r>
              <a:rPr kumimoji="0" lang="en-GB" sz="1200" b="0" i="0" u="none" strike="noStrike" kern="0" cap="none" spc="0" normalizeH="0" baseline="0" noProof="0" dirty="0">
                <a:ln>
                  <a:noFill/>
                </a:ln>
                <a:solidFill>
                  <a:srgbClr val="000000"/>
                </a:solidFill>
                <a:effectLst/>
                <a:uLnTx/>
                <a:uFillTx/>
                <a:ea typeface="ＭＳ Ｐゴシック"/>
                <a:cs typeface="+mn-cs"/>
              </a:rPr>
              <a:t>CT based Robotic systems are </a:t>
            </a:r>
            <a:r>
              <a:rPr kumimoji="0" lang="en-GB" sz="1200" b="0" i="0" u="none" strike="noStrike" kern="0" cap="none" spc="0" normalizeH="0" baseline="0" noProof="0" dirty="0">
                <a:ln>
                  <a:noFill/>
                </a:ln>
                <a:solidFill>
                  <a:srgbClr val="EB1700"/>
                </a:solidFill>
                <a:effectLst/>
                <a:uLnTx/>
                <a:uFillTx/>
                <a:ea typeface="ＭＳ Ｐゴシック"/>
                <a:cs typeface="+mn-cs"/>
              </a:rPr>
              <a:t>reliant on technician defined landmark acquisition</a:t>
            </a:r>
            <a:r>
              <a:rPr kumimoji="0" lang="en-GB" sz="1200" b="0" i="0" u="none" strike="noStrike" kern="0" cap="none" spc="0" normalizeH="0" baseline="0" noProof="0" dirty="0">
                <a:ln>
                  <a:noFill/>
                </a:ln>
                <a:solidFill>
                  <a:srgbClr val="000000"/>
                </a:solidFill>
                <a:effectLst/>
                <a:uLnTx/>
                <a:uFillTx/>
                <a:ea typeface="ＭＳ Ｐゴシック"/>
                <a:cs typeface="+mn-cs"/>
              </a:rPr>
              <a:t>.</a:t>
            </a:r>
            <a:r>
              <a:rPr kumimoji="0" lang="en-GB" sz="1200" b="0" i="0" u="none" strike="noStrike" kern="0" cap="none" spc="0" normalizeH="0" baseline="30000" noProof="0" dirty="0">
                <a:ln>
                  <a:noFill/>
                </a:ln>
                <a:solidFill>
                  <a:srgbClr val="000000"/>
                </a:solidFill>
                <a:effectLst/>
                <a:uLnTx/>
                <a:uFillTx/>
                <a:ea typeface="ＭＳ Ｐゴシック"/>
                <a:cs typeface="+mn-cs"/>
              </a:rPr>
              <a:t>24</a:t>
            </a:r>
            <a:r>
              <a:rPr kumimoji="0" lang="en-GB" sz="1200" b="0" i="0" u="none" strike="noStrike" kern="0" cap="none" spc="0" normalizeH="0" baseline="0" noProof="0" dirty="0">
                <a:ln>
                  <a:noFill/>
                </a:ln>
                <a:solidFill>
                  <a:srgbClr val="000000"/>
                </a:solidFill>
                <a:effectLst/>
                <a:uLnTx/>
                <a:uFillTx/>
                <a:ea typeface="ＭＳ Ｐゴシック"/>
                <a:cs typeface="+mn-cs"/>
              </a:rPr>
              <a:t> </a:t>
            </a: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a:tabLst/>
              <a:defRPr/>
            </a:pP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marL="177750" marR="0" lvl="0" indent="-177750" algn="l" defTabSz="914400" rtl="0" eaLnBrk="1" fontAlgn="auto" latinLnBrk="0" hangingPunct="1">
              <a:lnSpc>
                <a:spcPct val="100000"/>
              </a:lnSpc>
              <a:spcBef>
                <a:spcPts val="0"/>
              </a:spcBef>
              <a:spcAft>
                <a:spcPts val="0"/>
              </a:spcAft>
              <a:buClr>
                <a:srgbClr val="ED1500"/>
              </a:buClr>
              <a:buSzTx/>
              <a:buFont typeface="Arial" panose="020B0604020202020204" pitchFamily="34" charset="0"/>
              <a:buChar char="•"/>
              <a:tabLst/>
              <a:defRPr/>
            </a:pPr>
            <a:endParaRPr kumimoji="0" lang="en-US" sz="1200" b="0" i="0" u="none" strike="noStrike" kern="0" cap="none" spc="0" normalizeH="0" baseline="0" noProof="0" dirty="0">
              <a:ln>
                <a:noFill/>
              </a:ln>
              <a:solidFill>
                <a:srgbClr val="000000"/>
              </a:solidFill>
              <a:effectLst/>
              <a:uLnTx/>
              <a:uFillTx/>
              <a:ea typeface="ＭＳ Ｐゴシック"/>
              <a:cs typeface="+mn-cs"/>
            </a:endParaRPr>
          </a:p>
        </p:txBody>
      </p:sp>
      <p:pic>
        <p:nvPicPr>
          <p:cNvPr id="51" name="Picture 50">
            <a:extLst>
              <a:ext uri="{FF2B5EF4-FFF2-40B4-BE49-F238E27FC236}">
                <a16:creationId xmlns:a16="http://schemas.microsoft.com/office/drawing/2014/main" id="{BD83DC6D-2605-227B-A162-0380A2A6B005}"/>
              </a:ext>
            </a:extLst>
          </p:cNvPr>
          <p:cNvPicPr>
            <a:picLocks noChangeAspect="1"/>
          </p:cNvPicPr>
          <p:nvPr/>
        </p:nvPicPr>
        <p:blipFill>
          <a:blip r:embed="rId6" cstate="print">
            <a:extLst>
              <a:ext uri="{28A0092B-C50C-407E-A947-70E740481C1C}">
                <a14:useLocalDpi xmlns:a14="http://schemas.microsoft.com/office/drawing/2010/main"/>
              </a:ext>
            </a:extLst>
          </a:blip>
          <a:srcRect/>
          <a:stretch/>
        </p:blipFill>
        <p:spPr>
          <a:xfrm>
            <a:off x="2485102" y="4487536"/>
            <a:ext cx="1225864" cy="672229"/>
          </a:xfrm>
          <a:prstGeom prst="rect">
            <a:avLst/>
          </a:prstGeom>
        </p:spPr>
      </p:pic>
      <p:pic>
        <p:nvPicPr>
          <p:cNvPr id="1030" name="Picture 6" descr="Accuracy of soft tissue balancing in total knee arthroplasty - ScienceDirect">
            <a:extLst>
              <a:ext uri="{FF2B5EF4-FFF2-40B4-BE49-F238E27FC236}">
                <a16:creationId xmlns:a16="http://schemas.microsoft.com/office/drawing/2014/main" id="{5CE652CE-45AA-269D-77F4-3F2EC4D9E61A}"/>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10591161" y="3077896"/>
            <a:ext cx="987998" cy="1028101"/>
          </a:xfrm>
          <a:prstGeom prst="rect">
            <a:avLst/>
          </a:prstGeom>
          <a:noFill/>
          <a:extLst>
            <a:ext uri="{909E8E84-426E-40DD-AFC4-6F175D3DCCD1}">
              <a14:hiddenFill xmlns:a14="http://schemas.microsoft.com/office/drawing/2010/main">
                <a:solidFill>
                  <a:srgbClr val="FFFFFF"/>
                </a:solidFill>
              </a14:hiddenFill>
            </a:ext>
          </a:extLst>
        </p:spPr>
      </p:pic>
      <p:sp>
        <p:nvSpPr>
          <p:cNvPr id="62" name="TextBox 61">
            <a:extLst>
              <a:ext uri="{FF2B5EF4-FFF2-40B4-BE49-F238E27FC236}">
                <a16:creationId xmlns:a16="http://schemas.microsoft.com/office/drawing/2014/main" id="{0350BF5F-B2FF-5E72-0C36-22588EF250E1}"/>
              </a:ext>
            </a:extLst>
          </p:cNvPr>
          <p:cNvSpPr txBox="1"/>
          <p:nvPr/>
        </p:nvSpPr>
        <p:spPr bwMode="auto">
          <a:xfrm>
            <a:off x="1191144" y="2244753"/>
            <a:ext cx="1204042" cy="400110"/>
          </a:xfrm>
          <a:prstGeom prst="rect">
            <a:avLst/>
          </a:prstGeom>
          <a:noFill/>
          <a:ln w="25400" cap="flat" cmpd="sng" algn="ctr">
            <a:noFill/>
            <a:prstDash val="solid"/>
          </a:ln>
          <a:effectLst/>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000" b="1" i="0" u="none" strike="noStrike" kern="0" cap="none" spc="0" normalizeH="0" baseline="0" noProof="0" dirty="0">
                <a:ln>
                  <a:noFill/>
                </a:ln>
                <a:solidFill>
                  <a:srgbClr val="000000"/>
                </a:solidFill>
                <a:effectLst/>
                <a:uLnTx/>
                <a:uFillTx/>
                <a:ea typeface="ＭＳ Ｐゴシック"/>
                <a:cs typeface="+mn-cs"/>
              </a:rPr>
              <a:t>Implant </a:t>
            </a:r>
          </a:p>
        </p:txBody>
      </p:sp>
      <p:sp>
        <p:nvSpPr>
          <p:cNvPr id="63" name="TextBox 62">
            <a:extLst>
              <a:ext uri="{FF2B5EF4-FFF2-40B4-BE49-F238E27FC236}">
                <a16:creationId xmlns:a16="http://schemas.microsoft.com/office/drawing/2014/main" id="{E0F375A8-F2D4-A4AA-5A97-46B7729834F3}"/>
              </a:ext>
            </a:extLst>
          </p:cNvPr>
          <p:cNvSpPr txBox="1"/>
          <p:nvPr/>
        </p:nvSpPr>
        <p:spPr bwMode="auto">
          <a:xfrm>
            <a:off x="9088063" y="2244753"/>
            <a:ext cx="1901365" cy="400110"/>
          </a:xfrm>
          <a:prstGeom prst="rect">
            <a:avLst/>
          </a:prstGeom>
          <a:noFill/>
          <a:ln w="25400" cap="flat" cmpd="sng" algn="ctr">
            <a:noFill/>
            <a:prstDash val="solid"/>
          </a:ln>
          <a:effectLst/>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000" b="1" i="0" u="none" strike="noStrike" kern="0" cap="none" spc="0" normalizeH="0" baseline="0" noProof="0">
                <a:ln>
                  <a:noFill/>
                </a:ln>
                <a:solidFill>
                  <a:srgbClr val="000000"/>
                </a:solidFill>
                <a:effectLst/>
                <a:uLnTx/>
                <a:uFillTx/>
                <a:ea typeface="ＭＳ Ｐゴシック"/>
                <a:cs typeface="+mn-cs"/>
              </a:rPr>
              <a:t>Technology</a:t>
            </a:r>
          </a:p>
        </p:txBody>
      </p:sp>
      <p:sp>
        <p:nvSpPr>
          <p:cNvPr id="1024" name="TextBox 1023">
            <a:extLst>
              <a:ext uri="{FF2B5EF4-FFF2-40B4-BE49-F238E27FC236}">
                <a16:creationId xmlns:a16="http://schemas.microsoft.com/office/drawing/2014/main" id="{2D8BA0B3-4D2C-4D3A-DC49-8904D9CD793F}"/>
              </a:ext>
            </a:extLst>
          </p:cNvPr>
          <p:cNvSpPr txBox="1"/>
          <p:nvPr/>
        </p:nvSpPr>
        <p:spPr bwMode="auto">
          <a:xfrm>
            <a:off x="5108847" y="2244753"/>
            <a:ext cx="1490124" cy="400110"/>
          </a:xfrm>
          <a:prstGeom prst="rect">
            <a:avLst/>
          </a:prstGeom>
          <a:noFill/>
          <a:ln w="25400" cap="flat" cmpd="sng" algn="ctr">
            <a:noFill/>
            <a:prstDash val="solid"/>
          </a:ln>
          <a:effectLst/>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000" b="1" i="0" u="none" strike="noStrike" kern="0" cap="none" spc="0" normalizeH="0" baseline="0" noProof="0">
                <a:ln>
                  <a:noFill/>
                </a:ln>
                <a:solidFill>
                  <a:srgbClr val="000000"/>
                </a:solidFill>
                <a:effectLst/>
                <a:uLnTx/>
                <a:uFillTx/>
                <a:ea typeface="ＭＳ Ｐゴシック"/>
                <a:cs typeface="+mn-cs"/>
              </a:rPr>
              <a:t>Technique </a:t>
            </a:r>
          </a:p>
        </p:txBody>
      </p:sp>
      <p:pic>
        <p:nvPicPr>
          <p:cNvPr id="4" name="Picture 3">
            <a:extLst>
              <a:ext uri="{FF2B5EF4-FFF2-40B4-BE49-F238E27FC236}">
                <a16:creationId xmlns:a16="http://schemas.microsoft.com/office/drawing/2014/main" id="{910405AD-B2D4-42F2-19D2-6E8A2CD4CB87}"/>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2584949" y="5752465"/>
            <a:ext cx="1050190" cy="812478"/>
          </a:xfrm>
          <a:prstGeom prst="rect">
            <a:avLst/>
          </a:prstGeom>
        </p:spPr>
      </p:pic>
      <p:pic>
        <p:nvPicPr>
          <p:cNvPr id="7" name="Picture 6">
            <a:extLst>
              <a:ext uri="{FF2B5EF4-FFF2-40B4-BE49-F238E27FC236}">
                <a16:creationId xmlns:a16="http://schemas.microsoft.com/office/drawing/2014/main" id="{5E64AE96-710E-A94E-D1B1-21AF57489C32}"/>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6661166" y="5395384"/>
            <a:ext cx="1188267" cy="1234235"/>
          </a:xfrm>
          <a:prstGeom prst="rect">
            <a:avLst/>
          </a:prstGeom>
        </p:spPr>
      </p:pic>
      <p:pic>
        <p:nvPicPr>
          <p:cNvPr id="10" name="Picture 9">
            <a:extLst>
              <a:ext uri="{FF2B5EF4-FFF2-40B4-BE49-F238E27FC236}">
                <a16:creationId xmlns:a16="http://schemas.microsoft.com/office/drawing/2014/main" id="{40BF2890-1B5E-B7D7-CFE7-2EB6FB7BFECA}"/>
              </a:ext>
            </a:extLst>
          </p:cNvPr>
          <p:cNvPicPr>
            <a:picLocks noChangeAspect="1"/>
          </p:cNvPicPr>
          <p:nvPr/>
        </p:nvPicPr>
        <p:blipFill>
          <a:blip r:embed="rId10" cstate="print">
            <a:extLst>
              <a:ext uri="{28A0092B-C50C-407E-A947-70E740481C1C}">
                <a14:useLocalDpi xmlns:a14="http://schemas.microsoft.com/office/drawing/2010/main"/>
              </a:ext>
            </a:extLst>
          </a:blip>
          <a:srcRect/>
          <a:stretch/>
        </p:blipFill>
        <p:spPr>
          <a:xfrm>
            <a:off x="10636220" y="5583701"/>
            <a:ext cx="1378436" cy="736901"/>
          </a:xfrm>
          <a:prstGeom prst="rect">
            <a:avLst/>
          </a:prstGeom>
        </p:spPr>
      </p:pic>
      <p:pic>
        <p:nvPicPr>
          <p:cNvPr id="1026" name="Picture 2" descr="Clinic - Clinica Adler">
            <a:extLst>
              <a:ext uri="{FF2B5EF4-FFF2-40B4-BE49-F238E27FC236}">
                <a16:creationId xmlns:a16="http://schemas.microsoft.com/office/drawing/2014/main" id="{746E65DC-1333-706B-FED3-A2E8038502CA}"/>
              </a:ext>
            </a:extLst>
          </p:cNvPr>
          <p:cNvPicPr>
            <a:picLocks noChangeAspect="1" noChangeArrowheads="1"/>
          </p:cNvPicPr>
          <p:nvPr/>
        </p:nvPicPr>
        <p:blipFill>
          <a:blip r:embed="rId11">
            <a:extLst>
              <a:ext uri="{28A0092B-C50C-407E-A947-70E740481C1C}">
                <a14:useLocalDpi xmlns:a14="http://schemas.microsoft.com/office/drawing/2010/main"/>
              </a:ext>
            </a:extLst>
          </a:blip>
          <a:srcRect/>
          <a:stretch>
            <a:fillRect/>
          </a:stretch>
        </p:blipFill>
        <p:spPr bwMode="auto">
          <a:xfrm>
            <a:off x="10674977" y="4317843"/>
            <a:ext cx="1252642" cy="93948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F0701A77-27EC-35CA-21BD-4E51353B36ED}"/>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6631927" y="4301430"/>
            <a:ext cx="1253118" cy="693358"/>
          </a:xfrm>
          <a:prstGeom prst="rect">
            <a:avLst/>
          </a:prstGeom>
        </p:spPr>
      </p:pic>
      <p:sp>
        <p:nvSpPr>
          <p:cNvPr id="3" name="Text Placeholder 7">
            <a:extLst>
              <a:ext uri="{FF2B5EF4-FFF2-40B4-BE49-F238E27FC236}">
                <a16:creationId xmlns:a16="http://schemas.microsoft.com/office/drawing/2014/main" id="{29A983DD-4003-3B92-4347-6FA356B971E6}"/>
              </a:ext>
            </a:extLst>
          </p:cNvPr>
          <p:cNvSpPr txBox="1">
            <a:spLocks/>
          </p:cNvSpPr>
          <p:nvPr/>
        </p:nvSpPr>
        <p:spPr bwMode="auto">
          <a:xfrm>
            <a:off x="382959" y="930156"/>
            <a:ext cx="10460326" cy="402040"/>
          </a:xfrm>
          <a:prstGeom prst="rect">
            <a:avLst/>
          </a:prstGeom>
          <a:noFill/>
          <a:ln w="12700">
            <a:noFill/>
            <a:miter lim="800000"/>
            <a:headEnd/>
            <a:tailEnd/>
          </a:ln>
        </p:spPr>
        <p:txBody>
          <a:bodyPr vert="horz" wrap="square" lIns="0" tIns="0" rIns="0" bIns="0" numCol="1" anchor="t" anchorCtr="0" compatLnSpc="1">
            <a:prstTxWarp prst="textNoShape">
              <a:avLst/>
            </a:prstTxWarp>
            <a:noAutofit/>
          </a:bodyPr>
          <a:lstStyle>
            <a:lvl1pPr marL="0" indent="0" algn="l" rtl="0" eaLnBrk="1" fontAlgn="base" hangingPunct="1">
              <a:lnSpc>
                <a:spcPct val="100000"/>
              </a:lnSpc>
              <a:spcBef>
                <a:spcPts val="1800"/>
              </a:spcBef>
              <a:spcAft>
                <a:spcPct val="0"/>
              </a:spcAft>
              <a:buClr>
                <a:srgbClr val="63666A"/>
              </a:buClr>
              <a:buSzPct val="100000"/>
              <a:buFontTx/>
              <a:buNone/>
              <a:defRPr sz="2000">
                <a:solidFill>
                  <a:schemeClr val="bg1"/>
                </a:solidFill>
                <a:latin typeface="+mn-lt"/>
                <a:ea typeface="Arial Unicode MS" pitchFamily="-65" charset="0"/>
                <a:cs typeface="Arial Unicode MS" pitchFamily="-65" charset="0"/>
                <a:sym typeface="Arial" pitchFamily="-65" charset="0"/>
              </a:defRPr>
            </a:lvl1pPr>
            <a:lvl2pPr marL="0" indent="0" algn="l" rtl="0" eaLnBrk="1" fontAlgn="base" hangingPunct="1">
              <a:lnSpc>
                <a:spcPct val="100000"/>
              </a:lnSpc>
              <a:spcBef>
                <a:spcPts val="0"/>
              </a:spcBef>
              <a:spcAft>
                <a:spcPct val="0"/>
              </a:spcAft>
              <a:buClr>
                <a:srgbClr val="63666A"/>
              </a:buClr>
              <a:buSzPct val="100000"/>
              <a:buFontTx/>
              <a:buNone/>
              <a:defRPr sz="2000" b="1">
                <a:solidFill>
                  <a:schemeClr val="bg1"/>
                </a:solidFill>
                <a:latin typeface="+mn-lt"/>
                <a:ea typeface="Arial Unicode MS" pitchFamily="-65" charset="0"/>
                <a:cs typeface="Arial Unicode MS" pitchFamily="-65" charset="0"/>
                <a:sym typeface="Arial" pitchFamily="-65" charset="0"/>
              </a:defRPr>
            </a:lvl2pPr>
            <a:lvl3pPr marL="0" indent="0" algn="l" rtl="0" eaLnBrk="1" fontAlgn="base" hangingPunct="1">
              <a:lnSpc>
                <a:spcPct val="100000"/>
              </a:lnSpc>
              <a:spcBef>
                <a:spcPts val="0"/>
              </a:spcBef>
              <a:spcAft>
                <a:spcPct val="0"/>
              </a:spcAft>
              <a:buClr>
                <a:srgbClr val="63666A"/>
              </a:buClr>
              <a:buSzPct val="100000"/>
              <a:buFontTx/>
              <a:buNone/>
              <a:defRPr sz="1400" b="1" cap="all" baseline="0">
                <a:solidFill>
                  <a:schemeClr val="accent3"/>
                </a:solidFill>
                <a:latin typeface="+mn-lt"/>
                <a:ea typeface="Arial Unicode MS" pitchFamily="-65" charset="0"/>
                <a:cs typeface="Arial Unicode MS" pitchFamily="-65" charset="0"/>
                <a:sym typeface="Arial" pitchFamily="-65" charset="0"/>
              </a:defRPr>
            </a:lvl3pPr>
            <a:lvl4pPr marL="0" indent="0" algn="l" rtl="0" eaLnBrk="1" fontAlgn="base" hangingPunct="1">
              <a:lnSpc>
                <a:spcPct val="100000"/>
              </a:lnSpc>
              <a:spcBef>
                <a:spcPts val="0"/>
              </a:spcBef>
              <a:spcAft>
                <a:spcPct val="0"/>
              </a:spcAft>
              <a:buClr>
                <a:srgbClr val="63666A"/>
              </a:buClr>
              <a:buSzPct val="100000"/>
              <a:buFontTx/>
              <a:buNone/>
              <a:defRPr sz="1600">
                <a:solidFill>
                  <a:schemeClr val="bg1"/>
                </a:solidFill>
                <a:latin typeface="+mn-lt"/>
                <a:ea typeface="Arial Unicode MS" pitchFamily="-65" charset="0"/>
                <a:cs typeface="Arial Unicode MS" pitchFamily="-65" charset="0"/>
                <a:sym typeface="Arial" pitchFamily="-65" charset="0"/>
              </a:defRPr>
            </a:lvl4pPr>
            <a:lvl5pPr marL="0" indent="0" algn="l" rtl="0" eaLnBrk="1" fontAlgn="base" hangingPunct="1">
              <a:lnSpc>
                <a:spcPct val="100000"/>
              </a:lnSpc>
              <a:spcBef>
                <a:spcPts val="0"/>
              </a:spcBef>
              <a:spcAft>
                <a:spcPct val="0"/>
              </a:spcAft>
              <a:buClr>
                <a:srgbClr val="63666A"/>
              </a:buClr>
              <a:buSzPct val="100000"/>
              <a:buFontTx/>
              <a:buNone/>
              <a:defRPr sz="1600" b="1">
                <a:solidFill>
                  <a:schemeClr val="bg1"/>
                </a:solidFill>
                <a:latin typeface="+mn-lt"/>
                <a:ea typeface="Arial Unicode MS" pitchFamily="-65" charset="0"/>
                <a:cs typeface="Arial Unicode MS" pitchFamily="-65" charset="0"/>
                <a:sym typeface="Arial" pitchFamily="-65" charset="0"/>
              </a:defRPr>
            </a:lvl5pPr>
            <a:lvl6pPr marL="0" indent="0" algn="l" rtl="0" eaLnBrk="1" fontAlgn="base" hangingPunct="1">
              <a:lnSpc>
                <a:spcPct val="100000"/>
              </a:lnSpc>
              <a:spcBef>
                <a:spcPts val="379"/>
              </a:spcBef>
              <a:spcAft>
                <a:spcPct val="0"/>
              </a:spcAft>
              <a:buSzPct val="100000"/>
              <a:buFontTx/>
              <a:buNone/>
              <a:defRPr sz="3200" b="1">
                <a:solidFill>
                  <a:schemeClr val="accent3"/>
                </a:solidFill>
                <a:latin typeface="+mn-lt"/>
                <a:ea typeface="+mn-ea"/>
                <a:cs typeface="+mn-cs"/>
                <a:sym typeface="Arial" pitchFamily="-110" charset="0"/>
              </a:defRPr>
            </a:lvl6pPr>
            <a:lvl7pPr marL="0" indent="0" algn="l" rtl="0" eaLnBrk="1" fontAlgn="base" hangingPunct="1">
              <a:lnSpc>
                <a:spcPct val="100000"/>
              </a:lnSpc>
              <a:spcBef>
                <a:spcPts val="0"/>
              </a:spcBef>
              <a:spcAft>
                <a:spcPct val="0"/>
              </a:spcAft>
              <a:buSzPct val="100000"/>
              <a:buFontTx/>
              <a:buNone/>
              <a:defRPr sz="1600">
                <a:solidFill>
                  <a:schemeClr val="bg1"/>
                </a:solidFill>
                <a:latin typeface="+mn-lt"/>
                <a:ea typeface="+mn-ea"/>
                <a:cs typeface="+mn-cs"/>
                <a:sym typeface="Arial" pitchFamily="-110" charset="0"/>
              </a:defRPr>
            </a:lvl7pPr>
            <a:lvl8pPr marL="0" indent="0" algn="l" rtl="0" eaLnBrk="1" fontAlgn="base" hangingPunct="1">
              <a:lnSpc>
                <a:spcPct val="100000"/>
              </a:lnSpc>
              <a:spcBef>
                <a:spcPts val="0"/>
              </a:spcBef>
              <a:spcAft>
                <a:spcPct val="0"/>
              </a:spcAft>
              <a:buSzPct val="100000"/>
              <a:buFontTx/>
              <a:buNone/>
              <a:defRPr sz="1600">
                <a:solidFill>
                  <a:schemeClr val="bg1"/>
                </a:solidFill>
                <a:latin typeface="+mn-lt"/>
                <a:ea typeface="+mn-ea"/>
                <a:cs typeface="+mn-cs"/>
                <a:sym typeface="Arial" pitchFamily="-110" charset="0"/>
              </a:defRPr>
            </a:lvl8pPr>
            <a:lvl9pPr marL="0" indent="0" algn="l" rtl="0" eaLnBrk="1" fontAlgn="base" hangingPunct="1">
              <a:lnSpc>
                <a:spcPct val="100000"/>
              </a:lnSpc>
              <a:spcBef>
                <a:spcPts val="0"/>
              </a:spcBef>
              <a:spcAft>
                <a:spcPct val="0"/>
              </a:spcAft>
              <a:buSzPct val="100000"/>
              <a:buFontTx/>
              <a:buNone/>
              <a:defRPr sz="1600">
                <a:solidFill>
                  <a:schemeClr val="bg1"/>
                </a:solidFill>
                <a:latin typeface="+mn-lt"/>
                <a:ea typeface="+mn-ea"/>
                <a:cs typeface="+mn-cs"/>
                <a:sym typeface="Arial" pitchFamily="-110" charset="0"/>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schemeClr val="tx1"/>
                </a:solidFill>
                <a:effectLst/>
                <a:uLnTx/>
                <a:uFillTx/>
                <a:ea typeface="Arial Unicode MS" pitchFamily="-65" charset="0"/>
                <a:cs typeface="Arial Unicode MS" pitchFamily="-65" charset="0"/>
                <a:sym typeface="Arial" pitchFamily="-65" charset="0"/>
              </a:rPr>
              <a:t>How can you do better for your patients? </a:t>
            </a:r>
          </a:p>
        </p:txBody>
      </p:sp>
    </p:spTree>
    <p:custDataLst>
      <p:tags r:id="rId1"/>
    </p:custDataLst>
    <p:extLst>
      <p:ext uri="{BB962C8B-B14F-4D97-AF65-F5344CB8AC3E}">
        <p14:creationId xmlns:p14="http://schemas.microsoft.com/office/powerpoint/2010/main" val="257292559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4CF7C-BC88-A94B-7A15-38C12E244E6F}"/>
            </a:ext>
          </a:extLst>
        </p:cNvPr>
        <p:cNvGrpSpPr/>
        <p:nvPr/>
      </p:nvGrpSpPr>
      <p:grpSpPr>
        <a:xfrm>
          <a:off x="0" y="0"/>
          <a:ext cx="0" cy="0"/>
          <a:chOff x="0" y="0"/>
          <a:chExt cx="0" cy="0"/>
        </a:xfrm>
      </p:grpSpPr>
      <p:pic>
        <p:nvPicPr>
          <p:cNvPr id="32" name="Picture 31">
            <a:extLst>
              <a:ext uri="{FF2B5EF4-FFF2-40B4-BE49-F238E27FC236}">
                <a16:creationId xmlns:a16="http://schemas.microsoft.com/office/drawing/2014/main" id="{D0C51218-F574-1E06-BDBE-E2B7E826940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830184" y="5240807"/>
            <a:ext cx="628590" cy="819832"/>
          </a:xfrm>
          <a:prstGeom prst="rect">
            <a:avLst/>
          </a:prstGeom>
          <a:effectLst>
            <a:outerShdw blurRad="50800" dist="38100" dir="2700000" algn="tl" rotWithShape="0">
              <a:prstClr val="black">
                <a:alpha val="40000"/>
              </a:prstClr>
            </a:outerShdw>
          </a:effectLst>
        </p:spPr>
      </p:pic>
      <p:pic>
        <p:nvPicPr>
          <p:cNvPr id="33" name="Picture 32">
            <a:extLst>
              <a:ext uri="{FF2B5EF4-FFF2-40B4-BE49-F238E27FC236}">
                <a16:creationId xmlns:a16="http://schemas.microsoft.com/office/drawing/2014/main" id="{5CE22C5C-64BB-CC50-3A69-0932A327DAD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125271" y="5295776"/>
            <a:ext cx="628590" cy="892913"/>
          </a:xfrm>
          <a:prstGeom prst="rect">
            <a:avLst/>
          </a:prstGeom>
          <a:effectLst>
            <a:outerShdw blurRad="50800" dist="38100" dir="2700000" algn="tl" rotWithShape="0">
              <a:prstClr val="black">
                <a:alpha val="40000"/>
              </a:prstClr>
            </a:outerShdw>
          </a:effectLst>
        </p:spPr>
      </p:pic>
      <p:sp>
        <p:nvSpPr>
          <p:cNvPr id="46" name="Rectangle 45">
            <a:extLst>
              <a:ext uri="{FF2B5EF4-FFF2-40B4-BE49-F238E27FC236}">
                <a16:creationId xmlns:a16="http://schemas.microsoft.com/office/drawing/2014/main" id="{68D1360A-ACC3-9E6D-57A6-0BB2DD23E3DD}"/>
              </a:ext>
            </a:extLst>
          </p:cNvPr>
          <p:cNvSpPr/>
          <p:nvPr/>
        </p:nvSpPr>
        <p:spPr>
          <a:xfrm>
            <a:off x="-124523" y="1858720"/>
            <a:ext cx="12191995" cy="1112520"/>
          </a:xfrm>
          <a:prstGeom prst="rect">
            <a:avLst/>
          </a:prstGeom>
          <a:solidFill>
            <a:schemeClr val="bg1">
              <a:lumMod val="85000"/>
              <a:alpha val="327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accent1"/>
              </a:solidFill>
              <a:effectLst/>
              <a:uLnTx/>
              <a:uFillTx/>
              <a:latin typeface="Johnson Text"/>
              <a:ea typeface="+mn-ea"/>
              <a:cs typeface="+mn-cs"/>
            </a:endParaRPr>
          </a:p>
        </p:txBody>
      </p:sp>
      <p:sp>
        <p:nvSpPr>
          <p:cNvPr id="5" name="Title 2">
            <a:extLst>
              <a:ext uri="{FF2B5EF4-FFF2-40B4-BE49-F238E27FC236}">
                <a16:creationId xmlns:a16="http://schemas.microsoft.com/office/drawing/2014/main" id="{7F7506E1-1154-8833-95F8-D88BCD9ED7EC}"/>
              </a:ext>
            </a:extLst>
          </p:cNvPr>
          <p:cNvSpPr txBox="1">
            <a:spLocks/>
          </p:cNvSpPr>
          <p:nvPr/>
        </p:nvSpPr>
        <p:spPr bwMode="auto">
          <a:xfrm>
            <a:off x="400742" y="231300"/>
            <a:ext cx="10989732" cy="807806"/>
          </a:xfrm>
          <a:prstGeom prst="rect">
            <a:avLst/>
          </a:prstGeom>
          <a:noFill/>
          <a:ln w="12700">
            <a:noFill/>
            <a:miter lim="800000"/>
            <a:headEnd/>
            <a:tailEnd/>
          </a:ln>
        </p:spPr>
        <p:txBody>
          <a:bodyPr vert="horz" wrap="square" lIns="0" tIns="0" rIns="0" bIns="0" numCol="1" anchor="t" anchorCtr="0" compatLnSpc="1">
            <a:prstTxWarp prst="textNoShape">
              <a:avLst/>
            </a:prstTxWarp>
            <a:noAutofit/>
          </a:bodyPr>
          <a:lstStyle>
            <a:lvl1pPr algn="l" rtl="0" eaLnBrk="1" fontAlgn="base" hangingPunct="1">
              <a:lnSpc>
                <a:spcPct val="100000"/>
              </a:lnSpc>
              <a:spcBef>
                <a:spcPct val="0"/>
              </a:spcBef>
              <a:spcAft>
                <a:spcPct val="0"/>
              </a:spcAft>
              <a:defRPr sz="3200" b="1">
                <a:solidFill>
                  <a:schemeClr val="bg1"/>
                </a:solidFill>
                <a:latin typeface="+mj-lt"/>
                <a:ea typeface="Arial Unicode MS" pitchFamily="-65" charset="0"/>
                <a:cs typeface="Arial Unicode MS" pitchFamily="-65" charset="0"/>
                <a:sym typeface="Arial" pitchFamily="-65" charset="0"/>
              </a:defRPr>
            </a:lvl1pPr>
            <a:lvl2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2pPr>
            <a:lvl3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3pPr>
            <a:lvl4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4pPr>
            <a:lvl5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5pPr>
            <a:lvl6pPr marL="288024"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6pPr>
            <a:lvl7pPr marL="576049"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7pPr>
            <a:lvl8pPr marL="864074"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8pPr>
            <a:lvl9pPr marL="1152098"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4000" b="0" i="0" u="none" strike="noStrike" kern="1200" cap="none" spc="0" normalizeH="0" baseline="0" noProof="0" dirty="0">
                <a:ln>
                  <a:noFill/>
                </a:ln>
                <a:solidFill>
                  <a:srgbClr val="EC1500"/>
                </a:solidFill>
                <a:effectLst/>
                <a:uLnTx/>
                <a:uFillTx/>
                <a:latin typeface="Johnson Display"/>
                <a:ea typeface="Arial Unicode MS" pitchFamily="-65" charset="0"/>
                <a:cs typeface="Arial Unicode MS" pitchFamily="-65" charset="0"/>
                <a:sym typeface="Arial" pitchFamily="-65" charset="0"/>
              </a:rPr>
              <a:t>J&amp;J Knee Platform Solutions</a:t>
            </a:r>
          </a:p>
        </p:txBody>
      </p:sp>
      <p:cxnSp>
        <p:nvCxnSpPr>
          <p:cNvPr id="27" name="Straight Connector 26">
            <a:extLst>
              <a:ext uri="{FF2B5EF4-FFF2-40B4-BE49-F238E27FC236}">
                <a16:creationId xmlns:a16="http://schemas.microsoft.com/office/drawing/2014/main" id="{512341BD-F490-3058-78BC-48032A6E4746}"/>
              </a:ext>
            </a:extLst>
          </p:cNvPr>
          <p:cNvCxnSpPr>
            <a:cxnSpLocks/>
          </p:cNvCxnSpPr>
          <p:nvPr/>
        </p:nvCxnSpPr>
        <p:spPr>
          <a:xfrm>
            <a:off x="3890567" y="1858720"/>
            <a:ext cx="0" cy="4999280"/>
          </a:xfrm>
          <a:prstGeom prst="line">
            <a:avLst/>
          </a:prstGeom>
          <a:ln w="12700">
            <a:solidFill>
              <a:srgbClr val="EC1500"/>
            </a:solidFill>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AB0B977-9BAF-BA89-BB07-8912EBC50A71}"/>
              </a:ext>
            </a:extLst>
          </p:cNvPr>
          <p:cNvCxnSpPr>
            <a:cxnSpLocks/>
          </p:cNvCxnSpPr>
          <p:nvPr/>
        </p:nvCxnSpPr>
        <p:spPr>
          <a:xfrm>
            <a:off x="7998106" y="1858720"/>
            <a:ext cx="0" cy="4999280"/>
          </a:xfrm>
          <a:prstGeom prst="line">
            <a:avLst/>
          </a:prstGeom>
          <a:ln w="12700">
            <a:solidFill>
              <a:srgbClr val="EC1500"/>
            </a:solidFill>
            <a:tailEnd type="none" w="lg" len="med"/>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91449D5A-0771-EE18-5CF2-9805136FC6B6}"/>
              </a:ext>
            </a:extLst>
          </p:cNvPr>
          <p:cNvSpPr txBox="1"/>
          <p:nvPr/>
        </p:nvSpPr>
        <p:spPr bwMode="auto">
          <a:xfrm>
            <a:off x="59623" y="3116488"/>
            <a:ext cx="2938406" cy="3100849"/>
          </a:xfrm>
          <a:prstGeom prst="rect">
            <a:avLst/>
          </a:prstGeom>
          <a:noFill/>
          <a:ln w="25400" cap="flat" cmpd="sng" algn="ctr">
            <a:noFill/>
            <a:prstDash val="solid"/>
          </a:ln>
          <a:effectLst/>
        </p:spPr>
        <p:txBody>
          <a:bodyPr wrap="square" lIns="91440" tIns="45720" rIns="91440" bIns="45720" rtlCol="0" anchor="t">
            <a:spAutoFit/>
          </a:bodyPr>
          <a:lstStyle/>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a:tabLst/>
              <a:defRPr/>
            </a:pPr>
            <a:r>
              <a:rPr kumimoji="0" lang="en-US" sz="1100" i="0" u="none" strike="noStrike" kern="0" cap="none" spc="0" normalizeH="0" baseline="0" noProof="0" dirty="0">
                <a:ln>
                  <a:noFill/>
                </a:ln>
                <a:solidFill>
                  <a:srgbClr val="000000"/>
                </a:solidFill>
                <a:effectLst/>
                <a:uLnTx/>
                <a:uFillTx/>
                <a:ea typeface="ＭＳ Ｐゴシック"/>
                <a:cs typeface="+mn-cs"/>
              </a:rPr>
              <a:t>The ATTUNE GRADIUS™ Curve is the gradually reducing femoral radius designed to </a:t>
            </a:r>
            <a:r>
              <a:rPr kumimoji="0" lang="en-US" sz="1100" i="0" u="none" strike="noStrike" kern="0" cap="none" spc="0" normalizeH="0" baseline="0" noProof="0" dirty="0">
                <a:ln>
                  <a:noFill/>
                </a:ln>
                <a:solidFill>
                  <a:srgbClr val="ED1500"/>
                </a:solidFill>
                <a:effectLst/>
                <a:uLnTx/>
                <a:uFillTx/>
                <a:ea typeface="ＭＳ Ｐゴシック"/>
                <a:cs typeface="+mn-cs"/>
              </a:rPr>
              <a:t>provide a smooth transition from stability to mobility </a:t>
            </a:r>
            <a:r>
              <a:rPr kumimoji="0" lang="en-US" sz="1100" i="0" u="none" strike="noStrike" kern="0" cap="none" spc="0" normalizeH="0" baseline="0" noProof="0" dirty="0">
                <a:ln>
                  <a:noFill/>
                </a:ln>
                <a:solidFill>
                  <a:srgbClr val="000000"/>
                </a:solidFill>
                <a:effectLst/>
                <a:uLnTx/>
                <a:uFillTx/>
                <a:ea typeface="ＭＳ Ｐゴシック"/>
                <a:cs typeface="+mn-cs"/>
              </a:rPr>
              <a:t>through a patient’s range of motion.</a:t>
            </a:r>
            <a:r>
              <a:rPr kumimoji="0" lang="en-US" sz="1100" i="0" u="none" strike="noStrike" kern="0" cap="none" spc="0" normalizeH="0" baseline="30000" noProof="0" dirty="0">
                <a:ln>
                  <a:noFill/>
                </a:ln>
                <a:solidFill>
                  <a:srgbClr val="000000"/>
                </a:solidFill>
                <a:effectLst/>
                <a:uLnTx/>
                <a:uFillTx/>
                <a:ea typeface="ＭＳ Ｐゴシック"/>
                <a:cs typeface="+mn-cs"/>
              </a:rPr>
              <a:t>8-11</a:t>
            </a:r>
            <a:endParaRPr kumimoji="0" lang="en-US" sz="110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a:tabLst/>
              <a:defRPr/>
            </a:pPr>
            <a:endParaRPr kumimoji="0" lang="en-US" sz="110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a:tabLst/>
              <a:defRPr/>
            </a:pPr>
            <a:r>
              <a:rPr kumimoji="0" lang="en-GB" sz="1100" i="0" u="none" strike="noStrike" kern="0" cap="none" spc="0" normalizeH="0" baseline="0" noProof="0" dirty="0">
                <a:ln>
                  <a:noFill/>
                </a:ln>
                <a:solidFill>
                  <a:srgbClr val="000000"/>
                </a:solidFill>
                <a:effectLst/>
                <a:uLnTx/>
                <a:uFillTx/>
                <a:ea typeface="ＭＳ Ｐゴシック"/>
                <a:cs typeface="+mn-cs"/>
              </a:rPr>
              <a:t>ATTUNE Medial Stabilized Knee System:</a:t>
            </a:r>
          </a:p>
          <a:p>
            <a:pPr marL="411480" marR="0" lvl="0" indent="-137160"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GB" sz="1100" i="0" u="none" strike="noStrike" kern="0" cap="none" spc="0" normalizeH="0" baseline="0" noProof="0" dirty="0">
                <a:ln>
                  <a:noFill/>
                </a:ln>
                <a:solidFill>
                  <a:srgbClr val="000000"/>
                </a:solidFill>
                <a:effectLst/>
                <a:uLnTx/>
                <a:uFillTx/>
                <a:ea typeface="ＭＳ Ｐゴシック"/>
                <a:cs typeface="+mn-cs"/>
              </a:rPr>
              <a:t> </a:t>
            </a:r>
            <a:r>
              <a:rPr kumimoji="0" lang="en-GB" sz="1050" i="0" u="none" strike="noStrike" kern="0" cap="none" spc="0" normalizeH="0" baseline="0" noProof="0" dirty="0">
                <a:ln>
                  <a:noFill/>
                </a:ln>
                <a:solidFill>
                  <a:srgbClr val="000000"/>
                </a:solidFill>
                <a:effectLst/>
                <a:uLnTx/>
                <a:uFillTx/>
                <a:ea typeface="ＭＳ Ｐゴシック"/>
                <a:cs typeface="+mn-cs"/>
              </a:rPr>
              <a:t>Reduces A/P motion without abrupt direction changes</a:t>
            </a:r>
          </a:p>
          <a:p>
            <a:pPr marL="411480" marR="0" lvl="0" indent="-137160"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GB" sz="1050" i="0" u="none" strike="noStrike" kern="0" cap="none" spc="0" normalizeH="0" baseline="0" noProof="0" dirty="0">
                <a:ln>
                  <a:noFill/>
                </a:ln>
                <a:solidFill>
                  <a:srgbClr val="EB1700"/>
                </a:solidFill>
                <a:effectLst/>
                <a:uLnTx/>
                <a:uFillTx/>
                <a:ea typeface="ＭＳ Ｐゴシック"/>
                <a:cs typeface="+mn-cs"/>
              </a:rPr>
              <a:t>Increases conformity on the medial compartment</a:t>
            </a:r>
          </a:p>
          <a:p>
            <a:pPr marL="411480" marR="0" lvl="0" indent="-137160"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GB" sz="1050" i="0" u="none" strike="noStrike" kern="0" cap="none" spc="0" normalizeH="0" baseline="0" noProof="0" dirty="0">
                <a:ln>
                  <a:noFill/>
                </a:ln>
                <a:solidFill>
                  <a:srgbClr val="000000"/>
                </a:solidFill>
                <a:effectLst/>
                <a:uLnTx/>
                <a:uFillTx/>
                <a:ea typeface="ＭＳ Ｐゴシック"/>
                <a:cs typeface="+mn-cs"/>
              </a:rPr>
              <a:t>Lateral compartment is flatter to encourage natural femoral rollback</a:t>
            </a:r>
            <a:r>
              <a:rPr kumimoji="0" lang="en-GB" sz="1050" i="0" u="none" strike="noStrike" kern="0" cap="none" spc="0" normalizeH="0" baseline="30000" noProof="0" dirty="0">
                <a:ln>
                  <a:noFill/>
                </a:ln>
                <a:solidFill>
                  <a:srgbClr val="000000"/>
                </a:solidFill>
                <a:effectLst/>
                <a:uLnTx/>
                <a:uFillTx/>
                <a:ea typeface="ＭＳ Ｐゴシック"/>
                <a:cs typeface="+mn-cs"/>
              </a:rPr>
              <a:t>8,11,25,26</a:t>
            </a:r>
            <a:r>
              <a:rPr kumimoji="0" lang="en-GB" sz="1050" i="0" u="none" strike="noStrike" kern="0" cap="none" spc="0" normalizeH="0" baseline="0" noProof="0" dirty="0">
                <a:ln>
                  <a:noFill/>
                </a:ln>
                <a:solidFill>
                  <a:srgbClr val="000000"/>
                </a:solidFill>
                <a:effectLst/>
                <a:uLnTx/>
                <a:uFillTx/>
                <a:ea typeface="ＭＳ Ｐゴシック"/>
                <a:cs typeface="+mn-cs"/>
              </a:rPr>
              <a:t> </a:t>
            </a: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a:tabLst/>
              <a:defRPr/>
            </a:pPr>
            <a:endParaRPr kumimoji="0" lang="en-US" sz="1100" i="0" u="none" strike="noStrike" kern="0" cap="none" spc="0" normalizeH="0" baseline="0" noProof="0" dirty="0">
              <a:ln>
                <a:noFill/>
              </a:ln>
              <a:solidFill>
                <a:srgbClr val="000000"/>
              </a:solidFill>
              <a:effectLst/>
              <a:uLnTx/>
              <a:uFillTx/>
              <a:ea typeface="ＭＳ Ｐゴシック"/>
              <a:cs typeface="+mn-cs"/>
            </a:endParaRPr>
          </a:p>
          <a:p>
            <a:pPr marL="228600" indent="-228600">
              <a:buClr>
                <a:srgbClr val="ED1500"/>
              </a:buClr>
              <a:buFont typeface="+mj-lt"/>
              <a:buAutoNum type="arabicPeriod" startAt="3"/>
              <a:defRPr/>
            </a:pPr>
            <a:r>
              <a:rPr kumimoji="0" lang="en-US" sz="1100" i="0" u="none" strike="noStrike" kern="0" cap="none" spc="0" normalizeH="0" baseline="0" noProof="0" dirty="0">
                <a:ln>
                  <a:noFill/>
                </a:ln>
                <a:solidFill>
                  <a:srgbClr val="000000"/>
                </a:solidFill>
                <a:effectLst/>
                <a:uLnTx/>
                <a:uFillTx/>
                <a:ea typeface="ＭＳ Ｐゴシック"/>
                <a:cs typeface="Roboto"/>
              </a:rPr>
              <a:t>ATTUNE Knee Advanced Patellofemoral Articulation geometry </a:t>
            </a:r>
            <a:r>
              <a:rPr kumimoji="0" lang="en-US" sz="1100" i="0" u="none" strike="noStrike" kern="0" cap="none" spc="0" normalizeH="0" baseline="0" noProof="0" dirty="0">
                <a:ln>
                  <a:noFill/>
                </a:ln>
                <a:solidFill>
                  <a:srgbClr val="ED1500"/>
                </a:solidFill>
                <a:effectLst/>
                <a:uLnTx/>
                <a:uFillTx/>
                <a:ea typeface="ＭＳ Ｐゴシック"/>
                <a:cs typeface="Roboto"/>
              </a:rPr>
              <a:t>accommodates variations in trochlear orientation required for kinematic philosophies</a:t>
            </a:r>
            <a:r>
              <a:rPr kumimoji="0" lang="en-US" sz="1100" i="0" u="none" strike="noStrike" kern="0" cap="none" spc="0" normalizeH="0" baseline="30000" noProof="0" dirty="0">
                <a:ln>
                  <a:noFill/>
                </a:ln>
                <a:solidFill>
                  <a:srgbClr val="ED1500"/>
                </a:solidFill>
                <a:effectLst/>
                <a:uLnTx/>
                <a:uFillTx/>
                <a:ea typeface="ＭＳ Ｐゴシック"/>
                <a:cs typeface="Roboto"/>
              </a:rPr>
              <a:t>27, 43-49</a:t>
            </a:r>
            <a:r>
              <a:rPr kumimoji="0" lang="en-US" sz="1100" i="0" u="none" strike="noStrike" kern="0" cap="none" spc="0" normalizeH="0" baseline="0" noProof="0" dirty="0">
                <a:ln>
                  <a:noFill/>
                </a:ln>
                <a:solidFill>
                  <a:srgbClr val="000000"/>
                </a:solidFill>
                <a:effectLst/>
                <a:uLnTx/>
                <a:uFillTx/>
                <a:ea typeface="ＭＳ Ｐゴシック"/>
                <a:cs typeface="+mn-cs"/>
              </a:rPr>
              <a:t> </a:t>
            </a:r>
          </a:p>
        </p:txBody>
      </p:sp>
      <p:pic>
        <p:nvPicPr>
          <p:cNvPr id="36" name="Picture 35">
            <a:extLst>
              <a:ext uri="{FF2B5EF4-FFF2-40B4-BE49-F238E27FC236}">
                <a16:creationId xmlns:a16="http://schemas.microsoft.com/office/drawing/2014/main" id="{93E2A3D7-360F-1C08-22B9-02A6FAB60FD3}"/>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7325071" y="282709"/>
            <a:ext cx="4544568" cy="1440215"/>
          </a:xfrm>
          <a:prstGeom prst="rect">
            <a:avLst/>
          </a:prstGeom>
        </p:spPr>
      </p:pic>
      <p:sp>
        <p:nvSpPr>
          <p:cNvPr id="3" name="Rectangle 2">
            <a:extLst>
              <a:ext uri="{FF2B5EF4-FFF2-40B4-BE49-F238E27FC236}">
                <a16:creationId xmlns:a16="http://schemas.microsoft.com/office/drawing/2014/main" id="{E4E7326A-40C1-97E1-1E3A-228A9AA001CF}"/>
              </a:ext>
            </a:extLst>
          </p:cNvPr>
          <p:cNvSpPr/>
          <p:nvPr/>
        </p:nvSpPr>
        <p:spPr>
          <a:xfrm>
            <a:off x="9972136" y="6305909"/>
            <a:ext cx="1708030" cy="5520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Johnson Text"/>
              <a:ea typeface="+mn-ea"/>
              <a:cs typeface="+mn-cs"/>
            </a:endParaRPr>
          </a:p>
        </p:txBody>
      </p:sp>
      <p:grpSp>
        <p:nvGrpSpPr>
          <p:cNvPr id="28" name="Group 27">
            <a:extLst>
              <a:ext uri="{FF2B5EF4-FFF2-40B4-BE49-F238E27FC236}">
                <a16:creationId xmlns:a16="http://schemas.microsoft.com/office/drawing/2014/main" id="{D8B6182F-2288-EE4D-67D8-625E3C579A28}"/>
              </a:ext>
            </a:extLst>
          </p:cNvPr>
          <p:cNvGrpSpPr/>
          <p:nvPr/>
        </p:nvGrpSpPr>
        <p:grpSpPr>
          <a:xfrm>
            <a:off x="2003939" y="2007067"/>
            <a:ext cx="784679" cy="819050"/>
            <a:chOff x="1589226" y="4556086"/>
            <a:chExt cx="1642934" cy="1686075"/>
          </a:xfrm>
        </p:grpSpPr>
        <p:sp>
          <p:nvSpPr>
            <p:cNvPr id="18" name="Oval 17">
              <a:extLst>
                <a:ext uri="{FF2B5EF4-FFF2-40B4-BE49-F238E27FC236}">
                  <a16:creationId xmlns:a16="http://schemas.microsoft.com/office/drawing/2014/main" id="{3F2C06D0-467D-A5C9-7093-C518526569E2}"/>
                </a:ext>
              </a:extLst>
            </p:cNvPr>
            <p:cNvSpPr/>
            <p:nvPr/>
          </p:nvSpPr>
          <p:spPr bwMode="auto">
            <a:xfrm>
              <a:off x="1589226" y="4644523"/>
              <a:ext cx="1642934" cy="1556121"/>
            </a:xfrm>
            <a:prstGeom prst="ellipse">
              <a:avLst/>
            </a:prstGeom>
            <a:noFill/>
            <a:ln w="60325" cap="flat" cmpd="tri" algn="ctr">
              <a:solidFill>
                <a:srgbClr val="FF0000">
                  <a:alpha val="54440"/>
                </a:srgb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3200" b="0" i="0" u="none" strike="noStrike" kern="1200" cap="none" spc="0" normalizeH="0" baseline="0" noProof="0" err="1">
                <a:ln>
                  <a:noFill/>
                </a:ln>
                <a:solidFill>
                  <a:srgbClr val="FFFFFF"/>
                </a:solidFill>
                <a:effectLst/>
                <a:uLnTx/>
                <a:uFillTx/>
                <a:latin typeface="Arial" pitchFamily="-110" charset="0"/>
                <a:ea typeface="ヒラギノ角ゴ ProN W3" pitchFamily="-110" charset="-128"/>
                <a:cs typeface="ヒラギノ角ゴ ProN W3" pitchFamily="-110" charset="-128"/>
                <a:sym typeface="Arial" pitchFamily="-110" charset="0"/>
              </a:endParaRPr>
            </a:p>
          </p:txBody>
        </p:sp>
        <p:pic>
          <p:nvPicPr>
            <p:cNvPr id="24" name="Picture 23" descr="A white shoe on a black background&#10;&#10;Description automatically generated with low confidence">
              <a:extLst>
                <a:ext uri="{FF2B5EF4-FFF2-40B4-BE49-F238E27FC236}">
                  <a16:creationId xmlns:a16="http://schemas.microsoft.com/office/drawing/2014/main" id="{7BBA0B94-FDED-CD3A-F819-3A91D8939ECE}"/>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782231" y="4556086"/>
              <a:ext cx="1180604" cy="1686075"/>
            </a:xfrm>
            <a:prstGeom prst="rect">
              <a:avLst/>
            </a:prstGeom>
          </p:spPr>
        </p:pic>
      </p:grpSp>
      <p:grpSp>
        <p:nvGrpSpPr>
          <p:cNvPr id="29" name="Group 28">
            <a:extLst>
              <a:ext uri="{FF2B5EF4-FFF2-40B4-BE49-F238E27FC236}">
                <a16:creationId xmlns:a16="http://schemas.microsoft.com/office/drawing/2014/main" id="{6EA8AF0A-8F85-9C01-993D-26B43E219FC7}"/>
              </a:ext>
            </a:extLst>
          </p:cNvPr>
          <p:cNvGrpSpPr/>
          <p:nvPr/>
        </p:nvGrpSpPr>
        <p:grpSpPr>
          <a:xfrm>
            <a:off x="6285372" y="2007067"/>
            <a:ext cx="784679" cy="795001"/>
            <a:chOff x="3447539" y="4621951"/>
            <a:chExt cx="1642934" cy="1636568"/>
          </a:xfrm>
        </p:grpSpPr>
        <p:sp>
          <p:nvSpPr>
            <p:cNvPr id="20" name="Oval 19">
              <a:extLst>
                <a:ext uri="{FF2B5EF4-FFF2-40B4-BE49-F238E27FC236}">
                  <a16:creationId xmlns:a16="http://schemas.microsoft.com/office/drawing/2014/main" id="{B3A917C0-BD5D-1AAF-D35C-5AD525D6C167}"/>
                </a:ext>
              </a:extLst>
            </p:cNvPr>
            <p:cNvSpPr/>
            <p:nvPr/>
          </p:nvSpPr>
          <p:spPr bwMode="auto">
            <a:xfrm>
              <a:off x="3447539" y="4662174"/>
              <a:ext cx="1642934" cy="1556121"/>
            </a:xfrm>
            <a:prstGeom prst="ellipse">
              <a:avLst/>
            </a:prstGeom>
            <a:noFill/>
            <a:ln w="60325" cap="flat" cmpd="tri" algn="ctr">
              <a:solidFill>
                <a:srgbClr val="FF0000">
                  <a:alpha val="49577"/>
                </a:srgb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3200" b="0" i="0" u="none" strike="noStrike" kern="1200" cap="none" spc="0" normalizeH="0" baseline="0" noProof="0" err="1">
                <a:ln>
                  <a:noFill/>
                </a:ln>
                <a:solidFill>
                  <a:srgbClr val="FFFFFF"/>
                </a:solidFill>
                <a:effectLst/>
                <a:uLnTx/>
                <a:uFillTx/>
                <a:latin typeface="Arial" pitchFamily="-110" charset="0"/>
                <a:ea typeface="ヒラギノ角ゴ ProN W3" pitchFamily="-110" charset="-128"/>
                <a:cs typeface="ヒラギノ角ゴ ProN W3" pitchFamily="-110" charset="-128"/>
                <a:sym typeface="Arial" pitchFamily="-110" charset="0"/>
              </a:endParaRPr>
            </a:p>
          </p:txBody>
        </p:sp>
        <p:pic>
          <p:nvPicPr>
            <p:cNvPr id="25" name="Picture 24">
              <a:extLst>
                <a:ext uri="{FF2B5EF4-FFF2-40B4-BE49-F238E27FC236}">
                  <a16:creationId xmlns:a16="http://schemas.microsoft.com/office/drawing/2014/main" id="{D9C5A26C-A05E-0E9F-166B-A93F720D5402}"/>
                </a:ext>
              </a:extLst>
            </p:cNvPr>
            <p:cNvPicPr>
              <a:picLocks noChangeAspect="1"/>
            </p:cNvPicPr>
            <p:nvPr/>
          </p:nvPicPr>
          <p:blipFill rotWithShape="1">
            <a:blip r:embed="rId7" cstate="print">
              <a:clrChange>
                <a:clrFrom>
                  <a:srgbClr val="FFFFFF">
                    <a:alpha val="0"/>
                  </a:srgbClr>
                </a:clrFrom>
                <a:clrTo>
                  <a:srgbClr val="FFFFFF">
                    <a:alpha val="0"/>
                  </a:srgbClr>
                </a:clrTo>
              </a:clrChange>
              <a:extLst>
                <a:ext uri="{28A0092B-C50C-407E-A947-70E740481C1C}">
                  <a14:useLocalDpi xmlns:a14="http://schemas.microsoft.com/office/drawing/2010/main"/>
                </a:ext>
              </a:extLst>
            </a:blip>
            <a:srcRect/>
            <a:stretch/>
          </p:blipFill>
          <p:spPr>
            <a:xfrm>
              <a:off x="3814336" y="4621951"/>
              <a:ext cx="975706" cy="1636568"/>
            </a:xfrm>
            <a:prstGeom prst="rect">
              <a:avLst/>
            </a:prstGeom>
            <a:effectLst/>
          </p:spPr>
        </p:pic>
      </p:grpSp>
      <p:grpSp>
        <p:nvGrpSpPr>
          <p:cNvPr id="30" name="Group 29">
            <a:extLst>
              <a:ext uri="{FF2B5EF4-FFF2-40B4-BE49-F238E27FC236}">
                <a16:creationId xmlns:a16="http://schemas.microsoft.com/office/drawing/2014/main" id="{3A7D5FB2-20CB-795B-1D4A-25D30318AA30}"/>
              </a:ext>
            </a:extLst>
          </p:cNvPr>
          <p:cNvGrpSpPr/>
          <p:nvPr/>
        </p:nvGrpSpPr>
        <p:grpSpPr>
          <a:xfrm>
            <a:off x="10510913" y="2007067"/>
            <a:ext cx="903171" cy="918610"/>
            <a:chOff x="5294741" y="4414882"/>
            <a:chExt cx="1891027" cy="1891027"/>
          </a:xfrm>
        </p:grpSpPr>
        <p:sp>
          <p:nvSpPr>
            <p:cNvPr id="23" name="Oval 22">
              <a:extLst>
                <a:ext uri="{FF2B5EF4-FFF2-40B4-BE49-F238E27FC236}">
                  <a16:creationId xmlns:a16="http://schemas.microsoft.com/office/drawing/2014/main" id="{2B11D637-E9E7-2A1A-3EA8-82833645DFDA}"/>
                </a:ext>
              </a:extLst>
            </p:cNvPr>
            <p:cNvSpPr/>
            <p:nvPr/>
          </p:nvSpPr>
          <p:spPr bwMode="auto">
            <a:xfrm>
              <a:off x="5384544" y="4621062"/>
              <a:ext cx="1642934" cy="1556121"/>
            </a:xfrm>
            <a:prstGeom prst="ellipse">
              <a:avLst/>
            </a:prstGeom>
            <a:noFill/>
            <a:ln w="60325" cap="flat" cmpd="tri" algn="ctr">
              <a:solidFill>
                <a:srgbClr val="FF0000">
                  <a:alpha val="39505"/>
                </a:srgb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3200" b="0" i="0" u="none" strike="noStrike" kern="1200" cap="none" spc="0" normalizeH="0" baseline="0" noProof="0" err="1">
                <a:ln>
                  <a:noFill/>
                </a:ln>
                <a:solidFill>
                  <a:srgbClr val="FFFFFF"/>
                </a:solidFill>
                <a:effectLst/>
                <a:uLnTx/>
                <a:uFillTx/>
                <a:latin typeface="Arial" pitchFamily="-110" charset="0"/>
                <a:ea typeface="ヒラギノ角ゴ ProN W3" pitchFamily="-110" charset="-128"/>
                <a:cs typeface="ヒラギノ角ゴ ProN W3" pitchFamily="-110" charset="-128"/>
                <a:sym typeface="Arial" pitchFamily="-110" charset="0"/>
              </a:endParaRPr>
            </a:p>
          </p:txBody>
        </p:sp>
        <p:pic>
          <p:nvPicPr>
            <p:cNvPr id="26" name="Picture Placeholder 15" descr="A picture containing dark, automaton, electronic&#10;&#10;Description automatically generated">
              <a:extLst>
                <a:ext uri="{FF2B5EF4-FFF2-40B4-BE49-F238E27FC236}">
                  <a16:creationId xmlns:a16="http://schemas.microsoft.com/office/drawing/2014/main" id="{D472D11D-20FA-F610-86FB-5D407DA4144D}"/>
                </a:ext>
              </a:extLst>
            </p:cNvPr>
            <p:cNvPicPr>
              <a:picLocks noChangeAspect="1"/>
            </p:cNvPicPr>
            <p:nvPr/>
          </p:nvPicPr>
          <p:blipFill rotWithShape="1">
            <a:blip r:embed="rId8" cstate="print">
              <a:extLst>
                <a:ext uri="{28A0092B-C50C-407E-A947-70E740481C1C}">
                  <a14:useLocalDpi xmlns:a14="http://schemas.microsoft.com/office/drawing/2010/main"/>
                </a:ext>
              </a:extLst>
            </a:blip>
            <a:srcRect/>
            <a:stretch/>
          </p:blipFill>
          <p:spPr bwMode="auto">
            <a:xfrm>
              <a:off x="5294741" y="4414882"/>
              <a:ext cx="1891027" cy="1891027"/>
            </a:xfrm>
            <a:prstGeom prst="rect">
              <a:avLst/>
            </a:prstGeom>
            <a:noFill/>
            <a:ln w="12700">
              <a:noFill/>
              <a:miter lim="800000"/>
              <a:headEnd/>
              <a:tailEnd/>
            </a:ln>
          </p:spPr>
        </p:pic>
      </p:grpSp>
      <p:sp>
        <p:nvSpPr>
          <p:cNvPr id="37" name="TextBox 36">
            <a:extLst>
              <a:ext uri="{FF2B5EF4-FFF2-40B4-BE49-F238E27FC236}">
                <a16:creationId xmlns:a16="http://schemas.microsoft.com/office/drawing/2014/main" id="{016BB72A-38BC-FD58-6B5A-60F5EFC80DD6}"/>
              </a:ext>
            </a:extLst>
          </p:cNvPr>
          <p:cNvSpPr txBox="1"/>
          <p:nvPr/>
        </p:nvSpPr>
        <p:spPr bwMode="auto">
          <a:xfrm>
            <a:off x="598538" y="2296713"/>
            <a:ext cx="1204042" cy="400110"/>
          </a:xfrm>
          <a:prstGeom prst="rect">
            <a:avLst/>
          </a:prstGeom>
          <a:noFill/>
          <a:ln w="25400" cap="flat" cmpd="sng" algn="ctr">
            <a:noFill/>
            <a:prstDash val="solid"/>
          </a:ln>
          <a:effectLst/>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000" b="1" i="0" u="none" strike="noStrike" kern="0" cap="none" spc="0" normalizeH="0" baseline="0" noProof="0" dirty="0">
                <a:ln>
                  <a:noFill/>
                </a:ln>
                <a:solidFill>
                  <a:srgbClr val="000000"/>
                </a:solidFill>
                <a:effectLst/>
                <a:uLnTx/>
                <a:uFillTx/>
                <a:ea typeface="ＭＳ Ｐゴシック"/>
                <a:cs typeface="+mn-cs"/>
              </a:rPr>
              <a:t>Implant </a:t>
            </a:r>
          </a:p>
        </p:txBody>
      </p:sp>
      <p:pic>
        <p:nvPicPr>
          <p:cNvPr id="8" name="Picture 7">
            <a:extLst>
              <a:ext uri="{FF2B5EF4-FFF2-40B4-BE49-F238E27FC236}">
                <a16:creationId xmlns:a16="http://schemas.microsoft.com/office/drawing/2014/main" id="{4C0CDCF9-F9BC-9D20-65FE-F68A8E15AC67}"/>
              </a:ext>
            </a:extLst>
          </p:cNvPr>
          <p:cNvPicPr>
            <a:picLocks noChangeAspect="1"/>
          </p:cNvPicPr>
          <p:nvPr/>
        </p:nvPicPr>
        <p:blipFill>
          <a:blip r:embed="rId9"/>
          <a:stretch>
            <a:fillRect/>
          </a:stretch>
        </p:blipFill>
        <p:spPr>
          <a:xfrm>
            <a:off x="8334338" y="2103658"/>
            <a:ext cx="928050" cy="226163"/>
          </a:xfrm>
          <a:prstGeom prst="rect">
            <a:avLst/>
          </a:prstGeom>
        </p:spPr>
      </p:pic>
      <p:pic>
        <p:nvPicPr>
          <p:cNvPr id="9" name="Picture 8">
            <a:extLst>
              <a:ext uri="{FF2B5EF4-FFF2-40B4-BE49-F238E27FC236}">
                <a16:creationId xmlns:a16="http://schemas.microsoft.com/office/drawing/2014/main" id="{D6B4FD70-4AA6-C6FE-5D2A-46ABD9443F6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4402150" y="2100133"/>
            <a:ext cx="926617" cy="427258"/>
          </a:xfrm>
          <a:prstGeom prst="rect">
            <a:avLst/>
          </a:prstGeom>
        </p:spPr>
      </p:pic>
      <p:sp>
        <p:nvSpPr>
          <p:cNvPr id="15" name="TextBox 14">
            <a:extLst>
              <a:ext uri="{FF2B5EF4-FFF2-40B4-BE49-F238E27FC236}">
                <a16:creationId xmlns:a16="http://schemas.microsoft.com/office/drawing/2014/main" id="{EDE61086-DE4E-09F4-AE56-B6A3B8FEAB61}"/>
              </a:ext>
            </a:extLst>
          </p:cNvPr>
          <p:cNvSpPr txBox="1"/>
          <p:nvPr/>
        </p:nvSpPr>
        <p:spPr bwMode="auto">
          <a:xfrm>
            <a:off x="8495457" y="2296713"/>
            <a:ext cx="1901365" cy="400110"/>
          </a:xfrm>
          <a:prstGeom prst="rect">
            <a:avLst/>
          </a:prstGeom>
          <a:noFill/>
          <a:ln w="25400" cap="flat" cmpd="sng" algn="ctr">
            <a:noFill/>
            <a:prstDash val="solid"/>
          </a:ln>
          <a:effectLst/>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000" b="1" i="0" u="none" strike="noStrike" kern="0" cap="none" spc="0" normalizeH="0" baseline="0" noProof="0">
                <a:ln>
                  <a:noFill/>
                </a:ln>
                <a:solidFill>
                  <a:srgbClr val="000000"/>
                </a:solidFill>
                <a:effectLst/>
                <a:uLnTx/>
                <a:uFillTx/>
                <a:ea typeface="ＭＳ Ｐゴシック"/>
                <a:cs typeface="+mn-cs"/>
              </a:rPr>
              <a:t>Technology</a:t>
            </a:r>
          </a:p>
        </p:txBody>
      </p:sp>
      <p:sp>
        <p:nvSpPr>
          <p:cNvPr id="16" name="TextBox 15">
            <a:extLst>
              <a:ext uri="{FF2B5EF4-FFF2-40B4-BE49-F238E27FC236}">
                <a16:creationId xmlns:a16="http://schemas.microsoft.com/office/drawing/2014/main" id="{F69EB7E3-6EE0-B9D9-0ACE-6E6ED4E0ED7B}"/>
              </a:ext>
            </a:extLst>
          </p:cNvPr>
          <p:cNvSpPr txBox="1"/>
          <p:nvPr/>
        </p:nvSpPr>
        <p:spPr bwMode="auto">
          <a:xfrm>
            <a:off x="4473957" y="2297002"/>
            <a:ext cx="1490124" cy="400110"/>
          </a:xfrm>
          <a:prstGeom prst="rect">
            <a:avLst/>
          </a:prstGeom>
          <a:noFill/>
          <a:ln w="25400" cap="flat" cmpd="sng" algn="ctr">
            <a:noFill/>
            <a:prstDash val="solid"/>
          </a:ln>
          <a:effectLst/>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000" b="1" i="0" u="none" strike="noStrike" kern="0" cap="none" spc="0" normalizeH="0" baseline="0" noProof="0" dirty="0">
                <a:ln>
                  <a:noFill/>
                </a:ln>
                <a:solidFill>
                  <a:srgbClr val="000000"/>
                </a:solidFill>
                <a:effectLst/>
                <a:uLnTx/>
                <a:uFillTx/>
                <a:ea typeface="ＭＳ Ｐゴシック"/>
                <a:cs typeface="+mn-cs"/>
              </a:rPr>
              <a:t>Technique </a:t>
            </a:r>
          </a:p>
        </p:txBody>
      </p:sp>
      <p:sp>
        <p:nvSpPr>
          <p:cNvPr id="17" name="TextBox 16">
            <a:extLst>
              <a:ext uri="{FF2B5EF4-FFF2-40B4-BE49-F238E27FC236}">
                <a16:creationId xmlns:a16="http://schemas.microsoft.com/office/drawing/2014/main" id="{D5D0FBC3-1DA3-048D-AFB0-A2E9153F9164}"/>
              </a:ext>
            </a:extLst>
          </p:cNvPr>
          <p:cNvSpPr txBox="1"/>
          <p:nvPr/>
        </p:nvSpPr>
        <p:spPr bwMode="auto">
          <a:xfrm>
            <a:off x="4082488" y="3126588"/>
            <a:ext cx="2644413" cy="3231654"/>
          </a:xfrm>
          <a:prstGeom prst="rect">
            <a:avLst/>
          </a:prstGeom>
          <a:noFill/>
          <a:ln w="25400" cap="flat" cmpd="sng" algn="ctr">
            <a:noFill/>
            <a:prstDash val="solid"/>
          </a:ln>
          <a:effectLst/>
        </p:spPr>
        <p:txBody>
          <a:bodyPr wrap="square" rtlCol="0">
            <a:spAutoFit/>
          </a:bodyPr>
          <a:lstStyle/>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a:tabLst/>
              <a:defRPr/>
            </a:pPr>
            <a:r>
              <a:rPr kumimoji="0" lang="en-GB" sz="1200" b="0" i="0" u="none" strike="noStrike" kern="0" cap="none" spc="0" normalizeH="0" baseline="0" noProof="0" dirty="0">
                <a:ln>
                  <a:noFill/>
                </a:ln>
                <a:solidFill>
                  <a:srgbClr val="000000"/>
                </a:solidFill>
                <a:effectLst/>
                <a:uLnTx/>
                <a:uFillTx/>
                <a:ea typeface="ＭＳ Ｐゴシック"/>
                <a:cs typeface="+mn-cs"/>
              </a:rPr>
              <a:t>Alternative alignment techniques such as </a:t>
            </a:r>
            <a:r>
              <a:rPr kumimoji="0" lang="en-GB" sz="1200" b="0" i="0" u="none" strike="noStrike" kern="0" cap="none" spc="0" normalizeH="0" baseline="0" noProof="0" dirty="0" err="1">
                <a:ln>
                  <a:noFill/>
                </a:ln>
                <a:solidFill>
                  <a:srgbClr val="000000"/>
                </a:solidFill>
                <a:effectLst/>
                <a:uLnTx/>
                <a:uFillTx/>
                <a:ea typeface="ＭＳ Ｐゴシック"/>
                <a:cs typeface="+mn-cs"/>
              </a:rPr>
              <a:t>rKA</a:t>
            </a:r>
            <a:r>
              <a:rPr kumimoji="0" lang="en-GB" sz="1200" b="0" i="0" u="none" strike="noStrike" kern="0" cap="none" spc="0" normalizeH="0" baseline="0" noProof="0" dirty="0">
                <a:ln>
                  <a:noFill/>
                </a:ln>
                <a:solidFill>
                  <a:srgbClr val="000000"/>
                </a:solidFill>
                <a:effectLst/>
                <a:uLnTx/>
                <a:uFillTx/>
                <a:ea typeface="ＭＳ Ｐゴシック"/>
                <a:cs typeface="+mn-cs"/>
              </a:rPr>
              <a:t> and </a:t>
            </a:r>
            <a:r>
              <a:rPr kumimoji="0" lang="en-GB" sz="1200" b="0" i="0" u="none" strike="noStrike" kern="0" cap="none" spc="0" normalizeH="0" baseline="0" noProof="0" dirty="0" err="1">
                <a:ln>
                  <a:noFill/>
                </a:ln>
                <a:solidFill>
                  <a:srgbClr val="000000"/>
                </a:solidFill>
                <a:effectLst/>
                <a:uLnTx/>
                <a:uFillTx/>
                <a:ea typeface="ＭＳ Ｐゴシック"/>
                <a:cs typeface="+mn-cs"/>
              </a:rPr>
              <a:t>iKA</a:t>
            </a:r>
            <a:r>
              <a:rPr kumimoji="0" lang="en-GB" sz="1200" b="0" i="0" u="none" strike="noStrike" kern="0" cap="none" spc="0" normalizeH="0" baseline="0" noProof="0" dirty="0">
                <a:ln>
                  <a:noFill/>
                </a:ln>
                <a:solidFill>
                  <a:srgbClr val="000000"/>
                </a:solidFill>
                <a:effectLst/>
                <a:uLnTx/>
                <a:uFillTx/>
                <a:ea typeface="ＭＳ Ｐゴシック"/>
                <a:cs typeface="+mn-cs"/>
              </a:rPr>
              <a:t> are capable of </a:t>
            </a:r>
            <a:r>
              <a:rPr kumimoji="0" lang="en-GB" sz="1200" b="0" i="0" u="none" strike="noStrike" kern="0" cap="none" spc="0" normalizeH="0" baseline="0" noProof="0" dirty="0">
                <a:ln>
                  <a:noFill/>
                </a:ln>
                <a:solidFill>
                  <a:srgbClr val="EB1700"/>
                </a:solidFill>
                <a:effectLst/>
                <a:uLnTx/>
                <a:uFillTx/>
                <a:ea typeface="ＭＳ Ｐゴシック"/>
                <a:cs typeface="+mn-cs"/>
              </a:rPr>
              <a:t>restoring the alignment and joint line obliquity for a high proportion of the population</a:t>
            </a:r>
            <a:r>
              <a:rPr kumimoji="0" lang="en-GB" sz="1200" b="0" i="0" u="none" strike="noStrike" kern="0" cap="none" spc="0" normalizeH="0" baseline="30000" noProof="0" dirty="0">
                <a:ln>
                  <a:noFill/>
                </a:ln>
                <a:solidFill>
                  <a:srgbClr val="EB1700"/>
                </a:solidFill>
                <a:effectLst/>
                <a:uLnTx/>
                <a:uFillTx/>
                <a:ea typeface="ＭＳ Ｐゴシック"/>
                <a:cs typeface="+mn-cs"/>
              </a:rPr>
              <a:t>28,29</a:t>
            </a: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startAt="2"/>
              <a:tabLst/>
              <a:defRPr/>
            </a:pPr>
            <a:r>
              <a:rPr kumimoji="0" lang="en-GB" sz="1200" b="0" i="0" u="none" strike="noStrike" kern="0" cap="none" spc="0" normalizeH="0" baseline="0" noProof="0" dirty="0">
                <a:ln>
                  <a:noFill/>
                </a:ln>
                <a:solidFill>
                  <a:srgbClr val="000000"/>
                </a:solidFill>
                <a:effectLst/>
                <a:uLnTx/>
                <a:uFillTx/>
                <a:ea typeface="ＭＳ Ｐゴシック"/>
                <a:cs typeface="+mn-cs"/>
              </a:rPr>
              <a:t>Alternative alignment techniques such as </a:t>
            </a:r>
            <a:r>
              <a:rPr kumimoji="0" lang="en-GB" sz="1200" b="0" i="0" u="none" strike="noStrike" kern="0" cap="none" spc="0" normalizeH="0" baseline="0" noProof="0" dirty="0" err="1">
                <a:ln>
                  <a:noFill/>
                </a:ln>
                <a:solidFill>
                  <a:srgbClr val="000000"/>
                </a:solidFill>
                <a:effectLst/>
                <a:uLnTx/>
                <a:uFillTx/>
                <a:ea typeface="ＭＳ Ｐゴシック"/>
                <a:cs typeface="+mn-cs"/>
              </a:rPr>
              <a:t>rKA</a:t>
            </a:r>
            <a:r>
              <a:rPr kumimoji="0" lang="en-GB" sz="1200" b="0" i="0" u="none" strike="noStrike" kern="0" cap="none" spc="0" normalizeH="0" baseline="0" noProof="0" dirty="0">
                <a:ln>
                  <a:noFill/>
                </a:ln>
                <a:solidFill>
                  <a:srgbClr val="000000"/>
                </a:solidFill>
                <a:effectLst/>
                <a:uLnTx/>
                <a:uFillTx/>
                <a:ea typeface="ＭＳ Ｐゴシック"/>
                <a:cs typeface="+mn-cs"/>
              </a:rPr>
              <a:t> and </a:t>
            </a:r>
            <a:r>
              <a:rPr kumimoji="0" lang="en-GB" sz="1200" b="0" i="0" u="none" strike="noStrike" kern="0" cap="none" spc="0" normalizeH="0" baseline="0" noProof="0" dirty="0" err="1">
                <a:ln>
                  <a:noFill/>
                </a:ln>
                <a:solidFill>
                  <a:srgbClr val="000000"/>
                </a:solidFill>
                <a:effectLst/>
                <a:uLnTx/>
                <a:uFillTx/>
                <a:ea typeface="ＭＳ Ｐゴシック"/>
                <a:cs typeface="+mn-cs"/>
              </a:rPr>
              <a:t>iKA</a:t>
            </a:r>
            <a:r>
              <a:rPr kumimoji="0" lang="en-GB" sz="1200" b="0" i="0" u="none" strike="noStrike" kern="0" cap="none" spc="0" normalizeH="0" baseline="0" noProof="0" dirty="0">
                <a:ln>
                  <a:noFill/>
                </a:ln>
                <a:solidFill>
                  <a:srgbClr val="000000"/>
                </a:solidFill>
                <a:effectLst/>
                <a:uLnTx/>
                <a:uFillTx/>
                <a:ea typeface="ＭＳ Ｐゴシック"/>
                <a:cs typeface="+mn-cs"/>
              </a:rPr>
              <a:t> </a:t>
            </a:r>
            <a:r>
              <a:rPr kumimoji="0" lang="en-GB" sz="1200" b="0" i="0" u="none" strike="noStrike" kern="0" cap="none" spc="0" normalizeH="0" baseline="0" noProof="0" dirty="0">
                <a:ln>
                  <a:noFill/>
                </a:ln>
                <a:solidFill>
                  <a:srgbClr val="EB1700"/>
                </a:solidFill>
                <a:effectLst/>
                <a:uLnTx/>
                <a:uFillTx/>
                <a:ea typeface="ＭＳ Ｐゴシック"/>
                <a:cs typeface="+mn-cs"/>
              </a:rPr>
              <a:t>reduce the need for soft tissue releases </a:t>
            </a:r>
            <a:r>
              <a:rPr kumimoji="0" lang="en-GB" sz="1200" b="0" i="0" u="none" strike="noStrike" kern="0" cap="none" spc="0" normalizeH="0" baseline="0" noProof="0" dirty="0">
                <a:ln>
                  <a:noFill/>
                </a:ln>
                <a:solidFill>
                  <a:srgbClr val="000000"/>
                </a:solidFill>
                <a:effectLst/>
                <a:uLnTx/>
                <a:uFillTx/>
                <a:ea typeface="ＭＳ Ｐゴシック"/>
                <a:cs typeface="+mn-cs"/>
              </a:rPr>
              <a:t>and adjustments.</a:t>
            </a:r>
            <a:r>
              <a:rPr kumimoji="0" lang="en-GB" sz="1200" b="0" i="0" u="none" strike="noStrike" kern="0" cap="none" spc="0" normalizeH="0" baseline="30000" noProof="0" dirty="0">
                <a:ln>
                  <a:noFill/>
                </a:ln>
                <a:solidFill>
                  <a:srgbClr val="000000"/>
                </a:solidFill>
                <a:effectLst/>
                <a:uLnTx/>
                <a:uFillTx/>
                <a:ea typeface="ＭＳ Ｐゴシック"/>
                <a:cs typeface="+mn-cs"/>
              </a:rPr>
              <a:t>28-30</a:t>
            </a: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startAt="2"/>
              <a:tabLst/>
              <a:defRPr/>
            </a:pP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startAt="2"/>
              <a:tabLst/>
              <a:defRPr/>
            </a:pPr>
            <a:r>
              <a:rPr kumimoji="0" lang="en-GB" sz="1200" b="0" i="0" u="none" strike="noStrike" kern="0" cap="none" spc="0" normalizeH="0" baseline="0" noProof="0" dirty="0">
                <a:ln>
                  <a:noFill/>
                </a:ln>
                <a:solidFill>
                  <a:srgbClr val="000000"/>
                </a:solidFill>
                <a:effectLst/>
                <a:uLnTx/>
                <a:uFillTx/>
                <a:ea typeface="ＭＳ Ｐゴシック"/>
                <a:cs typeface="+mn-cs"/>
              </a:rPr>
              <a:t>ATTUNE has approved techniques supporting alternative alignment techniques and have published evidence on performance of ATTUNE in alternative alignments.</a:t>
            </a:r>
            <a:r>
              <a:rPr kumimoji="0" lang="en-GB" sz="1200" b="0" i="0" u="none" strike="noStrike" kern="0" cap="none" spc="0" normalizeH="0" baseline="30000" noProof="0" dirty="0">
                <a:ln>
                  <a:noFill/>
                </a:ln>
                <a:solidFill>
                  <a:srgbClr val="000000"/>
                </a:solidFill>
                <a:effectLst/>
                <a:uLnTx/>
                <a:uFillTx/>
                <a:ea typeface="ＭＳ Ｐゴシック"/>
                <a:cs typeface="+mn-cs"/>
              </a:rPr>
              <a:t>31-33</a:t>
            </a:r>
            <a:endParaRPr kumimoji="0" lang="en-US" sz="1200" b="0" i="0" u="none" strike="noStrike" kern="0" cap="none" spc="0" normalizeH="0" baseline="0" noProof="0" dirty="0">
              <a:ln>
                <a:noFill/>
              </a:ln>
              <a:solidFill>
                <a:srgbClr val="000000"/>
              </a:solidFill>
              <a:effectLst/>
              <a:uLnTx/>
              <a:uFillTx/>
              <a:ea typeface="ＭＳ Ｐゴシック"/>
              <a:cs typeface="+mn-cs"/>
            </a:endParaRPr>
          </a:p>
        </p:txBody>
      </p:sp>
      <p:sp>
        <p:nvSpPr>
          <p:cNvPr id="19" name="TextBox 18">
            <a:extLst>
              <a:ext uri="{FF2B5EF4-FFF2-40B4-BE49-F238E27FC236}">
                <a16:creationId xmlns:a16="http://schemas.microsoft.com/office/drawing/2014/main" id="{FC90A9AF-9497-63BF-9EB0-D52C7310BF39}"/>
              </a:ext>
            </a:extLst>
          </p:cNvPr>
          <p:cNvSpPr txBox="1"/>
          <p:nvPr/>
        </p:nvSpPr>
        <p:spPr bwMode="auto">
          <a:xfrm>
            <a:off x="7998104" y="3096631"/>
            <a:ext cx="2809875" cy="3693319"/>
          </a:xfrm>
          <a:prstGeom prst="rect">
            <a:avLst/>
          </a:prstGeom>
          <a:noFill/>
          <a:ln w="25400" cap="flat" cmpd="sng" algn="ctr">
            <a:noFill/>
            <a:prstDash val="solid"/>
          </a:ln>
          <a:effectLst/>
        </p:spPr>
        <p:txBody>
          <a:bodyPr wrap="square" rtlCol="0">
            <a:spAutoFit/>
          </a:bodyPr>
          <a:lstStyle/>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a:tabLst/>
              <a:defRPr/>
            </a:pPr>
            <a:r>
              <a:rPr kumimoji="0" lang="en-GB" sz="1200" b="0" i="0" u="none" strike="noStrike" kern="0" cap="none" spc="0" normalizeH="0" baseline="0" noProof="0" dirty="0">
                <a:ln>
                  <a:noFill/>
                </a:ln>
                <a:solidFill>
                  <a:srgbClr val="000000"/>
                </a:solidFill>
                <a:effectLst/>
                <a:uLnTx/>
                <a:uFillTx/>
                <a:ea typeface="ＭＳ Ｐゴシック"/>
                <a:cs typeface="+mn-cs"/>
              </a:rPr>
              <a:t>Parameters are easily adjusted through the VELYS Robotic-Assisted Solution planning screen, helping surgeons to </a:t>
            </a:r>
            <a:r>
              <a:rPr kumimoji="0" lang="en-GB" sz="1200" b="0" i="0" u="none" strike="noStrike" kern="0" cap="none" spc="0" normalizeH="0" baseline="0" noProof="0" dirty="0">
                <a:ln>
                  <a:noFill/>
                </a:ln>
                <a:solidFill>
                  <a:srgbClr val="FF0000"/>
                </a:solidFill>
                <a:effectLst/>
                <a:uLnTx/>
                <a:uFillTx/>
                <a:ea typeface="ＭＳ Ｐゴシック"/>
                <a:cs typeface="+mn-cs"/>
              </a:rPr>
              <a:t>personalize alignment and balance relative to soft tissues</a:t>
            </a:r>
            <a:r>
              <a:rPr kumimoji="0" lang="en-GB" sz="1200" b="0" i="0" u="none" strike="noStrike" kern="0" cap="none" spc="0" normalizeH="0" baseline="0" noProof="0" dirty="0">
                <a:ln>
                  <a:noFill/>
                </a:ln>
                <a:solidFill>
                  <a:srgbClr val="000000"/>
                </a:solidFill>
                <a:effectLst/>
                <a:uLnTx/>
                <a:uFillTx/>
                <a:ea typeface="ＭＳ Ｐゴシック"/>
                <a:cs typeface="+mn-cs"/>
              </a:rPr>
              <a:t>.</a:t>
            </a:r>
            <a:r>
              <a:rPr kumimoji="0" lang="en-GB" sz="1200" b="0" i="0" u="none" strike="noStrike" kern="0" cap="none" spc="0" normalizeH="0" baseline="30000" noProof="0" dirty="0">
                <a:ln>
                  <a:noFill/>
                </a:ln>
                <a:solidFill>
                  <a:srgbClr val="000000"/>
                </a:solidFill>
                <a:effectLst/>
                <a:uLnTx/>
                <a:uFillTx/>
                <a:ea typeface="ＭＳ Ｐゴシック"/>
                <a:cs typeface="+mn-cs"/>
              </a:rPr>
              <a:t>32, 50*</a:t>
            </a:r>
            <a:endParaRPr kumimoji="0" lang="en-GB" sz="1200" b="0" i="0" u="none" strike="noStrike" kern="0" cap="none" spc="0" normalizeH="0" baseline="0" noProof="0" dirty="0">
              <a:ln>
                <a:noFill/>
              </a:ln>
              <a:solidFill>
                <a:srgbClr val="000000"/>
              </a:solidFill>
              <a:effectLst/>
              <a:uLnTx/>
              <a:uFillTx/>
              <a:ea typeface="ＭＳ Ｐゴシック"/>
              <a:cs typeface="+mn-cs"/>
            </a:endParaRP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startAt="2"/>
              <a:tabLst/>
              <a:defRPr/>
            </a:pPr>
            <a:r>
              <a:rPr kumimoji="0" lang="en-GB" sz="1200" b="0" i="0" u="none" strike="noStrike" kern="0" cap="none" spc="0" normalizeH="0" baseline="0" noProof="0" dirty="0">
                <a:ln>
                  <a:noFill/>
                </a:ln>
                <a:solidFill>
                  <a:srgbClr val="000000"/>
                </a:solidFill>
                <a:effectLst/>
                <a:uLnTx/>
                <a:uFillTx/>
                <a:ea typeface="ＭＳ Ｐゴシック"/>
                <a:cs typeface="+mn-cs"/>
              </a:rPr>
              <a:t>VELYS Robotic-Assisted Solution maintains the saw cut plane to help execute </a:t>
            </a:r>
            <a:r>
              <a:rPr kumimoji="0" lang="en-GB" sz="1200" b="0" i="0" u="none" strike="noStrike" kern="0" cap="none" spc="0" normalizeH="0" baseline="0" noProof="0" dirty="0">
                <a:ln>
                  <a:noFill/>
                </a:ln>
                <a:solidFill>
                  <a:srgbClr val="EB1700"/>
                </a:solidFill>
                <a:effectLst/>
                <a:uLnTx/>
                <a:uFillTx/>
                <a:ea typeface="ＭＳ Ｐゴシック"/>
                <a:cs typeface="+mn-cs"/>
              </a:rPr>
              <a:t>precise, reproducible, surgeon-controlled cuts without cutting blocks</a:t>
            </a:r>
            <a:r>
              <a:rPr kumimoji="0" lang="en-GB" sz="1200" b="0" i="0" u="none" strike="noStrike" kern="0" cap="none" spc="0" normalizeH="0" baseline="30000" noProof="0" dirty="0">
                <a:ln>
                  <a:noFill/>
                </a:ln>
                <a:solidFill>
                  <a:srgbClr val="000000"/>
                </a:solidFill>
                <a:effectLst/>
                <a:uLnTx/>
                <a:uFillTx/>
                <a:ea typeface="ＭＳ Ｐゴシック"/>
                <a:cs typeface="+mn-cs"/>
              </a:rPr>
              <a:t>14</a:t>
            </a:r>
            <a:r>
              <a:rPr lang="en-GB" sz="1200" kern="0" baseline="30000" dirty="0">
                <a:solidFill>
                  <a:srgbClr val="000000"/>
                </a:solidFill>
                <a:ea typeface="ＭＳ Ｐゴシック"/>
              </a:rPr>
              <a:t>*</a:t>
            </a:r>
            <a:endParaRPr kumimoji="0" lang="en-GB" sz="1200" b="0" i="0" u="none" strike="noStrike" kern="0" cap="none" spc="0" normalizeH="0" baseline="0" noProof="0" dirty="0">
              <a:ln>
                <a:noFill/>
              </a:ln>
              <a:solidFill>
                <a:srgbClr val="000000"/>
              </a:solidFill>
              <a:effectLst/>
              <a:uLnTx/>
              <a:uFillTx/>
              <a:ea typeface="ＭＳ Ｐゴシック"/>
              <a:cs typeface="+mn-cs"/>
            </a:endParaRP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startAt="3"/>
              <a:tabLst/>
              <a:defRPr/>
            </a:pPr>
            <a:r>
              <a:rPr kumimoji="0" lang="en-GB" sz="1200" b="0" i="0" u="none" strike="noStrike" kern="0" cap="none" spc="0" normalizeH="0" baseline="0" noProof="0" dirty="0">
                <a:ln>
                  <a:noFill/>
                </a:ln>
                <a:solidFill>
                  <a:srgbClr val="EB1700"/>
                </a:solidFill>
                <a:effectLst/>
                <a:uLnTx/>
                <a:uFillTx/>
                <a:ea typeface="ＭＳ Ｐゴシック"/>
                <a:cs typeface="+mn-cs"/>
              </a:rPr>
              <a:t>Surgeons dictate </a:t>
            </a:r>
            <a:r>
              <a:rPr kumimoji="0" lang="en-GB" sz="1200" b="0" i="0" u="none" strike="noStrike" kern="0" cap="none" spc="0" normalizeH="0" baseline="0" noProof="0" dirty="0">
                <a:ln>
                  <a:noFill/>
                </a:ln>
                <a:solidFill>
                  <a:srgbClr val="000000"/>
                </a:solidFill>
                <a:effectLst/>
                <a:uLnTx/>
                <a:uFillTx/>
                <a:ea typeface="ＭＳ Ｐゴシック"/>
                <a:cs typeface="+mn-cs"/>
              </a:rPr>
              <a:t>the selection of the critical points and define the 3D surgical plan</a:t>
            </a:r>
            <a:r>
              <a:rPr kumimoji="0" lang="en-GB" sz="1200" b="0" i="0" u="none" strike="noStrike" kern="0" cap="none" spc="0" normalizeH="0" baseline="30000" noProof="0" dirty="0">
                <a:ln>
                  <a:noFill/>
                </a:ln>
                <a:solidFill>
                  <a:srgbClr val="000000"/>
                </a:solidFill>
                <a:effectLst/>
                <a:uLnTx/>
                <a:uFillTx/>
                <a:ea typeface="ＭＳ Ｐゴシック"/>
                <a:cs typeface="+mn-cs"/>
              </a:rPr>
              <a:t>32</a:t>
            </a: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endParaRPr kumimoji="0" lang="en-US" sz="1200" b="0" i="0" u="none" strike="noStrike" kern="0" cap="none" spc="0" normalizeH="0" baseline="0" noProof="0" dirty="0">
              <a:ln>
                <a:noFill/>
              </a:ln>
              <a:solidFill>
                <a:srgbClr val="000000"/>
              </a:solidFill>
              <a:effectLst/>
              <a:uLnTx/>
              <a:uFillTx/>
              <a:ea typeface="ＭＳ Ｐゴシック"/>
              <a:cs typeface="+mn-cs"/>
            </a:endParaRPr>
          </a:p>
          <a:p>
            <a:pPr lvl="0">
              <a:buClr>
                <a:srgbClr val="ED1500"/>
              </a:buClr>
              <a:defRPr/>
            </a:pPr>
            <a:r>
              <a:rPr lang="en-US" sz="800" kern="0" dirty="0">
                <a:solidFill>
                  <a:srgbClr val="000000"/>
                </a:solidFill>
                <a:ea typeface="ＭＳ Ｐゴシック"/>
              </a:rPr>
              <a:t>*</a:t>
            </a:r>
            <a:r>
              <a:rPr lang="en-US" sz="800" dirty="0"/>
              <a:t>Product(s) may not be commercially available in all markets.  This content may not be used externally in those markets where regulatory approval has not been granted for all the products referenced.</a:t>
            </a:r>
            <a:endParaRPr kumimoji="0" lang="en-US" sz="800" b="0" i="0" u="none" strike="noStrike" kern="0" cap="none" spc="0" normalizeH="0" baseline="0" noProof="0" dirty="0">
              <a:ln>
                <a:noFill/>
              </a:ln>
              <a:solidFill>
                <a:srgbClr val="000000"/>
              </a:solidFill>
              <a:effectLst/>
              <a:uLnTx/>
              <a:uFillTx/>
              <a:ea typeface="ＭＳ Ｐゴシック"/>
              <a:cs typeface="+mn-cs"/>
            </a:endParaRPr>
          </a:p>
        </p:txBody>
      </p:sp>
      <p:pic>
        <p:nvPicPr>
          <p:cNvPr id="222" name="Picture 221">
            <a:extLst>
              <a:ext uri="{FF2B5EF4-FFF2-40B4-BE49-F238E27FC236}">
                <a16:creationId xmlns:a16="http://schemas.microsoft.com/office/drawing/2014/main" id="{993444B5-E331-BBAB-46A6-CB855999F16F}"/>
              </a:ext>
            </a:extLst>
          </p:cNvPr>
          <p:cNvPicPr>
            <a:picLocks noChangeAspect="1"/>
          </p:cNvPicPr>
          <p:nvPr/>
        </p:nvPicPr>
        <p:blipFill>
          <a:blip r:embed="rId11"/>
          <a:stretch>
            <a:fillRect/>
          </a:stretch>
        </p:blipFill>
        <p:spPr>
          <a:xfrm>
            <a:off x="10754051" y="3179571"/>
            <a:ext cx="1205300" cy="707191"/>
          </a:xfrm>
          <a:prstGeom prst="rect">
            <a:avLst/>
          </a:prstGeom>
          <a:effectLst>
            <a:outerShdw blurRad="50800" dist="38100" dir="2700000" algn="tl" rotWithShape="0">
              <a:prstClr val="black">
                <a:alpha val="40000"/>
              </a:prstClr>
            </a:outerShdw>
          </a:effectLst>
        </p:spPr>
      </p:pic>
      <p:pic>
        <p:nvPicPr>
          <p:cNvPr id="225" name="Picture 224">
            <a:extLst>
              <a:ext uri="{FF2B5EF4-FFF2-40B4-BE49-F238E27FC236}">
                <a16:creationId xmlns:a16="http://schemas.microsoft.com/office/drawing/2014/main" id="{FF2D214C-AD8B-FE54-08BC-577E9105173C}"/>
              </a:ext>
            </a:extLst>
          </p:cNvPr>
          <p:cNvPicPr>
            <a:picLocks noChangeAspect="1"/>
          </p:cNvPicPr>
          <p:nvPr/>
        </p:nvPicPr>
        <p:blipFill>
          <a:blip r:embed="rId12"/>
          <a:stretch>
            <a:fillRect/>
          </a:stretch>
        </p:blipFill>
        <p:spPr>
          <a:xfrm>
            <a:off x="10784375" y="4913606"/>
            <a:ext cx="1260085" cy="707191"/>
          </a:xfrm>
          <a:prstGeom prst="rect">
            <a:avLst/>
          </a:prstGeom>
          <a:effectLst>
            <a:outerShdw blurRad="50800" dist="38100" dir="2700000" algn="tl" rotWithShape="0">
              <a:prstClr val="black">
                <a:alpha val="40000"/>
              </a:prstClr>
            </a:outerShdw>
          </a:effectLst>
        </p:spPr>
      </p:pic>
      <p:pic>
        <p:nvPicPr>
          <p:cNvPr id="226" name="Picture 225">
            <a:extLst>
              <a:ext uri="{FF2B5EF4-FFF2-40B4-BE49-F238E27FC236}">
                <a16:creationId xmlns:a16="http://schemas.microsoft.com/office/drawing/2014/main" id="{BDBABB5F-8029-4716-EBF3-78A0C0058A87}"/>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10767722" y="4058045"/>
            <a:ext cx="1245503" cy="707192"/>
          </a:xfrm>
          <a:prstGeom prst="rect">
            <a:avLst/>
          </a:prstGeom>
          <a:effectLst>
            <a:outerShdw blurRad="50800" dist="38100" dir="2700000" algn="tl" rotWithShape="0">
              <a:prstClr val="black">
                <a:alpha val="40000"/>
              </a:prstClr>
            </a:outerShdw>
          </a:effectLst>
        </p:spPr>
      </p:pic>
      <p:pic>
        <p:nvPicPr>
          <p:cNvPr id="232" name="Picture 231">
            <a:extLst>
              <a:ext uri="{FF2B5EF4-FFF2-40B4-BE49-F238E27FC236}">
                <a16:creationId xmlns:a16="http://schemas.microsoft.com/office/drawing/2014/main" id="{75D54BAA-14A3-9DFD-CEAA-F61B4E24CE1A}"/>
              </a:ext>
            </a:extLst>
          </p:cNvPr>
          <p:cNvPicPr>
            <a:picLocks noChangeAspect="1"/>
          </p:cNvPicPr>
          <p:nvPr/>
        </p:nvPicPr>
        <p:blipFill>
          <a:blip r:embed="rId14"/>
          <a:stretch>
            <a:fillRect/>
          </a:stretch>
        </p:blipFill>
        <p:spPr>
          <a:xfrm>
            <a:off x="10807979" y="5738369"/>
            <a:ext cx="1188080" cy="690047"/>
          </a:xfrm>
          <a:prstGeom prst="rect">
            <a:avLst/>
          </a:prstGeom>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20D6B36B-CF0D-D181-B1C0-06A3F6844453}"/>
              </a:ext>
            </a:extLst>
          </p:cNvPr>
          <p:cNvPicPr>
            <a:picLocks noChangeAspect="1"/>
          </p:cNvPicPr>
          <p:nvPr/>
        </p:nvPicPr>
        <p:blipFill>
          <a:blip r:embed="rId15" cstate="print">
            <a:extLst>
              <a:ext uri="{28A0092B-C50C-407E-A947-70E740481C1C}">
                <a14:useLocalDpi xmlns:a14="http://schemas.microsoft.com/office/drawing/2010/main"/>
              </a:ext>
            </a:extLst>
          </a:blip>
          <a:stretch>
            <a:fillRect/>
          </a:stretch>
        </p:blipFill>
        <p:spPr>
          <a:xfrm>
            <a:off x="2877175" y="5626474"/>
            <a:ext cx="800067" cy="731768"/>
          </a:xfrm>
          <a:prstGeom prst="rect">
            <a:avLst/>
          </a:prstGeom>
        </p:spPr>
      </p:pic>
      <p:pic>
        <p:nvPicPr>
          <p:cNvPr id="12" name="Picture 11">
            <a:extLst>
              <a:ext uri="{FF2B5EF4-FFF2-40B4-BE49-F238E27FC236}">
                <a16:creationId xmlns:a16="http://schemas.microsoft.com/office/drawing/2014/main" id="{0E233310-26C7-6FEC-45E0-46BAD7D99017}"/>
              </a:ext>
            </a:extLst>
          </p:cNvPr>
          <p:cNvPicPr>
            <a:picLocks noChangeAspect="1"/>
          </p:cNvPicPr>
          <p:nvPr/>
        </p:nvPicPr>
        <p:blipFill>
          <a:blip r:embed="rId16"/>
          <a:stretch>
            <a:fillRect/>
          </a:stretch>
        </p:blipFill>
        <p:spPr>
          <a:xfrm>
            <a:off x="2835562" y="3608148"/>
            <a:ext cx="907461" cy="1120623"/>
          </a:xfrm>
          <a:prstGeom prst="rect">
            <a:avLst/>
          </a:prstGeom>
        </p:spPr>
      </p:pic>
      <p:pic>
        <p:nvPicPr>
          <p:cNvPr id="21" name="Picture 20">
            <a:extLst>
              <a:ext uri="{FF2B5EF4-FFF2-40B4-BE49-F238E27FC236}">
                <a16:creationId xmlns:a16="http://schemas.microsoft.com/office/drawing/2014/main" id="{09F4E422-E2D3-3795-063A-C68C61DE6A31}"/>
              </a:ext>
            </a:extLst>
          </p:cNvPr>
          <p:cNvPicPr>
            <a:picLocks noChangeAspect="1"/>
          </p:cNvPicPr>
          <p:nvPr/>
        </p:nvPicPr>
        <p:blipFill>
          <a:blip r:embed="rId17" cstate="print">
            <a:extLst>
              <a:ext uri="{28A0092B-C50C-407E-A947-70E740481C1C}">
                <a14:useLocalDpi xmlns:a14="http://schemas.microsoft.com/office/drawing/2010/main"/>
              </a:ext>
            </a:extLst>
          </a:blip>
          <a:stretch>
            <a:fillRect/>
          </a:stretch>
        </p:blipFill>
        <p:spPr>
          <a:xfrm>
            <a:off x="6734332" y="3240233"/>
            <a:ext cx="1233554" cy="852142"/>
          </a:xfrm>
          <a:prstGeom prst="rect">
            <a:avLst/>
          </a:prstGeom>
        </p:spPr>
      </p:pic>
      <p:pic>
        <p:nvPicPr>
          <p:cNvPr id="22" name="Picture 21">
            <a:extLst>
              <a:ext uri="{FF2B5EF4-FFF2-40B4-BE49-F238E27FC236}">
                <a16:creationId xmlns:a16="http://schemas.microsoft.com/office/drawing/2014/main" id="{85A533F7-A4B2-8F20-ADDA-9FCB89596780}"/>
              </a:ext>
            </a:extLst>
          </p:cNvPr>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6553920" y="5948515"/>
            <a:ext cx="1257440" cy="493797"/>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03623067-B187-F8D8-7615-3EAC95F1C838}"/>
              </a:ext>
            </a:extLst>
          </p:cNvPr>
          <p:cNvPicPr>
            <a:picLocks noChangeAspect="1"/>
          </p:cNvPicPr>
          <p:nvPr/>
        </p:nvPicPr>
        <p:blipFill>
          <a:blip r:embed="rId19" cstate="print">
            <a:extLst>
              <a:ext uri="{28A0092B-C50C-407E-A947-70E740481C1C}">
                <a14:useLocalDpi xmlns:a14="http://schemas.microsoft.com/office/drawing/2010/main"/>
              </a:ext>
            </a:extLst>
          </a:blip>
          <a:stretch>
            <a:fillRect/>
          </a:stretch>
        </p:blipFill>
        <p:spPr>
          <a:xfrm>
            <a:off x="6779105" y="4374560"/>
            <a:ext cx="1106396" cy="612176"/>
          </a:xfrm>
          <a:prstGeom prst="rect">
            <a:avLst/>
          </a:prstGeom>
        </p:spPr>
      </p:pic>
      <p:sp>
        <p:nvSpPr>
          <p:cNvPr id="4" name="Text Placeholder 7">
            <a:extLst>
              <a:ext uri="{FF2B5EF4-FFF2-40B4-BE49-F238E27FC236}">
                <a16:creationId xmlns:a16="http://schemas.microsoft.com/office/drawing/2014/main" id="{94F6B300-6EC3-0EB7-1FA1-21D0E1BDC52B}"/>
              </a:ext>
            </a:extLst>
          </p:cNvPr>
          <p:cNvSpPr txBox="1">
            <a:spLocks/>
          </p:cNvSpPr>
          <p:nvPr/>
        </p:nvSpPr>
        <p:spPr bwMode="auto">
          <a:xfrm>
            <a:off x="382959" y="930156"/>
            <a:ext cx="6609512" cy="695238"/>
          </a:xfrm>
          <a:prstGeom prst="rect">
            <a:avLst/>
          </a:prstGeom>
          <a:noFill/>
          <a:ln w="12700">
            <a:noFill/>
            <a:miter lim="800000"/>
            <a:headEnd/>
            <a:tailEnd/>
          </a:ln>
        </p:spPr>
        <p:txBody>
          <a:bodyPr vert="horz" wrap="square" lIns="0" tIns="0" rIns="0" bIns="0" numCol="1" anchor="t" anchorCtr="0" compatLnSpc="1">
            <a:prstTxWarp prst="textNoShape">
              <a:avLst/>
            </a:prstTxWarp>
            <a:noAutofit/>
          </a:bodyPr>
          <a:lstStyle>
            <a:lvl1pPr marL="0" indent="0" algn="l" rtl="0" eaLnBrk="1" fontAlgn="base" hangingPunct="1">
              <a:lnSpc>
                <a:spcPct val="100000"/>
              </a:lnSpc>
              <a:spcBef>
                <a:spcPts val="1800"/>
              </a:spcBef>
              <a:spcAft>
                <a:spcPct val="0"/>
              </a:spcAft>
              <a:buClr>
                <a:srgbClr val="63666A"/>
              </a:buClr>
              <a:buSzPct val="100000"/>
              <a:buFontTx/>
              <a:buNone/>
              <a:defRPr sz="2000">
                <a:solidFill>
                  <a:schemeClr val="bg1"/>
                </a:solidFill>
                <a:latin typeface="+mn-lt"/>
                <a:ea typeface="Arial Unicode MS" pitchFamily="-65" charset="0"/>
                <a:cs typeface="Arial Unicode MS" pitchFamily="-65" charset="0"/>
                <a:sym typeface="Arial" pitchFamily="-65" charset="0"/>
              </a:defRPr>
            </a:lvl1pPr>
            <a:lvl2pPr marL="0" indent="0" algn="l" rtl="0" eaLnBrk="1" fontAlgn="base" hangingPunct="1">
              <a:lnSpc>
                <a:spcPct val="100000"/>
              </a:lnSpc>
              <a:spcBef>
                <a:spcPts val="0"/>
              </a:spcBef>
              <a:spcAft>
                <a:spcPct val="0"/>
              </a:spcAft>
              <a:buClr>
                <a:srgbClr val="63666A"/>
              </a:buClr>
              <a:buSzPct val="100000"/>
              <a:buFontTx/>
              <a:buNone/>
              <a:defRPr sz="2000" b="1">
                <a:solidFill>
                  <a:schemeClr val="bg1"/>
                </a:solidFill>
                <a:latin typeface="+mn-lt"/>
                <a:ea typeface="Arial Unicode MS" pitchFamily="-65" charset="0"/>
                <a:cs typeface="Arial Unicode MS" pitchFamily="-65" charset="0"/>
                <a:sym typeface="Arial" pitchFamily="-65" charset="0"/>
              </a:defRPr>
            </a:lvl2pPr>
            <a:lvl3pPr marL="0" indent="0" algn="l" rtl="0" eaLnBrk="1" fontAlgn="base" hangingPunct="1">
              <a:lnSpc>
                <a:spcPct val="100000"/>
              </a:lnSpc>
              <a:spcBef>
                <a:spcPts val="0"/>
              </a:spcBef>
              <a:spcAft>
                <a:spcPct val="0"/>
              </a:spcAft>
              <a:buClr>
                <a:srgbClr val="63666A"/>
              </a:buClr>
              <a:buSzPct val="100000"/>
              <a:buFontTx/>
              <a:buNone/>
              <a:defRPr sz="1400" b="1" cap="all" baseline="0">
                <a:solidFill>
                  <a:schemeClr val="accent3"/>
                </a:solidFill>
                <a:latin typeface="+mn-lt"/>
                <a:ea typeface="Arial Unicode MS" pitchFamily="-65" charset="0"/>
                <a:cs typeface="Arial Unicode MS" pitchFamily="-65" charset="0"/>
                <a:sym typeface="Arial" pitchFamily="-65" charset="0"/>
              </a:defRPr>
            </a:lvl3pPr>
            <a:lvl4pPr marL="0" indent="0" algn="l" rtl="0" eaLnBrk="1" fontAlgn="base" hangingPunct="1">
              <a:lnSpc>
                <a:spcPct val="100000"/>
              </a:lnSpc>
              <a:spcBef>
                <a:spcPts val="0"/>
              </a:spcBef>
              <a:spcAft>
                <a:spcPct val="0"/>
              </a:spcAft>
              <a:buClr>
                <a:srgbClr val="63666A"/>
              </a:buClr>
              <a:buSzPct val="100000"/>
              <a:buFontTx/>
              <a:buNone/>
              <a:defRPr sz="1600">
                <a:solidFill>
                  <a:schemeClr val="bg1"/>
                </a:solidFill>
                <a:latin typeface="+mn-lt"/>
                <a:ea typeface="Arial Unicode MS" pitchFamily="-65" charset="0"/>
                <a:cs typeface="Arial Unicode MS" pitchFamily="-65" charset="0"/>
                <a:sym typeface="Arial" pitchFamily="-65" charset="0"/>
              </a:defRPr>
            </a:lvl4pPr>
            <a:lvl5pPr marL="0" indent="0" algn="l" rtl="0" eaLnBrk="1" fontAlgn="base" hangingPunct="1">
              <a:lnSpc>
                <a:spcPct val="100000"/>
              </a:lnSpc>
              <a:spcBef>
                <a:spcPts val="0"/>
              </a:spcBef>
              <a:spcAft>
                <a:spcPct val="0"/>
              </a:spcAft>
              <a:buClr>
                <a:srgbClr val="63666A"/>
              </a:buClr>
              <a:buSzPct val="100000"/>
              <a:buFontTx/>
              <a:buNone/>
              <a:defRPr sz="1600" b="1">
                <a:solidFill>
                  <a:schemeClr val="bg1"/>
                </a:solidFill>
                <a:latin typeface="+mn-lt"/>
                <a:ea typeface="Arial Unicode MS" pitchFamily="-65" charset="0"/>
                <a:cs typeface="Arial Unicode MS" pitchFamily="-65" charset="0"/>
                <a:sym typeface="Arial" pitchFamily="-65" charset="0"/>
              </a:defRPr>
            </a:lvl5pPr>
            <a:lvl6pPr marL="0" indent="0" algn="l" rtl="0" eaLnBrk="1" fontAlgn="base" hangingPunct="1">
              <a:lnSpc>
                <a:spcPct val="100000"/>
              </a:lnSpc>
              <a:spcBef>
                <a:spcPts val="379"/>
              </a:spcBef>
              <a:spcAft>
                <a:spcPct val="0"/>
              </a:spcAft>
              <a:buSzPct val="100000"/>
              <a:buFontTx/>
              <a:buNone/>
              <a:defRPr sz="3200" b="1">
                <a:solidFill>
                  <a:schemeClr val="accent3"/>
                </a:solidFill>
                <a:latin typeface="+mn-lt"/>
                <a:ea typeface="+mn-ea"/>
                <a:cs typeface="+mn-cs"/>
                <a:sym typeface="Arial" pitchFamily="-110" charset="0"/>
              </a:defRPr>
            </a:lvl6pPr>
            <a:lvl7pPr marL="0" indent="0" algn="l" rtl="0" eaLnBrk="1" fontAlgn="base" hangingPunct="1">
              <a:lnSpc>
                <a:spcPct val="100000"/>
              </a:lnSpc>
              <a:spcBef>
                <a:spcPts val="0"/>
              </a:spcBef>
              <a:spcAft>
                <a:spcPct val="0"/>
              </a:spcAft>
              <a:buSzPct val="100000"/>
              <a:buFontTx/>
              <a:buNone/>
              <a:defRPr sz="1600">
                <a:solidFill>
                  <a:schemeClr val="bg1"/>
                </a:solidFill>
                <a:latin typeface="+mn-lt"/>
                <a:ea typeface="+mn-ea"/>
                <a:cs typeface="+mn-cs"/>
                <a:sym typeface="Arial" pitchFamily="-110" charset="0"/>
              </a:defRPr>
            </a:lvl7pPr>
            <a:lvl8pPr marL="0" indent="0" algn="l" rtl="0" eaLnBrk="1" fontAlgn="base" hangingPunct="1">
              <a:lnSpc>
                <a:spcPct val="100000"/>
              </a:lnSpc>
              <a:spcBef>
                <a:spcPts val="0"/>
              </a:spcBef>
              <a:spcAft>
                <a:spcPct val="0"/>
              </a:spcAft>
              <a:buSzPct val="100000"/>
              <a:buFontTx/>
              <a:buNone/>
              <a:defRPr sz="1600">
                <a:solidFill>
                  <a:schemeClr val="bg1"/>
                </a:solidFill>
                <a:latin typeface="+mn-lt"/>
                <a:ea typeface="+mn-ea"/>
                <a:cs typeface="+mn-cs"/>
                <a:sym typeface="Arial" pitchFamily="-110" charset="0"/>
              </a:defRPr>
            </a:lvl8pPr>
            <a:lvl9pPr marL="0" indent="0" algn="l" rtl="0" eaLnBrk="1" fontAlgn="base" hangingPunct="1">
              <a:lnSpc>
                <a:spcPct val="100000"/>
              </a:lnSpc>
              <a:spcBef>
                <a:spcPts val="0"/>
              </a:spcBef>
              <a:spcAft>
                <a:spcPct val="0"/>
              </a:spcAft>
              <a:buSzPct val="100000"/>
              <a:buFontTx/>
              <a:buNone/>
              <a:defRPr sz="1600">
                <a:solidFill>
                  <a:schemeClr val="bg1"/>
                </a:solidFill>
                <a:latin typeface="+mn-lt"/>
                <a:ea typeface="+mn-ea"/>
                <a:cs typeface="+mn-cs"/>
                <a:sym typeface="Arial" pitchFamily="-110" charset="0"/>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schemeClr val="tx1"/>
                </a:solidFill>
                <a:effectLst/>
                <a:uLnTx/>
                <a:uFillTx/>
                <a:ea typeface="Arial Unicode MS" pitchFamily="-65" charset="0"/>
                <a:cs typeface="Arial Unicode MS" pitchFamily="-65" charset="0"/>
                <a:sym typeface="Arial" pitchFamily="-65" charset="0"/>
              </a:rPr>
              <a:t>Clinically empowering Kinematic Restoration of the Knee to restore natural Knee function</a:t>
            </a:r>
          </a:p>
        </p:txBody>
      </p:sp>
      <p:sp>
        <p:nvSpPr>
          <p:cNvPr id="6" name="TextBox 5">
            <a:extLst>
              <a:ext uri="{FF2B5EF4-FFF2-40B4-BE49-F238E27FC236}">
                <a16:creationId xmlns:a16="http://schemas.microsoft.com/office/drawing/2014/main" id="{A803F7BE-9F67-DD0C-A1B2-9A2257249251}"/>
              </a:ext>
            </a:extLst>
          </p:cNvPr>
          <p:cNvSpPr txBox="1"/>
          <p:nvPr/>
        </p:nvSpPr>
        <p:spPr>
          <a:xfrm>
            <a:off x="-124523" y="2062640"/>
            <a:ext cx="2472904" cy="52322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EB1700"/>
                </a:solidFill>
                <a:effectLst/>
                <a:uLnTx/>
                <a:uFillTx/>
                <a:latin typeface="Johnson Text"/>
                <a:ea typeface="+mn-ea"/>
                <a:cs typeface="+mn-cs"/>
              </a:rPr>
              <a:t>ATTUNE™ Knee System</a:t>
            </a:r>
          </a:p>
          <a:p>
            <a:pPr algn="l"/>
            <a:endParaRPr lang="en-US" sz="1800" kern="1200" dirty="0" err="1">
              <a:solidFill>
                <a:schemeClr val="tx1"/>
              </a:solidFill>
              <a:latin typeface="+mn-lt"/>
              <a:ea typeface="+mn-ea"/>
              <a:cs typeface="+mn-cs"/>
            </a:endParaRPr>
          </a:p>
        </p:txBody>
      </p:sp>
    </p:spTree>
    <p:extLst>
      <p:ext uri="{BB962C8B-B14F-4D97-AF65-F5344CB8AC3E}">
        <p14:creationId xmlns:p14="http://schemas.microsoft.com/office/powerpoint/2010/main" val="336247943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0B188-BF9B-1E50-C94E-86478B03CEC4}"/>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2D6D9A5D-DD33-88A2-CBAB-DB477E86EFF1}"/>
              </a:ext>
            </a:extLst>
          </p:cNvPr>
          <p:cNvSpPr/>
          <p:nvPr/>
        </p:nvSpPr>
        <p:spPr>
          <a:xfrm>
            <a:off x="10038522" y="6171598"/>
            <a:ext cx="1276352" cy="5693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n-lt"/>
            </a:endParaRPr>
          </a:p>
        </p:txBody>
      </p:sp>
      <p:sp>
        <p:nvSpPr>
          <p:cNvPr id="46" name="Rectangle 45">
            <a:extLst>
              <a:ext uri="{FF2B5EF4-FFF2-40B4-BE49-F238E27FC236}">
                <a16:creationId xmlns:a16="http://schemas.microsoft.com/office/drawing/2014/main" id="{474EAB35-CD7F-B86F-7EE2-1041F7D4C9AE}"/>
              </a:ext>
            </a:extLst>
          </p:cNvPr>
          <p:cNvSpPr/>
          <p:nvPr/>
        </p:nvSpPr>
        <p:spPr>
          <a:xfrm>
            <a:off x="0" y="1535334"/>
            <a:ext cx="12191995" cy="967397"/>
          </a:xfrm>
          <a:prstGeom prst="rect">
            <a:avLst/>
          </a:prstGeom>
          <a:solidFill>
            <a:schemeClr val="bg1">
              <a:lumMod val="85000"/>
              <a:alpha val="327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Johnson Text"/>
              <a:ea typeface="+mn-ea"/>
              <a:cs typeface="+mn-cs"/>
            </a:endParaRPr>
          </a:p>
        </p:txBody>
      </p:sp>
      <p:sp>
        <p:nvSpPr>
          <p:cNvPr id="5" name="Title 2">
            <a:extLst>
              <a:ext uri="{FF2B5EF4-FFF2-40B4-BE49-F238E27FC236}">
                <a16:creationId xmlns:a16="http://schemas.microsoft.com/office/drawing/2014/main" id="{25E6921B-4A87-D492-008F-0891A696E21D}"/>
              </a:ext>
            </a:extLst>
          </p:cNvPr>
          <p:cNvSpPr txBox="1">
            <a:spLocks/>
          </p:cNvSpPr>
          <p:nvPr/>
        </p:nvSpPr>
        <p:spPr bwMode="auto">
          <a:xfrm>
            <a:off x="400742" y="231300"/>
            <a:ext cx="10989732" cy="807806"/>
          </a:xfrm>
          <a:prstGeom prst="rect">
            <a:avLst/>
          </a:prstGeom>
          <a:noFill/>
          <a:ln w="12700">
            <a:noFill/>
            <a:miter lim="800000"/>
            <a:headEnd/>
            <a:tailEnd/>
          </a:ln>
        </p:spPr>
        <p:txBody>
          <a:bodyPr vert="horz" wrap="square" lIns="0" tIns="0" rIns="0" bIns="0" numCol="1" anchor="t" anchorCtr="0" compatLnSpc="1">
            <a:prstTxWarp prst="textNoShape">
              <a:avLst/>
            </a:prstTxWarp>
            <a:noAutofit/>
          </a:bodyPr>
          <a:lstStyle>
            <a:lvl1pPr algn="l" rtl="0" eaLnBrk="1" fontAlgn="base" hangingPunct="1">
              <a:lnSpc>
                <a:spcPct val="100000"/>
              </a:lnSpc>
              <a:spcBef>
                <a:spcPct val="0"/>
              </a:spcBef>
              <a:spcAft>
                <a:spcPct val="0"/>
              </a:spcAft>
              <a:defRPr sz="3200" b="1">
                <a:solidFill>
                  <a:schemeClr val="bg1"/>
                </a:solidFill>
                <a:latin typeface="+mj-lt"/>
                <a:ea typeface="Arial Unicode MS" pitchFamily="-65" charset="0"/>
                <a:cs typeface="Arial Unicode MS" pitchFamily="-65" charset="0"/>
                <a:sym typeface="Arial" pitchFamily="-65" charset="0"/>
              </a:defRPr>
            </a:lvl1pPr>
            <a:lvl2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2pPr>
            <a:lvl3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3pPr>
            <a:lvl4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4pPr>
            <a:lvl5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5pPr>
            <a:lvl6pPr marL="288024"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6pPr>
            <a:lvl7pPr marL="576049"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7pPr>
            <a:lvl8pPr marL="864074"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8pPr>
            <a:lvl9pPr marL="1152098"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4000" b="0" i="0" u="none" strike="noStrike" kern="1200" cap="none" spc="0" normalizeH="0" baseline="0" noProof="0" dirty="0">
                <a:ln>
                  <a:noFill/>
                </a:ln>
                <a:solidFill>
                  <a:srgbClr val="EC1500"/>
                </a:solidFill>
                <a:effectLst/>
                <a:uLnTx/>
                <a:uFillTx/>
                <a:latin typeface="Johnson Display"/>
                <a:ea typeface="Arial Unicode MS" pitchFamily="-65" charset="0"/>
                <a:cs typeface="Arial Unicode MS" pitchFamily="-65" charset="0"/>
                <a:sym typeface="Arial" pitchFamily="-65" charset="0"/>
              </a:rPr>
              <a:t>ATTUNE Evidence </a:t>
            </a:r>
          </a:p>
        </p:txBody>
      </p:sp>
      <p:sp>
        <p:nvSpPr>
          <p:cNvPr id="2" name="タイトル 2">
            <a:extLst>
              <a:ext uri="{FF2B5EF4-FFF2-40B4-BE49-F238E27FC236}">
                <a16:creationId xmlns:a16="http://schemas.microsoft.com/office/drawing/2014/main" id="{FE260087-F075-A7F4-81BD-8D71F53DED30}"/>
              </a:ext>
            </a:extLst>
          </p:cNvPr>
          <p:cNvSpPr txBox="1">
            <a:spLocks/>
          </p:cNvSpPr>
          <p:nvPr/>
        </p:nvSpPr>
        <p:spPr>
          <a:xfrm>
            <a:off x="322361" y="845498"/>
            <a:ext cx="6860279" cy="1091659"/>
          </a:xfrm>
          <a:prstGeom prst="rect">
            <a:avLst/>
          </a:prstGeom>
        </p:spPr>
        <p:txBody>
          <a:bodyPr vert="horz" lIns="91421" tIns="45711" rIns="91421" bIns="45711" rtlCol="0" anchor="t">
            <a:noAutofit/>
          </a:bodyPr>
          <a:lstStyle>
            <a:lvl1pPr algn="l" defTabSz="914218" rtl="0" eaLnBrk="1" latinLnBrk="0" hangingPunct="1">
              <a:spcBef>
                <a:spcPct val="0"/>
              </a:spcBef>
              <a:buNone/>
              <a:defRPr sz="2800" b="0" kern="1200" cap="all">
                <a:solidFill>
                  <a:srgbClr val="642667"/>
                </a:solidFill>
                <a:latin typeface="Arial" pitchFamily="34" charset="0"/>
                <a:ea typeface="+mj-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ja-JP" sz="2800" b="0" i="0" u="none" strike="noStrike" kern="0" cap="none" spc="0" normalizeH="0" baseline="0" noProof="0">
              <a:ln>
                <a:noFill/>
              </a:ln>
              <a:solidFill>
                <a:srgbClr val="000000">
                  <a:lumMod val="65000"/>
                  <a:lumOff val="35000"/>
                </a:srgbClr>
              </a:solidFill>
              <a:effectLst/>
              <a:uLnTx/>
              <a:uFillTx/>
              <a:latin typeface="Johnson Display"/>
              <a:ea typeface="Arial Unicode MS"/>
              <a:cs typeface="Arial"/>
              <a:sym typeface="Arial" pitchFamily="-65" charset="0"/>
            </a:endParaRPr>
          </a:p>
        </p:txBody>
      </p:sp>
      <p:cxnSp>
        <p:nvCxnSpPr>
          <p:cNvPr id="27" name="Straight Connector 26">
            <a:extLst>
              <a:ext uri="{FF2B5EF4-FFF2-40B4-BE49-F238E27FC236}">
                <a16:creationId xmlns:a16="http://schemas.microsoft.com/office/drawing/2014/main" id="{E4943A0B-D1DD-51EB-4DF1-B8F7A17521AC}"/>
              </a:ext>
            </a:extLst>
          </p:cNvPr>
          <p:cNvCxnSpPr>
            <a:cxnSpLocks/>
          </p:cNvCxnSpPr>
          <p:nvPr/>
        </p:nvCxnSpPr>
        <p:spPr>
          <a:xfrm>
            <a:off x="3890567" y="1858720"/>
            <a:ext cx="0" cy="4999280"/>
          </a:xfrm>
          <a:prstGeom prst="line">
            <a:avLst/>
          </a:prstGeom>
          <a:ln w="12700">
            <a:solidFill>
              <a:srgbClr val="EC1500"/>
            </a:solidFill>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903663C-CD85-A58A-984D-BB09F8F2A46C}"/>
              </a:ext>
            </a:extLst>
          </p:cNvPr>
          <p:cNvCxnSpPr>
            <a:cxnSpLocks/>
          </p:cNvCxnSpPr>
          <p:nvPr/>
        </p:nvCxnSpPr>
        <p:spPr>
          <a:xfrm>
            <a:off x="7998106" y="1858720"/>
            <a:ext cx="0" cy="4999280"/>
          </a:xfrm>
          <a:prstGeom prst="line">
            <a:avLst/>
          </a:prstGeom>
          <a:ln w="12700">
            <a:solidFill>
              <a:srgbClr val="EC1500"/>
            </a:solidFill>
            <a:tailEnd type="none" w="lg" len="med"/>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45BB0B1-28CD-4343-9FEF-84CA5C3257F1}"/>
              </a:ext>
            </a:extLst>
          </p:cNvPr>
          <p:cNvSpPr txBox="1"/>
          <p:nvPr/>
        </p:nvSpPr>
        <p:spPr bwMode="auto">
          <a:xfrm>
            <a:off x="69224" y="2466655"/>
            <a:ext cx="2547562" cy="3539430"/>
          </a:xfrm>
          <a:prstGeom prst="rect">
            <a:avLst/>
          </a:prstGeom>
          <a:noFill/>
          <a:ln w="25400" cap="flat" cmpd="sng" algn="ctr">
            <a:noFill/>
            <a:prstDash val="solid"/>
          </a:ln>
          <a:effectLst/>
        </p:spPr>
        <p:txBody>
          <a:bodyPr wrap="square" lIns="91440" tIns="45720" rIns="91440" bIns="45720" rtlCol="0" anchor="t">
            <a:spAutoFit/>
          </a:bodyPr>
          <a:lstStyle/>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a:tabLst/>
              <a:defRPr/>
            </a:pPr>
            <a:r>
              <a:rPr kumimoji="0" lang="en-GB" sz="1000" b="0" i="0" u="none" strike="noStrike" kern="0" cap="none" spc="0" normalizeH="0" baseline="0" noProof="0" dirty="0">
                <a:ln>
                  <a:noFill/>
                </a:ln>
                <a:solidFill>
                  <a:srgbClr val="000000"/>
                </a:solidFill>
                <a:effectLst/>
                <a:uLnTx/>
                <a:uFillTx/>
                <a:ea typeface="ＭＳ Ｐゴシック"/>
                <a:cs typeface="+mn-cs"/>
              </a:rPr>
              <a:t>Multiple studies have demonstrated ATTUNE GRADIUS™ Curve to exhibit </a:t>
            </a:r>
            <a:r>
              <a:rPr kumimoji="0" lang="en-GB" sz="1000" b="0" i="0" u="none" strike="noStrike" kern="0" cap="none" spc="0" normalizeH="0" baseline="0" noProof="0" dirty="0">
                <a:ln>
                  <a:noFill/>
                </a:ln>
                <a:solidFill>
                  <a:srgbClr val="EB1700"/>
                </a:solidFill>
                <a:effectLst/>
                <a:uLnTx/>
                <a:uFillTx/>
                <a:ea typeface="ＭＳ Ｐゴシック"/>
                <a:cs typeface="+mn-cs"/>
              </a:rPr>
              <a:t>smooth roll-back without abrupt change at mid-flexion</a:t>
            </a:r>
            <a:r>
              <a:rPr kumimoji="0" lang="en-US" sz="1000" b="1" i="0" u="none" strike="noStrike" kern="0" cap="none" spc="0" normalizeH="0" baseline="0" noProof="0" dirty="0">
                <a:ln>
                  <a:noFill/>
                </a:ln>
                <a:solidFill>
                  <a:srgbClr val="ED1500"/>
                </a:solidFill>
                <a:effectLst/>
                <a:uLnTx/>
                <a:uFillTx/>
                <a:ea typeface="ＭＳ Ｐゴシック"/>
                <a:cs typeface="+mn-cs"/>
              </a:rPr>
              <a:t>.</a:t>
            </a:r>
            <a:r>
              <a:rPr kumimoji="0" lang="en-US" sz="1000" b="1" i="0" u="none" strike="noStrike" kern="0" cap="none" spc="0" normalizeH="0" baseline="30000" noProof="0" dirty="0">
                <a:ln>
                  <a:noFill/>
                </a:ln>
                <a:solidFill>
                  <a:srgbClr val="ED1500"/>
                </a:solidFill>
                <a:effectLst/>
                <a:uLnTx/>
                <a:uFillTx/>
                <a:ea typeface="ＭＳ Ｐゴシック"/>
                <a:cs typeface="+mn-cs"/>
              </a:rPr>
              <a:t>8-11</a:t>
            </a:r>
            <a:endParaRPr kumimoji="0" lang="en-US" sz="1000" b="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a:tabLst/>
              <a:defRPr/>
            </a:pPr>
            <a:endParaRPr kumimoji="0" lang="en-US" sz="1000" b="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Tx/>
              <a:buAutoNum type="arabicPeriod"/>
              <a:tabLst/>
              <a:defRPr/>
            </a:pPr>
            <a:r>
              <a:rPr kumimoji="0" lang="en-GB" sz="900" b="0" i="0" u="none" strike="noStrike" kern="0" cap="none" spc="0" normalizeH="0" baseline="0" noProof="0" dirty="0">
                <a:ln>
                  <a:noFill/>
                </a:ln>
                <a:solidFill>
                  <a:srgbClr val="000000"/>
                </a:solidFill>
                <a:effectLst/>
                <a:uLnTx/>
                <a:uFillTx/>
                <a:ea typeface="Roboto"/>
                <a:cs typeface="Roboto"/>
              </a:rPr>
              <a:t>Simulation has shown that the ATTUNE </a:t>
            </a:r>
            <a:r>
              <a:rPr kumimoji="0" lang="en-GB" sz="900" b="0" i="0" u="none" strike="noStrike" kern="0" cap="none" spc="0" normalizeH="0" baseline="0" noProof="0" dirty="0">
                <a:ln>
                  <a:noFill/>
                </a:ln>
                <a:solidFill>
                  <a:srgbClr val="EB1700"/>
                </a:solidFill>
                <a:effectLst/>
                <a:uLnTx/>
                <a:uFillTx/>
                <a:ea typeface="Roboto"/>
                <a:cs typeface="Roboto"/>
              </a:rPr>
              <a:t>Medial Stabilized Knee System has lower overall medial condyle motion </a:t>
            </a:r>
            <a:r>
              <a:rPr kumimoji="0" lang="en-GB" sz="900" b="0" i="0" u="none" strike="noStrike" kern="0" cap="none" spc="0" normalizeH="0" baseline="0" noProof="0" dirty="0">
                <a:ln>
                  <a:noFill/>
                </a:ln>
                <a:solidFill>
                  <a:srgbClr val="000000"/>
                </a:solidFill>
                <a:effectLst/>
                <a:uLnTx/>
                <a:uFillTx/>
                <a:ea typeface="Roboto"/>
                <a:cs typeface="Roboto"/>
              </a:rPr>
              <a:t>and does not see the abrupt changes in direction associated with implants based on a multi-radius sagittal geometry.</a:t>
            </a:r>
            <a:r>
              <a:rPr kumimoji="0" lang="en-GB" sz="900" b="0" i="0" u="none" strike="noStrike" kern="0" cap="none" spc="0" normalizeH="0" baseline="30000" noProof="0" dirty="0">
                <a:ln>
                  <a:noFill/>
                </a:ln>
                <a:solidFill>
                  <a:srgbClr val="000000"/>
                </a:solidFill>
                <a:effectLst/>
                <a:uLnTx/>
                <a:uFillTx/>
                <a:ea typeface="Roboto"/>
                <a:cs typeface="Roboto"/>
              </a:rPr>
              <a:t>25∞</a:t>
            </a:r>
            <a:endParaRPr kumimoji="0" lang="en-GB" sz="900" b="0" i="0" u="none" strike="noStrike" kern="0" cap="none" spc="0" normalizeH="0" baseline="0" noProof="0" dirty="0">
              <a:ln>
                <a:noFill/>
              </a:ln>
              <a:solidFill>
                <a:srgbClr val="000000"/>
              </a:solidFill>
              <a:effectLst/>
              <a:uLnTx/>
              <a:uFillTx/>
              <a:ea typeface="Roboto"/>
              <a:cs typeface="Roboto"/>
            </a:endParaRP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endParaRPr kumimoji="0" lang="en-US" sz="1000" b="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startAt="3"/>
              <a:tabLst/>
              <a:defRPr/>
            </a:pPr>
            <a:r>
              <a:rPr kumimoji="0" lang="en-GB" sz="1000" b="0" i="0" u="none" strike="noStrike" kern="0" cap="none" spc="0" normalizeH="0" baseline="0" noProof="0" dirty="0">
                <a:ln>
                  <a:noFill/>
                </a:ln>
                <a:solidFill>
                  <a:srgbClr val="000000"/>
                </a:solidFill>
                <a:effectLst/>
                <a:uLnTx/>
                <a:uFillTx/>
                <a:ea typeface="ＭＳ Ｐゴシック"/>
                <a:cs typeface="+mn-cs"/>
              </a:rPr>
              <a:t>A Study on the ATTUNE Knee with a patient specific technique found no influence of femoral rotation on PROMs and no patella complications, suggesting the</a:t>
            </a:r>
            <a:r>
              <a:rPr kumimoji="0" lang="en-GB" sz="1000" b="0" i="0" u="none" strike="noStrike" kern="0" cap="none" spc="0" normalizeH="0" baseline="0" noProof="0" dirty="0">
                <a:ln>
                  <a:noFill/>
                </a:ln>
                <a:solidFill>
                  <a:srgbClr val="EB1700"/>
                </a:solidFill>
                <a:effectLst/>
                <a:uLnTx/>
                <a:uFillTx/>
                <a:ea typeface="ＭＳ Ｐゴシック"/>
                <a:cs typeface="+mn-cs"/>
              </a:rPr>
              <a:t> patella femoral design is robust to positioning outside mechanical alignment</a:t>
            </a:r>
            <a:r>
              <a:rPr kumimoji="0" lang="en-GB" sz="1000" b="0" i="0" u="none" strike="noStrike" kern="0" cap="none" spc="0" normalizeH="0" baseline="0" noProof="0" dirty="0">
                <a:ln>
                  <a:noFill/>
                </a:ln>
                <a:solidFill>
                  <a:srgbClr val="000000"/>
                </a:solidFill>
                <a:effectLst/>
                <a:uLnTx/>
                <a:uFillTx/>
                <a:ea typeface="ＭＳ Ｐゴシック"/>
                <a:cs typeface="+mn-cs"/>
              </a:rPr>
              <a:t>.</a:t>
            </a:r>
            <a:r>
              <a:rPr kumimoji="0" lang="en-GB" sz="1000" b="0" i="0" u="none" strike="noStrike" kern="0" cap="none" spc="0" normalizeH="0" baseline="30000" noProof="0" dirty="0">
                <a:ln>
                  <a:noFill/>
                </a:ln>
                <a:solidFill>
                  <a:srgbClr val="000000"/>
                </a:solidFill>
                <a:effectLst/>
                <a:uLnTx/>
                <a:uFillTx/>
                <a:ea typeface="ＭＳ Ｐゴシック"/>
                <a:cs typeface="+mn-cs"/>
              </a:rPr>
              <a:t>34</a:t>
            </a: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endParaRPr kumimoji="0" lang="en-US" sz="1000" b="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startAt="4"/>
              <a:tabLst/>
              <a:defRPr/>
            </a:pPr>
            <a:r>
              <a:rPr kumimoji="0" lang="en-GB" sz="1000" b="0" i="0" u="none" strike="noStrike" kern="0" cap="none" spc="0" normalizeH="0" baseline="0" noProof="0" dirty="0">
                <a:ln>
                  <a:noFill/>
                </a:ln>
                <a:solidFill>
                  <a:srgbClr val="000000"/>
                </a:solidFill>
                <a:effectLst/>
                <a:uLnTx/>
                <a:uFillTx/>
                <a:ea typeface="ＭＳ Ｐゴシック"/>
                <a:cs typeface="+mn-cs"/>
              </a:rPr>
              <a:t>ATTUNE Knee is delivering </a:t>
            </a:r>
            <a:br>
              <a:rPr kumimoji="0" lang="en-GB" sz="1000" b="0" i="0" u="none" strike="noStrike" kern="0" cap="none" spc="0" normalizeH="0" baseline="0" noProof="0" dirty="0">
                <a:ln>
                  <a:noFill/>
                </a:ln>
                <a:solidFill>
                  <a:srgbClr val="000000"/>
                </a:solidFill>
                <a:effectLst/>
                <a:uLnTx/>
                <a:uFillTx/>
                <a:ea typeface="ＭＳ Ｐゴシック"/>
                <a:cs typeface="+mn-cs"/>
              </a:rPr>
            </a:br>
            <a:r>
              <a:rPr kumimoji="0" lang="en-GB" sz="1000" b="0" i="0" u="none" strike="noStrike" kern="0" cap="none" spc="0" normalizeH="0" baseline="0" noProof="0" dirty="0">
                <a:ln>
                  <a:noFill/>
                </a:ln>
                <a:solidFill>
                  <a:srgbClr val="EB1700"/>
                </a:solidFill>
                <a:effectLst/>
                <a:uLnTx/>
                <a:uFillTx/>
                <a:ea typeface="ＭＳ Ｐゴシック"/>
                <a:cs typeface="+mn-cs"/>
              </a:rPr>
              <a:t>better patient satisfaction than </a:t>
            </a:r>
            <a:br>
              <a:rPr kumimoji="0" lang="en-GB" sz="1000" b="0" i="0" u="none" strike="noStrike" kern="0" cap="none" spc="0" normalizeH="0" baseline="0" noProof="0" dirty="0">
                <a:ln>
                  <a:noFill/>
                </a:ln>
                <a:solidFill>
                  <a:srgbClr val="EB1700"/>
                </a:solidFill>
                <a:effectLst/>
                <a:uLnTx/>
                <a:uFillTx/>
                <a:ea typeface="ＭＳ Ｐゴシック"/>
                <a:cs typeface="+mn-cs"/>
              </a:rPr>
            </a:br>
            <a:r>
              <a:rPr kumimoji="0" lang="en-GB" sz="1000" b="0" i="0" u="none" strike="noStrike" kern="0" cap="none" spc="0" normalizeH="0" baseline="0" noProof="0" dirty="0">
                <a:ln>
                  <a:noFill/>
                </a:ln>
                <a:solidFill>
                  <a:srgbClr val="EB1700"/>
                </a:solidFill>
                <a:effectLst/>
                <a:uLnTx/>
                <a:uFillTx/>
                <a:ea typeface="ＭＳ Ｐゴシック"/>
                <a:cs typeface="+mn-cs"/>
              </a:rPr>
              <a:t>the class of other knees</a:t>
            </a:r>
            <a:r>
              <a:rPr kumimoji="0" lang="en-GB" sz="1000" b="0" i="0" u="none" strike="noStrike" kern="0" cap="none" spc="0" normalizeH="0" baseline="0" noProof="0" dirty="0">
                <a:ln>
                  <a:noFill/>
                </a:ln>
                <a:solidFill>
                  <a:srgbClr val="000000"/>
                </a:solidFill>
                <a:effectLst/>
                <a:uLnTx/>
                <a:uFillTx/>
                <a:ea typeface="ＭＳ Ｐゴシック"/>
                <a:cs typeface="+mn-cs"/>
              </a:rPr>
              <a:t>.</a:t>
            </a:r>
            <a:r>
              <a:rPr kumimoji="0" lang="en-GB" sz="1000" b="0" i="0" u="none" strike="noStrike" kern="0" cap="none" spc="0" normalizeH="0" baseline="30000" noProof="0" dirty="0">
                <a:ln>
                  <a:noFill/>
                </a:ln>
                <a:solidFill>
                  <a:srgbClr val="000000"/>
                </a:solidFill>
                <a:effectLst/>
                <a:uLnTx/>
                <a:uFillTx/>
                <a:ea typeface="ＭＳ Ｐゴシック"/>
                <a:cs typeface="+mn-cs"/>
              </a:rPr>
              <a:t>12*</a:t>
            </a:r>
            <a:endParaRPr kumimoji="0" lang="en-US" sz="1000" b="0" i="0" u="none" strike="noStrike" kern="0" cap="none" spc="0" normalizeH="0" baseline="30000" noProof="0" dirty="0">
              <a:ln>
                <a:noFill/>
              </a:ln>
              <a:solidFill>
                <a:srgbClr val="000000"/>
              </a:solidFill>
              <a:effectLst/>
              <a:uLnTx/>
              <a:uFillTx/>
              <a:ea typeface="ＭＳ Ｐゴシック"/>
              <a:cs typeface="+mn-cs"/>
            </a:endParaRPr>
          </a:p>
        </p:txBody>
      </p:sp>
      <p:pic>
        <p:nvPicPr>
          <p:cNvPr id="36" name="Picture 35">
            <a:extLst>
              <a:ext uri="{FF2B5EF4-FFF2-40B4-BE49-F238E27FC236}">
                <a16:creationId xmlns:a16="http://schemas.microsoft.com/office/drawing/2014/main" id="{5BDBAC10-F44A-5B61-0CF5-E2B02C8FEE6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977324" y="107366"/>
            <a:ext cx="3892315" cy="1233510"/>
          </a:xfrm>
          <a:prstGeom prst="rect">
            <a:avLst/>
          </a:prstGeom>
        </p:spPr>
      </p:pic>
      <p:grpSp>
        <p:nvGrpSpPr>
          <p:cNvPr id="28" name="Group 27">
            <a:extLst>
              <a:ext uri="{FF2B5EF4-FFF2-40B4-BE49-F238E27FC236}">
                <a16:creationId xmlns:a16="http://schemas.microsoft.com/office/drawing/2014/main" id="{AE179527-7135-A08E-DA01-85E6C0F85E58}"/>
              </a:ext>
            </a:extLst>
          </p:cNvPr>
          <p:cNvGrpSpPr/>
          <p:nvPr/>
        </p:nvGrpSpPr>
        <p:grpSpPr>
          <a:xfrm>
            <a:off x="2015913" y="1589175"/>
            <a:ext cx="784679" cy="819050"/>
            <a:chOff x="1589226" y="4556086"/>
            <a:chExt cx="1642934" cy="1686075"/>
          </a:xfrm>
        </p:grpSpPr>
        <p:sp>
          <p:nvSpPr>
            <p:cNvPr id="18" name="Oval 17">
              <a:extLst>
                <a:ext uri="{FF2B5EF4-FFF2-40B4-BE49-F238E27FC236}">
                  <a16:creationId xmlns:a16="http://schemas.microsoft.com/office/drawing/2014/main" id="{96AFC5E5-A9D8-B243-441E-8C3437F92AF0}"/>
                </a:ext>
              </a:extLst>
            </p:cNvPr>
            <p:cNvSpPr/>
            <p:nvPr/>
          </p:nvSpPr>
          <p:spPr bwMode="auto">
            <a:xfrm>
              <a:off x="1589226" y="4644523"/>
              <a:ext cx="1642934" cy="1556121"/>
            </a:xfrm>
            <a:prstGeom prst="ellipse">
              <a:avLst/>
            </a:prstGeom>
            <a:noFill/>
            <a:ln w="60325" cap="flat" cmpd="tri" algn="ctr">
              <a:solidFill>
                <a:srgbClr val="FF0000">
                  <a:alpha val="54440"/>
                </a:srgb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3200" b="0" i="0" u="none" strike="noStrike" kern="1200" cap="none" spc="0" normalizeH="0" baseline="0" noProof="0" err="1">
                <a:ln>
                  <a:noFill/>
                </a:ln>
                <a:solidFill>
                  <a:srgbClr val="FFFFFF"/>
                </a:solidFill>
                <a:effectLst/>
                <a:uLnTx/>
                <a:uFillTx/>
                <a:latin typeface="Arial" pitchFamily="-110" charset="0"/>
                <a:ea typeface="ヒラギノ角ゴ ProN W3" pitchFamily="-110" charset="-128"/>
                <a:cs typeface="ヒラギノ角ゴ ProN W3" pitchFamily="-110" charset="-128"/>
                <a:sym typeface="Arial" pitchFamily="-110" charset="0"/>
              </a:endParaRPr>
            </a:p>
          </p:txBody>
        </p:sp>
        <p:pic>
          <p:nvPicPr>
            <p:cNvPr id="24" name="Picture 23" descr="A white shoe on a black background&#10;&#10;Description automatically generated with low confidence">
              <a:extLst>
                <a:ext uri="{FF2B5EF4-FFF2-40B4-BE49-F238E27FC236}">
                  <a16:creationId xmlns:a16="http://schemas.microsoft.com/office/drawing/2014/main" id="{5001CC9B-C06D-6B50-AAD3-9ABBFAF8C6DC}"/>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1782231" y="4556086"/>
              <a:ext cx="1180604" cy="1686075"/>
            </a:xfrm>
            <a:prstGeom prst="rect">
              <a:avLst/>
            </a:prstGeom>
          </p:spPr>
        </p:pic>
      </p:grpSp>
      <p:grpSp>
        <p:nvGrpSpPr>
          <p:cNvPr id="29" name="Group 28">
            <a:extLst>
              <a:ext uri="{FF2B5EF4-FFF2-40B4-BE49-F238E27FC236}">
                <a16:creationId xmlns:a16="http://schemas.microsoft.com/office/drawing/2014/main" id="{B1F4832A-DA32-277C-9564-C21919B3F927}"/>
              </a:ext>
            </a:extLst>
          </p:cNvPr>
          <p:cNvGrpSpPr/>
          <p:nvPr/>
        </p:nvGrpSpPr>
        <p:grpSpPr>
          <a:xfrm>
            <a:off x="6275064" y="1586634"/>
            <a:ext cx="784679" cy="795001"/>
            <a:chOff x="3447539" y="4621951"/>
            <a:chExt cx="1642934" cy="1636568"/>
          </a:xfrm>
        </p:grpSpPr>
        <p:sp>
          <p:nvSpPr>
            <p:cNvPr id="20" name="Oval 19">
              <a:extLst>
                <a:ext uri="{FF2B5EF4-FFF2-40B4-BE49-F238E27FC236}">
                  <a16:creationId xmlns:a16="http://schemas.microsoft.com/office/drawing/2014/main" id="{10D47AB2-DB30-6E0F-7284-22FA876B25C8}"/>
                </a:ext>
              </a:extLst>
            </p:cNvPr>
            <p:cNvSpPr/>
            <p:nvPr/>
          </p:nvSpPr>
          <p:spPr bwMode="auto">
            <a:xfrm>
              <a:off x="3447539" y="4662174"/>
              <a:ext cx="1642934" cy="1556121"/>
            </a:xfrm>
            <a:prstGeom prst="ellipse">
              <a:avLst/>
            </a:prstGeom>
            <a:noFill/>
            <a:ln w="60325" cap="flat" cmpd="tri" algn="ctr">
              <a:solidFill>
                <a:srgbClr val="FF0000">
                  <a:alpha val="49577"/>
                </a:srgb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3200" b="0" i="0" u="none" strike="noStrike" kern="1200" cap="none" spc="0" normalizeH="0" baseline="0" noProof="0" err="1">
                <a:ln>
                  <a:noFill/>
                </a:ln>
                <a:solidFill>
                  <a:srgbClr val="FFFFFF"/>
                </a:solidFill>
                <a:effectLst/>
                <a:uLnTx/>
                <a:uFillTx/>
                <a:latin typeface="Arial" pitchFamily="-110" charset="0"/>
                <a:ea typeface="ヒラギノ角ゴ ProN W3" pitchFamily="-110" charset="-128"/>
                <a:cs typeface="ヒラギノ角ゴ ProN W3" pitchFamily="-110" charset="-128"/>
                <a:sym typeface="Arial" pitchFamily="-110" charset="0"/>
              </a:endParaRPr>
            </a:p>
          </p:txBody>
        </p:sp>
        <p:pic>
          <p:nvPicPr>
            <p:cNvPr id="25" name="Picture 24">
              <a:extLst>
                <a:ext uri="{FF2B5EF4-FFF2-40B4-BE49-F238E27FC236}">
                  <a16:creationId xmlns:a16="http://schemas.microsoft.com/office/drawing/2014/main" id="{495663CA-52CF-DCFC-43B0-D5F348461E92}"/>
                </a:ext>
              </a:extLst>
            </p:cNvPr>
            <p:cNvPicPr>
              <a:picLocks noChangeAspect="1"/>
            </p:cNvPicPr>
            <p:nvPr/>
          </p:nvPicPr>
          <p:blipFill rotWithShape="1">
            <a:blip r:embed="rId5" cstate="print">
              <a:clrChange>
                <a:clrFrom>
                  <a:srgbClr val="FFFFFF">
                    <a:alpha val="0"/>
                  </a:srgbClr>
                </a:clrFrom>
                <a:clrTo>
                  <a:srgbClr val="FFFFFF">
                    <a:alpha val="0"/>
                  </a:srgbClr>
                </a:clrTo>
              </a:clrChange>
              <a:extLst>
                <a:ext uri="{28A0092B-C50C-407E-A947-70E740481C1C}">
                  <a14:useLocalDpi xmlns:a14="http://schemas.microsoft.com/office/drawing/2010/main"/>
                </a:ext>
              </a:extLst>
            </a:blip>
            <a:srcRect/>
            <a:stretch/>
          </p:blipFill>
          <p:spPr>
            <a:xfrm>
              <a:off x="3814336" y="4621951"/>
              <a:ext cx="975706" cy="1636568"/>
            </a:xfrm>
            <a:prstGeom prst="rect">
              <a:avLst/>
            </a:prstGeom>
            <a:effectLst/>
          </p:spPr>
        </p:pic>
      </p:grpSp>
      <p:grpSp>
        <p:nvGrpSpPr>
          <p:cNvPr id="30" name="Group 29">
            <a:extLst>
              <a:ext uri="{FF2B5EF4-FFF2-40B4-BE49-F238E27FC236}">
                <a16:creationId xmlns:a16="http://schemas.microsoft.com/office/drawing/2014/main" id="{DCC7B707-63FA-9A6D-2921-ABDE0FF3B81E}"/>
              </a:ext>
            </a:extLst>
          </p:cNvPr>
          <p:cNvGrpSpPr/>
          <p:nvPr/>
        </p:nvGrpSpPr>
        <p:grpSpPr>
          <a:xfrm>
            <a:off x="10487303" y="1501799"/>
            <a:ext cx="903171" cy="918610"/>
            <a:chOff x="5294741" y="4414882"/>
            <a:chExt cx="1891027" cy="1891027"/>
          </a:xfrm>
        </p:grpSpPr>
        <p:sp>
          <p:nvSpPr>
            <p:cNvPr id="23" name="Oval 22">
              <a:extLst>
                <a:ext uri="{FF2B5EF4-FFF2-40B4-BE49-F238E27FC236}">
                  <a16:creationId xmlns:a16="http://schemas.microsoft.com/office/drawing/2014/main" id="{2244BA73-1E9A-8635-2426-3282AA75C7AA}"/>
                </a:ext>
              </a:extLst>
            </p:cNvPr>
            <p:cNvSpPr/>
            <p:nvPr/>
          </p:nvSpPr>
          <p:spPr bwMode="auto">
            <a:xfrm>
              <a:off x="5384544" y="4621062"/>
              <a:ext cx="1642934" cy="1556121"/>
            </a:xfrm>
            <a:prstGeom prst="ellipse">
              <a:avLst/>
            </a:prstGeom>
            <a:noFill/>
            <a:ln w="60325" cap="flat" cmpd="tri" algn="ctr">
              <a:solidFill>
                <a:srgbClr val="FF0000">
                  <a:alpha val="39505"/>
                </a:srgb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3200" b="0" i="0" u="none" strike="noStrike" kern="1200" cap="none" spc="0" normalizeH="0" baseline="0" noProof="0" err="1">
                <a:ln>
                  <a:noFill/>
                </a:ln>
                <a:solidFill>
                  <a:srgbClr val="FFFFFF"/>
                </a:solidFill>
                <a:effectLst/>
                <a:uLnTx/>
                <a:uFillTx/>
                <a:latin typeface="Arial" pitchFamily="-110" charset="0"/>
                <a:ea typeface="ヒラギノ角ゴ ProN W3" pitchFamily="-110" charset="-128"/>
                <a:cs typeface="ヒラギノ角ゴ ProN W3" pitchFamily="-110" charset="-128"/>
                <a:sym typeface="Arial" pitchFamily="-110" charset="0"/>
              </a:endParaRPr>
            </a:p>
          </p:txBody>
        </p:sp>
        <p:pic>
          <p:nvPicPr>
            <p:cNvPr id="26" name="Picture Placeholder 15" descr="A picture containing dark, automaton, electronic&#10;&#10;Description automatically generated">
              <a:extLst>
                <a:ext uri="{FF2B5EF4-FFF2-40B4-BE49-F238E27FC236}">
                  <a16:creationId xmlns:a16="http://schemas.microsoft.com/office/drawing/2014/main" id="{3C5DBF40-1A0B-BEB5-CEED-6B3CD49F74B8}"/>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bwMode="auto">
            <a:xfrm>
              <a:off x="5294741" y="4414882"/>
              <a:ext cx="1891027" cy="1891027"/>
            </a:xfrm>
            <a:prstGeom prst="rect">
              <a:avLst/>
            </a:prstGeom>
            <a:noFill/>
            <a:ln w="12700">
              <a:noFill/>
              <a:miter lim="800000"/>
              <a:headEnd/>
              <a:tailEnd/>
            </a:ln>
          </p:spPr>
        </p:pic>
      </p:grpSp>
      <p:sp>
        <p:nvSpPr>
          <p:cNvPr id="37" name="TextBox 36">
            <a:extLst>
              <a:ext uri="{FF2B5EF4-FFF2-40B4-BE49-F238E27FC236}">
                <a16:creationId xmlns:a16="http://schemas.microsoft.com/office/drawing/2014/main" id="{66AC1307-8813-6132-FF80-B35C2FC7D38C}"/>
              </a:ext>
            </a:extLst>
          </p:cNvPr>
          <p:cNvSpPr txBox="1"/>
          <p:nvPr/>
        </p:nvSpPr>
        <p:spPr bwMode="auto">
          <a:xfrm>
            <a:off x="598538" y="1839514"/>
            <a:ext cx="1204042" cy="400110"/>
          </a:xfrm>
          <a:prstGeom prst="rect">
            <a:avLst/>
          </a:prstGeom>
          <a:noFill/>
          <a:ln w="25400" cap="flat" cmpd="sng" algn="ctr">
            <a:noFill/>
            <a:prstDash val="solid"/>
          </a:ln>
          <a:effectLst/>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000" b="1" i="0" u="none" strike="noStrike" kern="0" cap="none" spc="0" normalizeH="0" baseline="0" noProof="0" dirty="0">
                <a:ln>
                  <a:noFill/>
                </a:ln>
                <a:solidFill>
                  <a:srgbClr val="000000"/>
                </a:solidFill>
                <a:effectLst/>
                <a:uLnTx/>
                <a:uFillTx/>
                <a:ea typeface="ＭＳ Ｐゴシック"/>
                <a:cs typeface="+mn-cs"/>
              </a:rPr>
              <a:t>Implant </a:t>
            </a:r>
          </a:p>
        </p:txBody>
      </p:sp>
      <p:sp>
        <p:nvSpPr>
          <p:cNvPr id="41" name="TextBox 40">
            <a:extLst>
              <a:ext uri="{FF2B5EF4-FFF2-40B4-BE49-F238E27FC236}">
                <a16:creationId xmlns:a16="http://schemas.microsoft.com/office/drawing/2014/main" id="{2240C2AF-F11C-0E17-0B3B-3074BB8520AF}"/>
              </a:ext>
            </a:extLst>
          </p:cNvPr>
          <p:cNvSpPr txBox="1"/>
          <p:nvPr/>
        </p:nvSpPr>
        <p:spPr bwMode="auto">
          <a:xfrm>
            <a:off x="8495457" y="1995631"/>
            <a:ext cx="1901365" cy="400110"/>
          </a:xfrm>
          <a:prstGeom prst="rect">
            <a:avLst/>
          </a:prstGeom>
          <a:noFill/>
          <a:ln w="25400" cap="flat" cmpd="sng" algn="ctr">
            <a:noFill/>
            <a:prstDash val="solid"/>
          </a:ln>
          <a:effectLst/>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000" b="1" i="0" u="none" strike="noStrike" kern="0" cap="none" spc="0" normalizeH="0" baseline="0" noProof="0" dirty="0">
                <a:ln>
                  <a:noFill/>
                </a:ln>
                <a:solidFill>
                  <a:srgbClr val="000000"/>
                </a:solidFill>
                <a:effectLst/>
                <a:uLnTx/>
                <a:uFillTx/>
                <a:ea typeface="ＭＳ Ｐゴシック"/>
                <a:cs typeface="+mn-cs"/>
              </a:rPr>
              <a:t>Technology</a:t>
            </a:r>
          </a:p>
        </p:txBody>
      </p:sp>
      <p:sp>
        <p:nvSpPr>
          <p:cNvPr id="45" name="TextBox 44">
            <a:extLst>
              <a:ext uri="{FF2B5EF4-FFF2-40B4-BE49-F238E27FC236}">
                <a16:creationId xmlns:a16="http://schemas.microsoft.com/office/drawing/2014/main" id="{4F2D9464-420C-B2A8-1EA3-FB7B55B20FA4}"/>
              </a:ext>
            </a:extLst>
          </p:cNvPr>
          <p:cNvSpPr txBox="1"/>
          <p:nvPr/>
        </p:nvSpPr>
        <p:spPr bwMode="auto">
          <a:xfrm>
            <a:off x="3962864" y="2528178"/>
            <a:ext cx="2573236" cy="4324261"/>
          </a:xfrm>
          <a:prstGeom prst="rect">
            <a:avLst/>
          </a:prstGeom>
          <a:noFill/>
          <a:ln w="25400" cap="flat" cmpd="sng" algn="ctr">
            <a:noFill/>
            <a:prstDash val="solid"/>
          </a:ln>
          <a:effectLst/>
        </p:spPr>
        <p:txBody>
          <a:bodyPr wrap="square" rtlCol="0">
            <a:spAutoFit/>
          </a:bodyPr>
          <a:lstStyle/>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a:tabLst/>
              <a:defRPr/>
            </a:pPr>
            <a:r>
              <a:rPr kumimoji="0" lang="en-GB" sz="1100" b="0" i="0" u="none" strike="noStrike" kern="0" cap="none" spc="0" normalizeH="0" baseline="0" noProof="0" dirty="0" err="1">
                <a:ln>
                  <a:noFill/>
                </a:ln>
                <a:solidFill>
                  <a:srgbClr val="000000"/>
                </a:solidFill>
                <a:effectLst/>
                <a:uLnTx/>
                <a:uFillTx/>
                <a:ea typeface="ＭＳ Ｐゴシック"/>
                <a:cs typeface="+mn-cs"/>
              </a:rPr>
              <a:t>iKA</a:t>
            </a:r>
            <a:r>
              <a:rPr kumimoji="0" lang="en-GB" sz="1100" b="0" i="0" u="none" strike="noStrike" kern="0" cap="none" spc="0" normalizeH="0" baseline="0" noProof="0" dirty="0">
                <a:ln>
                  <a:noFill/>
                </a:ln>
                <a:solidFill>
                  <a:srgbClr val="000000"/>
                </a:solidFill>
                <a:effectLst/>
                <a:uLnTx/>
                <a:uFillTx/>
                <a:ea typeface="ＭＳ Ｐゴシック"/>
                <a:cs typeface="+mn-cs"/>
              </a:rPr>
              <a:t> utilizing </a:t>
            </a:r>
            <a:r>
              <a:rPr kumimoji="0" lang="en-GB" sz="1100" b="0" i="0" u="none" strike="noStrike" kern="0" cap="none" spc="0" normalizeH="0" baseline="0" noProof="0" dirty="0">
                <a:ln>
                  <a:noFill/>
                </a:ln>
                <a:solidFill>
                  <a:srgbClr val="EB1700"/>
                </a:solidFill>
                <a:effectLst/>
                <a:uLnTx/>
                <a:uFillTx/>
                <a:ea typeface="ＭＳ Ｐゴシック"/>
                <a:cs typeface="+mn-cs"/>
              </a:rPr>
              <a:t>VELYS Robotic-Assisted Solution allows accurate reconstruction of joint line height &amp; obliquity </a:t>
            </a:r>
            <a:r>
              <a:rPr kumimoji="0" lang="en-GB" sz="1100" b="0" i="0" u="none" strike="noStrike" kern="0" cap="none" spc="0" normalizeH="0" baseline="0" noProof="0" dirty="0">
                <a:ln>
                  <a:noFill/>
                </a:ln>
                <a:solidFill>
                  <a:srgbClr val="000000"/>
                </a:solidFill>
                <a:effectLst/>
                <a:uLnTx/>
                <a:uFillTx/>
                <a:ea typeface="ＭＳ Ｐゴシック"/>
                <a:cs typeface="+mn-cs"/>
              </a:rPr>
              <a:t>compared to MA.</a:t>
            </a:r>
            <a:r>
              <a:rPr kumimoji="0" lang="en-GB" sz="1100" b="0" i="0" u="none" strike="noStrike" kern="0" cap="none" spc="0" normalizeH="0" baseline="30000" noProof="0" dirty="0">
                <a:ln>
                  <a:noFill/>
                </a:ln>
                <a:solidFill>
                  <a:srgbClr val="000000"/>
                </a:solidFill>
                <a:effectLst/>
                <a:uLnTx/>
                <a:uFillTx/>
                <a:ea typeface="ＭＳ Ｐゴシック"/>
                <a:cs typeface="+mn-cs"/>
              </a:rPr>
              <a:t>35</a:t>
            </a:r>
            <a:endParaRPr kumimoji="0" lang="en-GB" sz="1100" b="0" i="0" u="none" strike="noStrike" kern="0" cap="none" spc="0" normalizeH="0" baseline="0" noProof="0" dirty="0">
              <a:ln>
                <a:noFill/>
              </a:ln>
              <a:solidFill>
                <a:srgbClr val="000000"/>
              </a:solidFill>
              <a:effectLst/>
              <a:uLnTx/>
              <a:uFillTx/>
              <a:ea typeface="ＭＳ Ｐゴシック"/>
              <a:cs typeface="+mn-cs"/>
            </a:endParaRP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endParaRPr kumimoji="0" lang="en-US" sz="1100" b="0" i="0" u="none" strike="noStrike" kern="0" cap="none" spc="0" normalizeH="0" baseline="0" noProof="0" dirty="0">
              <a:ln>
                <a:noFill/>
              </a:ln>
              <a:solidFill>
                <a:srgbClr val="000000"/>
              </a:solidFill>
              <a:effectLst/>
              <a:uLnTx/>
              <a:uFillTx/>
              <a:ea typeface="ＭＳ Ｐゴシック"/>
              <a:cs typeface="+mn-cs"/>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startAt="2"/>
              <a:tabLst/>
              <a:defRPr/>
            </a:pPr>
            <a:r>
              <a:rPr kumimoji="0" lang="en-GB" sz="1100" b="0" i="0" u="none" strike="noStrike" kern="0" cap="none" spc="0" normalizeH="0" baseline="0" noProof="0" dirty="0">
                <a:ln>
                  <a:noFill/>
                </a:ln>
                <a:solidFill>
                  <a:srgbClr val="000000"/>
                </a:solidFill>
                <a:effectLst/>
                <a:uLnTx/>
                <a:uFillTx/>
                <a:ea typeface="ＭＳ Ｐゴシック"/>
                <a:cs typeface="+mn-cs"/>
              </a:rPr>
              <a:t>Avoiding soft tissue releases when implanting the ATTUNE™ Knee System has been </a:t>
            </a:r>
            <a:r>
              <a:rPr kumimoji="0" lang="en-GB" sz="1100" b="0" i="0" u="none" strike="noStrike" kern="0" cap="none" spc="0" normalizeH="0" baseline="0" noProof="0" dirty="0">
                <a:ln>
                  <a:noFill/>
                </a:ln>
                <a:solidFill>
                  <a:srgbClr val="FF0000"/>
                </a:solidFill>
                <a:effectLst/>
                <a:uLnTx/>
                <a:uFillTx/>
                <a:ea typeface="ＭＳ Ｐゴシック"/>
                <a:cs typeface="+mn-cs"/>
              </a:rPr>
              <a:t>associated with improved functional outcomes</a:t>
            </a:r>
            <a:r>
              <a:rPr kumimoji="0" lang="en-GB" sz="1100" b="0" i="0" u="none" strike="noStrike" kern="0" cap="none" spc="0" normalizeH="0" baseline="0" noProof="0" dirty="0">
                <a:ln>
                  <a:noFill/>
                </a:ln>
                <a:solidFill>
                  <a:srgbClr val="000000"/>
                </a:solidFill>
                <a:effectLst/>
                <a:uLnTx/>
                <a:uFillTx/>
                <a:ea typeface="ＭＳ Ｐゴシック"/>
                <a:cs typeface="+mn-cs"/>
              </a:rPr>
              <a:t>.</a:t>
            </a:r>
            <a:r>
              <a:rPr kumimoji="0" lang="en-GB" sz="1100" b="0" i="0" u="none" strike="noStrike" kern="0" cap="none" spc="0" normalizeH="0" baseline="30000" noProof="0" dirty="0">
                <a:ln>
                  <a:noFill/>
                </a:ln>
                <a:solidFill>
                  <a:srgbClr val="000000"/>
                </a:solidFill>
                <a:effectLst/>
                <a:uLnTx/>
                <a:uFillTx/>
                <a:ea typeface="ＭＳ Ｐゴシック"/>
                <a:cs typeface="+mn-cs"/>
              </a:rPr>
              <a:t>7</a:t>
            </a: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startAt="2"/>
              <a:tabLst/>
              <a:defRPr/>
            </a:pPr>
            <a:endParaRPr kumimoji="0" lang="en-US" sz="1100" b="1" i="0" u="none" strike="noStrike" kern="1200" cap="none" spc="0" normalizeH="0" baseline="0" noProof="0" dirty="0">
              <a:ln>
                <a:noFill/>
              </a:ln>
              <a:solidFill>
                <a:srgbClr val="ED1500"/>
              </a:solidFill>
              <a:effectLst/>
              <a:uLnTx/>
              <a:uFillTx/>
              <a:ea typeface="ＭＳ Ｐゴシック"/>
              <a:cs typeface="ヒラギノ角ゴ ProN W3"/>
            </a:endParaRPr>
          </a:p>
          <a:p>
            <a:pPr marL="228600" indent="-228600">
              <a:buClr>
                <a:srgbClr val="ED1500"/>
              </a:buClr>
              <a:buFont typeface="+mj-lt"/>
              <a:buAutoNum type="arabicPeriod" startAt="3"/>
              <a:defRPr/>
            </a:pPr>
            <a:r>
              <a:rPr kumimoji="0" lang="en-GB" sz="1100" b="0" i="0" u="none" strike="noStrike" kern="1200" cap="none" spc="0" normalizeH="0" baseline="0" noProof="0" dirty="0">
                <a:ln>
                  <a:noFill/>
                </a:ln>
                <a:solidFill>
                  <a:srgbClr val="000000"/>
                </a:solidFill>
                <a:effectLst/>
                <a:uLnTx/>
                <a:uFillTx/>
                <a:ea typeface="ＭＳ Ｐゴシック"/>
                <a:cs typeface="ヒラギノ角ゴ ProN W3"/>
              </a:rPr>
              <a:t>Published in vitro testing on the ATTUNE™ Knee Systems showed </a:t>
            </a:r>
            <a:r>
              <a:rPr kumimoji="0" lang="en-GB" sz="1100" b="0" i="0" u="none" strike="noStrike" kern="1200" cap="none" spc="0" normalizeH="0" baseline="0" noProof="0" dirty="0">
                <a:ln>
                  <a:noFill/>
                </a:ln>
                <a:solidFill>
                  <a:schemeClr val="accent1"/>
                </a:solidFill>
                <a:effectLst/>
                <a:uLnTx/>
                <a:uFillTx/>
                <a:ea typeface="ＭＳ Ｐゴシック"/>
                <a:cs typeface="ヒラギノ角ゴ ProN W3"/>
              </a:rPr>
              <a:t>no increase in wear and equivalent cement fixation under simulated alternative alignment conditions</a:t>
            </a:r>
            <a:r>
              <a:rPr kumimoji="0" lang="en-GB" sz="1100" b="0" i="0" u="none" strike="noStrike" kern="1200" cap="none" spc="0" normalizeH="0" baseline="0" noProof="0" dirty="0">
                <a:ln>
                  <a:noFill/>
                </a:ln>
                <a:solidFill>
                  <a:srgbClr val="000000"/>
                </a:solidFill>
                <a:effectLst/>
                <a:uLnTx/>
                <a:uFillTx/>
                <a:ea typeface="ＭＳ Ｐゴシック"/>
                <a:cs typeface="ヒラギノ角ゴ ProN W3"/>
              </a:rPr>
              <a:t> as compared to mechanical alignment. </a:t>
            </a:r>
            <a:r>
              <a:rPr kumimoji="0" lang="en-GB" sz="1100" b="0" i="0" u="none" strike="noStrike" kern="1200" cap="none" spc="0" normalizeH="0" baseline="30000" noProof="0" dirty="0">
                <a:ln>
                  <a:noFill/>
                </a:ln>
                <a:solidFill>
                  <a:srgbClr val="000000"/>
                </a:solidFill>
                <a:effectLst/>
                <a:uLnTx/>
                <a:uFillTx/>
                <a:ea typeface="ＭＳ Ｐゴシック"/>
                <a:cs typeface="ヒラギノ角ゴ ProN W3"/>
              </a:rPr>
              <a:t>33,36**</a:t>
            </a:r>
            <a:endParaRPr kumimoji="0" lang="en-GB" sz="1100" b="0" i="0" u="none" strike="noStrike" kern="1200" cap="none" spc="0" normalizeH="0" baseline="0" noProof="0" dirty="0">
              <a:ln>
                <a:noFill/>
              </a:ln>
              <a:solidFill>
                <a:srgbClr val="000000"/>
              </a:solidFill>
              <a:effectLst/>
              <a:uLnTx/>
              <a:uFillTx/>
              <a:ea typeface="ＭＳ Ｐゴシック"/>
              <a:cs typeface="ヒラギノ角ゴ ProN W3"/>
            </a:endParaRP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endParaRPr kumimoji="0" lang="en-GB" sz="1100" b="0" i="0" u="none" strike="noStrike" kern="1200" cap="none" spc="0" normalizeH="0" baseline="0" noProof="0" dirty="0">
              <a:ln>
                <a:noFill/>
              </a:ln>
              <a:solidFill>
                <a:srgbClr val="000000"/>
              </a:solidFill>
              <a:effectLst/>
              <a:uLnTx/>
              <a:uFillTx/>
              <a:ea typeface="ＭＳ Ｐゴシック"/>
              <a:cs typeface="ヒラギノ角ゴ ProN W3"/>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startAt="4"/>
              <a:tabLst/>
              <a:defRPr/>
            </a:pPr>
            <a:r>
              <a:rPr kumimoji="0" lang="en-GB" sz="1100" b="0" i="0" u="none" strike="noStrike" kern="1200" cap="none" spc="0" normalizeH="0" baseline="0" noProof="0" dirty="0">
                <a:ln>
                  <a:noFill/>
                </a:ln>
                <a:solidFill>
                  <a:srgbClr val="000000"/>
                </a:solidFill>
                <a:effectLst/>
                <a:uLnTx/>
                <a:uFillTx/>
                <a:ea typeface="ＭＳ Ｐゴシック"/>
                <a:cs typeface="ヒラギノ角ゴ ProN W3"/>
              </a:rPr>
              <a:t>The use of </a:t>
            </a:r>
            <a:r>
              <a:rPr kumimoji="0" lang="en-GB" sz="1100" b="0" i="0" u="none" strike="noStrike" kern="1200" cap="none" spc="0" normalizeH="0" baseline="0" noProof="0" dirty="0" err="1">
                <a:ln>
                  <a:noFill/>
                </a:ln>
                <a:solidFill>
                  <a:srgbClr val="000000"/>
                </a:solidFill>
                <a:effectLst/>
                <a:uLnTx/>
                <a:uFillTx/>
                <a:ea typeface="ＭＳ Ｐゴシック"/>
                <a:cs typeface="ヒラギノ角ゴ ProN W3"/>
              </a:rPr>
              <a:t>iKA</a:t>
            </a:r>
            <a:r>
              <a:rPr kumimoji="0" lang="en-GB" sz="1100" b="0" i="0" u="none" strike="noStrike" kern="1200" cap="none" spc="0" normalizeH="0" baseline="0" noProof="0" dirty="0">
                <a:ln>
                  <a:noFill/>
                </a:ln>
                <a:solidFill>
                  <a:srgbClr val="000000"/>
                </a:solidFill>
                <a:effectLst/>
                <a:uLnTx/>
                <a:uFillTx/>
                <a:ea typeface="ＭＳ Ｐゴシック"/>
                <a:cs typeface="ヒラギノ角ゴ ProN W3"/>
              </a:rPr>
              <a:t> and KA have been associated with either equivalent or </a:t>
            </a:r>
            <a:r>
              <a:rPr kumimoji="0" lang="en-GB" sz="1100" b="0" i="0" u="none" strike="noStrike" kern="1200" cap="none" spc="0" normalizeH="0" baseline="0" noProof="0" dirty="0">
                <a:ln>
                  <a:noFill/>
                </a:ln>
                <a:solidFill>
                  <a:srgbClr val="EB1700"/>
                </a:solidFill>
                <a:effectLst/>
                <a:uLnTx/>
                <a:uFillTx/>
                <a:ea typeface="ＭＳ Ｐゴシック"/>
                <a:cs typeface="ヒラギノ角ゴ ProN W3"/>
              </a:rPr>
              <a:t>improved short term clinical and functional outcomes compared to mechanical alignment</a:t>
            </a:r>
            <a:r>
              <a:rPr kumimoji="0" lang="en-GB" sz="1100" b="1" i="0" u="none" strike="noStrike" kern="1200" cap="none" spc="0" normalizeH="0" baseline="0" noProof="0" dirty="0">
                <a:ln>
                  <a:noFill/>
                </a:ln>
                <a:solidFill>
                  <a:srgbClr val="000000"/>
                </a:solidFill>
                <a:effectLst/>
                <a:uLnTx/>
                <a:uFillTx/>
                <a:ea typeface="ＭＳ Ｐゴシック"/>
                <a:cs typeface="ヒラギノ角ゴ ProN W3"/>
              </a:rPr>
              <a:t>.</a:t>
            </a:r>
            <a:r>
              <a:rPr kumimoji="0" lang="en-GB" sz="1100" i="0" u="none" strike="noStrike" kern="1200" cap="none" spc="0" normalizeH="0" baseline="30000" noProof="0" dirty="0">
                <a:ln>
                  <a:noFill/>
                </a:ln>
                <a:solidFill>
                  <a:srgbClr val="000000"/>
                </a:solidFill>
                <a:effectLst/>
                <a:uLnTx/>
                <a:uFillTx/>
                <a:ea typeface="ＭＳ Ｐゴシック"/>
                <a:cs typeface="ヒラギノ角ゴ ProN W3"/>
              </a:rPr>
              <a:t>37,38</a:t>
            </a:r>
            <a:endParaRPr kumimoji="0" lang="en-GB" sz="1100" i="0" u="none" strike="noStrike" kern="1200" cap="none" spc="0" normalizeH="0" baseline="0" noProof="0" dirty="0">
              <a:ln>
                <a:noFill/>
              </a:ln>
              <a:solidFill>
                <a:srgbClr val="000000"/>
              </a:solidFill>
              <a:effectLst/>
              <a:uLnTx/>
              <a:uFillTx/>
              <a:ea typeface="ＭＳ Ｐゴシック"/>
              <a:cs typeface="ヒラギノ角ゴ ProN W3"/>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startAt="4"/>
              <a:tabLst/>
              <a:defRPr/>
            </a:pPr>
            <a:endParaRPr kumimoji="0" lang="en-GB" sz="1100" b="1" i="0" u="none" strike="noStrike" kern="1200" cap="none" spc="0" normalizeH="0" baseline="0" noProof="0" dirty="0">
              <a:ln>
                <a:noFill/>
              </a:ln>
              <a:solidFill>
                <a:srgbClr val="ED1500"/>
              </a:solidFill>
              <a:effectLst/>
              <a:uLnTx/>
              <a:uFillTx/>
              <a:ea typeface="ＭＳ Ｐゴシック"/>
              <a:cs typeface="+mn-cs"/>
            </a:endParaRP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endParaRPr kumimoji="0" lang="en-US" sz="1100" b="0" i="0" u="none" strike="noStrike" kern="0" cap="none" spc="0" normalizeH="0" baseline="0" noProof="0" dirty="0">
              <a:ln>
                <a:noFill/>
              </a:ln>
              <a:solidFill>
                <a:srgbClr val="000000"/>
              </a:solidFill>
              <a:effectLst/>
              <a:uLnTx/>
              <a:uFillTx/>
              <a:ea typeface="ＭＳ Ｐゴシック"/>
              <a:cs typeface="+mn-cs"/>
            </a:endParaRPr>
          </a:p>
        </p:txBody>
      </p:sp>
      <p:sp>
        <p:nvSpPr>
          <p:cNvPr id="49" name="TextBox 48">
            <a:extLst>
              <a:ext uri="{FF2B5EF4-FFF2-40B4-BE49-F238E27FC236}">
                <a16:creationId xmlns:a16="http://schemas.microsoft.com/office/drawing/2014/main" id="{01C6A00B-DEDE-8495-FB1E-93A9438D443C}"/>
              </a:ext>
            </a:extLst>
          </p:cNvPr>
          <p:cNvSpPr txBox="1"/>
          <p:nvPr/>
        </p:nvSpPr>
        <p:spPr bwMode="auto">
          <a:xfrm>
            <a:off x="7987001" y="2533084"/>
            <a:ext cx="2642186" cy="3624069"/>
          </a:xfrm>
          <a:prstGeom prst="rect">
            <a:avLst/>
          </a:prstGeom>
          <a:noFill/>
          <a:ln w="25400" cap="flat" cmpd="sng" algn="ctr">
            <a:noFill/>
            <a:prstDash val="solid"/>
          </a:ln>
          <a:effectLst/>
        </p:spPr>
        <p:txBody>
          <a:bodyPr wrap="square" lIns="91440" tIns="45720" rIns="91440" bIns="45720" rtlCol="0" anchor="t">
            <a:spAutoFit/>
          </a:bodyPr>
          <a:lstStyle/>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a:tabLst/>
              <a:defRPr/>
            </a:pPr>
            <a:r>
              <a:rPr kumimoji="0" lang="en-GB" sz="1050" b="0" i="0" u="none" strike="noStrike" kern="1200" cap="none" spc="0" normalizeH="0" baseline="0" noProof="0" dirty="0">
                <a:ln>
                  <a:noFill/>
                </a:ln>
                <a:solidFill>
                  <a:srgbClr val="000000"/>
                </a:solidFill>
                <a:effectLst/>
                <a:uLnTx/>
                <a:uFillTx/>
                <a:ea typeface="ヒラギノ角ゴ ProN W3" pitchFamily="-110" charset="-128"/>
                <a:cs typeface="ヒラギノ角ゴ ProN W3"/>
                <a:sym typeface="Arial" pitchFamily="-110" charset="0"/>
              </a:rPr>
              <a:t>Studies demonstrate the use of VELYS Robotic-Assisted Solution results in </a:t>
            </a:r>
            <a:r>
              <a:rPr kumimoji="0" lang="en-GB" sz="1050" b="0" i="0" u="none" strike="noStrike" kern="1200" cap="none" spc="0" normalizeH="0" baseline="0" noProof="0" dirty="0">
                <a:ln>
                  <a:noFill/>
                </a:ln>
                <a:solidFill>
                  <a:srgbClr val="EB1700"/>
                </a:solidFill>
                <a:effectLst/>
                <a:uLnTx/>
                <a:uFillTx/>
                <a:ea typeface="ヒラギノ角ゴ ProN W3" pitchFamily="-110" charset="-128"/>
                <a:cs typeface="ヒラギノ角ゴ ProN W3"/>
                <a:sym typeface="Arial" pitchFamily="-110" charset="0"/>
              </a:rPr>
              <a:t>improved implant alignment accuracy </a:t>
            </a:r>
            <a:r>
              <a:rPr kumimoji="0" lang="en-GB" sz="1050" b="0" i="0" u="none" strike="noStrike" kern="1200" cap="none" spc="0" normalizeH="0" baseline="0" noProof="0" dirty="0">
                <a:ln>
                  <a:noFill/>
                </a:ln>
                <a:solidFill>
                  <a:srgbClr val="000000"/>
                </a:solidFill>
                <a:effectLst/>
                <a:uLnTx/>
                <a:uFillTx/>
                <a:ea typeface="ヒラギノ角ゴ ProN W3" pitchFamily="-110" charset="-128"/>
                <a:cs typeface="ヒラギノ角ゴ ProN W3"/>
                <a:sym typeface="Arial" pitchFamily="-110" charset="0"/>
              </a:rPr>
              <a:t>compared to manual.</a:t>
            </a:r>
            <a:r>
              <a:rPr kumimoji="0" lang="en-GB" sz="1050" b="0" i="0" u="none" strike="noStrike" kern="1200" cap="none" spc="0" normalizeH="0" baseline="30000" noProof="0" dirty="0">
                <a:ln>
                  <a:noFill/>
                </a:ln>
                <a:solidFill>
                  <a:srgbClr val="000000"/>
                </a:solidFill>
                <a:effectLst/>
                <a:uLnTx/>
                <a:uFillTx/>
                <a:ea typeface="ヒラギノ角ゴ ProN W3" pitchFamily="-110" charset="-128"/>
                <a:cs typeface="ヒラギノ角ゴ ProN W3"/>
                <a:sym typeface="Arial" pitchFamily="-110" charset="0"/>
              </a:rPr>
              <a:t>13,14§</a:t>
            </a:r>
            <a:endParaRPr kumimoji="0" lang="en-GB" sz="1050" b="0" i="0" u="none" strike="noStrike" kern="1200" cap="none" spc="0" normalizeH="0" baseline="0" noProof="0" dirty="0">
              <a:ln>
                <a:noFill/>
              </a:ln>
              <a:solidFill>
                <a:srgbClr val="000000"/>
              </a:solidFill>
              <a:effectLst/>
              <a:uLnTx/>
              <a:uFillTx/>
              <a:ea typeface="ヒラギノ角ゴ ProN W3" pitchFamily="-110" charset="-128"/>
              <a:cs typeface="ヒラギノ角ゴ ProN W3"/>
              <a:sym typeface="Arial" pitchFamily="-110" charset="0"/>
            </a:endParaRP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endParaRPr kumimoji="0" lang="en-US" sz="1050" b="0" i="0" u="none" strike="noStrike" kern="1200" cap="none" spc="0" normalizeH="0" baseline="0" noProof="0" dirty="0">
              <a:ln>
                <a:noFill/>
              </a:ln>
              <a:solidFill>
                <a:srgbClr val="000000"/>
              </a:solidFill>
              <a:effectLst/>
              <a:uLnTx/>
              <a:uFillTx/>
              <a:ea typeface="ヒラギノ角ゴ ProN W3" pitchFamily="-110" charset="-128"/>
              <a:cs typeface="ヒラギノ角ゴ ProN W3"/>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startAt="2"/>
              <a:tabLst/>
              <a:defRPr/>
            </a:pPr>
            <a:r>
              <a:rPr kumimoji="0" lang="en-US" sz="1050" b="0" i="0" u="none" strike="noStrike" kern="1200" cap="none" spc="0" normalizeH="0" baseline="0" noProof="0" dirty="0">
                <a:ln>
                  <a:noFill/>
                </a:ln>
                <a:solidFill>
                  <a:srgbClr val="000000"/>
                </a:solidFill>
                <a:effectLst/>
                <a:uLnTx/>
                <a:uFillTx/>
                <a:ea typeface="ヒラギノ角ゴ ProN W3"/>
                <a:cs typeface="ヒラギノ角ゴ ProN W3"/>
              </a:rPr>
              <a:t>The VELYS Robotic-Assisted Solution showed significantly </a:t>
            </a:r>
            <a:r>
              <a:rPr kumimoji="0" lang="en-US" sz="1050" b="0" i="0" u="none" strike="noStrike" kern="1200" cap="none" spc="0" normalizeH="0" baseline="0" noProof="0" dirty="0">
                <a:ln>
                  <a:noFill/>
                </a:ln>
                <a:solidFill>
                  <a:srgbClr val="EB1700"/>
                </a:solidFill>
                <a:effectLst/>
                <a:uLnTx/>
                <a:uFillTx/>
                <a:ea typeface="ヒラギノ角ゴ ProN W3"/>
                <a:cs typeface="ヒラギノ角ゴ ProN W3"/>
              </a:rPr>
              <a:t>lower incidence of intentional soft tissue release compared to manual TKA</a:t>
            </a:r>
            <a:r>
              <a:rPr kumimoji="0" lang="en-US" sz="1050" b="0" i="0" u="none" strike="noStrike" kern="1200" cap="none" spc="0" normalizeH="0" baseline="0" noProof="0" dirty="0">
                <a:ln>
                  <a:noFill/>
                </a:ln>
                <a:solidFill>
                  <a:srgbClr val="000000"/>
                </a:solidFill>
                <a:effectLst/>
                <a:uLnTx/>
                <a:uFillTx/>
                <a:ea typeface="ヒラギノ角ゴ ProN W3"/>
                <a:cs typeface="ヒラギノ角ゴ ProN W3"/>
              </a:rPr>
              <a:t>.</a:t>
            </a:r>
            <a:r>
              <a:rPr kumimoji="0" lang="en-US" sz="1050" b="0" i="0" u="none" strike="noStrike" kern="1200" cap="none" spc="0" normalizeH="0" baseline="30000" noProof="0" dirty="0">
                <a:ln>
                  <a:noFill/>
                </a:ln>
                <a:solidFill>
                  <a:srgbClr val="000000"/>
                </a:solidFill>
                <a:effectLst/>
                <a:uLnTx/>
                <a:uFillTx/>
                <a:ea typeface="ヒラギノ角ゴ ProN W3"/>
                <a:cs typeface="ヒラギノ角ゴ ProN W3"/>
              </a:rPr>
              <a:t>7</a:t>
            </a:r>
            <a:r>
              <a:rPr kumimoji="0" lang="en-US" sz="1050" b="0" i="0" u="none" strike="noStrike" kern="1200" cap="none" spc="0" normalizeH="0" baseline="0" noProof="0" dirty="0">
                <a:ln>
                  <a:noFill/>
                </a:ln>
                <a:solidFill>
                  <a:srgbClr val="000000"/>
                </a:solidFill>
                <a:effectLst/>
                <a:uLnTx/>
                <a:uFillTx/>
                <a:ea typeface="ヒラギノ角ゴ ProN W3"/>
                <a:cs typeface="ヒラギノ角ゴ ProN W3"/>
              </a:rPr>
              <a:t> </a:t>
            </a:r>
            <a:endParaRPr kumimoji="0" lang="en-US" sz="1050" b="0" i="0" u="none" strike="noStrike" kern="1200" cap="none" spc="0" normalizeH="0" baseline="0" noProof="0" dirty="0">
              <a:ln>
                <a:noFill/>
              </a:ln>
              <a:solidFill>
                <a:srgbClr val="000000"/>
              </a:solidFill>
              <a:effectLst/>
              <a:uLnTx/>
              <a:uFillTx/>
              <a:ea typeface="ヒラギノ角ゴ ProN W3" pitchFamily="-110" charset="-128"/>
              <a:cs typeface="ヒラギノ角ゴ ProN W3"/>
            </a:endParaRP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endParaRPr kumimoji="0" lang="en-US" sz="1050" b="0" i="0" u="none" strike="noStrike" kern="1200" cap="none" spc="0" normalizeH="0" baseline="0" noProof="0" dirty="0">
              <a:ln>
                <a:noFill/>
              </a:ln>
              <a:solidFill>
                <a:srgbClr val="000000"/>
              </a:solidFill>
              <a:effectLst/>
              <a:uLnTx/>
              <a:uFillTx/>
              <a:ea typeface="ヒラギノ角ゴ ProN W3"/>
              <a:cs typeface="ヒラギノ角ゴ ProN W3"/>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startAt="3"/>
              <a:tabLst/>
              <a:defRPr/>
            </a:pPr>
            <a:r>
              <a:rPr kumimoji="0" lang="en-GB" sz="1050" b="0" i="0" u="none" strike="noStrike" kern="1200" cap="none" spc="0" normalizeH="0" baseline="0" noProof="0" dirty="0">
                <a:ln>
                  <a:noFill/>
                </a:ln>
                <a:solidFill>
                  <a:srgbClr val="000000"/>
                </a:solidFill>
                <a:effectLst/>
                <a:uLnTx/>
                <a:uFillTx/>
                <a:ea typeface="ヒラギノ角ゴ ProN W3" pitchFamily="-110" charset="-128"/>
                <a:cs typeface="ヒラギノ角ゴ ProN W3"/>
              </a:rPr>
              <a:t>VELYS Robotic-Assisted solution has demonstrated </a:t>
            </a:r>
            <a:r>
              <a:rPr kumimoji="0" lang="en-GB" sz="1050" b="0" i="0" u="none" strike="noStrike" kern="1200" cap="none" spc="0" normalizeH="0" baseline="0" noProof="0" dirty="0">
                <a:ln>
                  <a:noFill/>
                </a:ln>
                <a:solidFill>
                  <a:srgbClr val="EB1700"/>
                </a:solidFill>
                <a:effectLst/>
                <a:uLnTx/>
                <a:uFillTx/>
                <a:ea typeface="ヒラギノ角ゴ ProN W3" pitchFamily="-110" charset="-128"/>
                <a:cs typeface="ヒラギノ角ゴ ProN W3"/>
              </a:rPr>
              <a:t>reduced navigation time and improved accuracy compared to Navigation</a:t>
            </a:r>
            <a:r>
              <a:rPr kumimoji="0" lang="en-GB" sz="1050" b="0" i="0" u="none" strike="noStrike" kern="1200" cap="none" spc="0" normalizeH="0" baseline="0" noProof="0" dirty="0">
                <a:ln>
                  <a:noFill/>
                </a:ln>
                <a:solidFill>
                  <a:srgbClr val="000000"/>
                </a:solidFill>
                <a:effectLst/>
                <a:uLnTx/>
                <a:uFillTx/>
                <a:ea typeface="ヒラギノ角ゴ ProN W3" pitchFamily="-110" charset="-128"/>
                <a:cs typeface="ヒラギノ角ゴ ProN W3"/>
              </a:rPr>
              <a:t>.</a:t>
            </a:r>
            <a:r>
              <a:rPr kumimoji="0" lang="en-GB" sz="1050" b="0" i="0" u="none" strike="noStrike" kern="1200" cap="none" spc="0" normalizeH="0" baseline="30000" noProof="0" dirty="0">
                <a:ln>
                  <a:noFill/>
                </a:ln>
                <a:solidFill>
                  <a:srgbClr val="000000"/>
                </a:solidFill>
                <a:effectLst/>
                <a:uLnTx/>
                <a:uFillTx/>
                <a:ea typeface="ヒラギノ角ゴ ProN W3" pitchFamily="-110" charset="-128"/>
                <a:cs typeface="ヒラギノ角ゴ ProN W3"/>
              </a:rPr>
              <a:t>39-41</a:t>
            </a:r>
            <a:endParaRPr kumimoji="0" lang="en-GB" sz="1050" b="0" i="0" u="none" strike="noStrike" kern="1200" cap="none" spc="0" normalizeH="0" baseline="0" noProof="0" dirty="0">
              <a:ln>
                <a:noFill/>
              </a:ln>
              <a:solidFill>
                <a:srgbClr val="000000"/>
              </a:solidFill>
              <a:effectLst/>
              <a:uLnTx/>
              <a:uFillTx/>
              <a:ea typeface="ヒラギノ角ゴ ProN W3" pitchFamily="-110" charset="-128"/>
              <a:cs typeface="ヒラギノ角ゴ ProN W3"/>
            </a:endParaRPr>
          </a:p>
          <a:p>
            <a:pPr marL="0" marR="0" lvl="0" indent="0" algn="l" defTabSz="914400" rtl="0" eaLnBrk="1" fontAlgn="auto" latinLnBrk="0" hangingPunct="1">
              <a:lnSpc>
                <a:spcPct val="100000"/>
              </a:lnSpc>
              <a:spcBef>
                <a:spcPts val="0"/>
              </a:spcBef>
              <a:spcAft>
                <a:spcPts val="0"/>
              </a:spcAft>
              <a:buClr>
                <a:srgbClr val="ED1500"/>
              </a:buClr>
              <a:buSzTx/>
              <a:buFontTx/>
              <a:buNone/>
              <a:tabLst/>
              <a:defRPr/>
            </a:pPr>
            <a:endParaRPr kumimoji="0" lang="en-US" sz="1050" b="0" i="0" u="none" strike="noStrike" kern="1200" cap="none" spc="0" normalizeH="0" baseline="0" noProof="0" dirty="0">
              <a:ln>
                <a:noFill/>
              </a:ln>
              <a:solidFill>
                <a:srgbClr val="000000"/>
              </a:solidFill>
              <a:effectLst/>
              <a:uLnTx/>
              <a:uFillTx/>
              <a:ea typeface="ヒラギノ角ゴ ProN W3" pitchFamily="-110" charset="-128"/>
              <a:cs typeface="ヒラギノ角ゴ ProN W3"/>
            </a:endParaRPr>
          </a:p>
          <a:p>
            <a:pPr marL="228600" marR="0" lvl="0" indent="-228600" algn="l" defTabSz="914400" rtl="0" eaLnBrk="1" fontAlgn="auto" latinLnBrk="0" hangingPunct="1">
              <a:lnSpc>
                <a:spcPct val="100000"/>
              </a:lnSpc>
              <a:spcBef>
                <a:spcPts val="0"/>
              </a:spcBef>
              <a:spcAft>
                <a:spcPts val="0"/>
              </a:spcAft>
              <a:buClr>
                <a:srgbClr val="ED1500"/>
              </a:buClr>
              <a:buSzTx/>
              <a:buFont typeface="+mj-lt"/>
              <a:buAutoNum type="arabicPeriod" startAt="4"/>
              <a:tabLst/>
              <a:defRPr/>
            </a:pPr>
            <a:r>
              <a:rPr kumimoji="0" lang="en-GB" sz="900" b="0" i="0" u="none" strike="noStrike" kern="1200" cap="none" spc="0" normalizeH="0" baseline="0" noProof="0" dirty="0">
                <a:ln>
                  <a:noFill/>
                </a:ln>
                <a:solidFill>
                  <a:srgbClr val="000000"/>
                </a:solidFill>
                <a:effectLst/>
                <a:uLnTx/>
                <a:uFillTx/>
                <a:ea typeface="+mn-ea"/>
                <a:cs typeface="+mn-cs"/>
              </a:rPr>
              <a:t>After one year of follow-up, patients treated with the VELYS™ Robotic-Assisted Solution showed </a:t>
            </a:r>
            <a:r>
              <a:rPr kumimoji="0" lang="en-GB" sz="900" b="0" i="0" u="none" strike="noStrike" kern="1200" cap="none" spc="0" normalizeH="0" baseline="0" noProof="0" dirty="0">
                <a:ln>
                  <a:noFill/>
                </a:ln>
                <a:solidFill>
                  <a:srgbClr val="FF0000"/>
                </a:solidFill>
                <a:effectLst/>
                <a:uLnTx/>
                <a:uFillTx/>
                <a:ea typeface="+mn-ea"/>
                <a:cs typeface="+mn-cs"/>
              </a:rPr>
              <a:t>statistically significant improvements (p&lt;0.05) in their Oxford Knee Score, WOMAC, Forgotten Knee Score, KOOS ADL, Activity Pain, and Range of Motion</a:t>
            </a:r>
            <a:r>
              <a:rPr kumimoji="0" lang="en-GB" sz="900" b="0" i="0" u="none" strike="noStrike" kern="1200" cap="none" spc="0" normalizeH="0" baseline="0" noProof="0" dirty="0">
                <a:ln>
                  <a:noFill/>
                </a:ln>
                <a:solidFill>
                  <a:srgbClr val="000000"/>
                </a:solidFill>
                <a:effectLst/>
                <a:uLnTx/>
                <a:uFillTx/>
                <a:ea typeface="+mn-ea"/>
                <a:cs typeface="+mn-cs"/>
              </a:rPr>
              <a:t> compared to those treated with the BRAINLAB KNEE3 Navigation System</a:t>
            </a:r>
            <a:r>
              <a:rPr kumimoji="0" lang="en-GB" sz="900" b="0" i="0" u="none" strike="noStrike" kern="1200" cap="none" spc="0" normalizeH="0" baseline="30000" noProof="0" dirty="0">
                <a:ln>
                  <a:noFill/>
                </a:ln>
                <a:solidFill>
                  <a:srgbClr val="000000"/>
                </a:solidFill>
                <a:effectLst/>
                <a:uLnTx/>
                <a:uFillTx/>
                <a:ea typeface="+mn-ea"/>
                <a:cs typeface="+mn-cs"/>
              </a:rPr>
              <a:t>15¶</a:t>
            </a:r>
            <a:endParaRPr kumimoji="0" lang="en-US" sz="900" b="0" i="0" u="none" strike="noStrike" kern="1200" cap="none" spc="0" normalizeH="0" baseline="30000" noProof="0" dirty="0">
              <a:ln>
                <a:noFill/>
              </a:ln>
              <a:solidFill>
                <a:srgbClr val="000000"/>
              </a:solidFill>
              <a:effectLst/>
              <a:uLnTx/>
              <a:uFillTx/>
              <a:ea typeface="ヒラギノ角ゴ ProN W3" pitchFamily="-110" charset="-128"/>
              <a:cs typeface="ヒラギノ角ゴ ProN W3"/>
              <a:sym typeface="Arial" pitchFamily="-110" charset="0"/>
            </a:endParaRPr>
          </a:p>
        </p:txBody>
      </p:sp>
      <p:pic>
        <p:nvPicPr>
          <p:cNvPr id="43" name="Picture 42">
            <a:extLst>
              <a:ext uri="{FF2B5EF4-FFF2-40B4-BE49-F238E27FC236}">
                <a16:creationId xmlns:a16="http://schemas.microsoft.com/office/drawing/2014/main" id="{90128455-A418-E49E-9E78-62D45A2DCEA8}"/>
              </a:ext>
            </a:extLst>
          </p:cNvPr>
          <p:cNvPicPr>
            <a:picLocks noChangeAspect="1"/>
          </p:cNvPicPr>
          <p:nvPr/>
        </p:nvPicPr>
        <p:blipFill>
          <a:blip r:embed="rId7"/>
          <a:stretch>
            <a:fillRect/>
          </a:stretch>
        </p:blipFill>
        <p:spPr>
          <a:xfrm>
            <a:off x="8334338" y="1713366"/>
            <a:ext cx="928050" cy="226163"/>
          </a:xfrm>
          <a:prstGeom prst="rect">
            <a:avLst/>
          </a:prstGeom>
        </p:spPr>
      </p:pic>
      <p:sp>
        <p:nvSpPr>
          <p:cNvPr id="50" name="TextBox 49">
            <a:extLst>
              <a:ext uri="{FF2B5EF4-FFF2-40B4-BE49-F238E27FC236}">
                <a16:creationId xmlns:a16="http://schemas.microsoft.com/office/drawing/2014/main" id="{42E66FD1-3706-DEB5-C8E4-F2EBF5369FD0}"/>
              </a:ext>
            </a:extLst>
          </p:cNvPr>
          <p:cNvSpPr txBox="1"/>
          <p:nvPr/>
        </p:nvSpPr>
        <p:spPr bwMode="auto">
          <a:xfrm>
            <a:off x="4516241" y="1772607"/>
            <a:ext cx="1490124" cy="400110"/>
          </a:xfrm>
          <a:prstGeom prst="rect">
            <a:avLst/>
          </a:prstGeom>
          <a:noFill/>
          <a:ln w="25400" cap="flat" cmpd="sng" algn="ctr">
            <a:noFill/>
            <a:prstDash val="solid"/>
          </a:ln>
          <a:effectLst/>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000" b="1" i="0" u="none" strike="noStrike" kern="0" cap="none" spc="0" normalizeH="0" baseline="0" noProof="0" dirty="0">
                <a:ln>
                  <a:noFill/>
                </a:ln>
                <a:solidFill>
                  <a:srgbClr val="000000"/>
                </a:solidFill>
                <a:effectLst/>
                <a:uLnTx/>
                <a:uFillTx/>
                <a:ea typeface="ＭＳ Ｐゴシック"/>
                <a:cs typeface="+mn-cs"/>
              </a:rPr>
              <a:t>Technique </a:t>
            </a:r>
          </a:p>
        </p:txBody>
      </p:sp>
      <p:pic>
        <p:nvPicPr>
          <p:cNvPr id="88" name="Picture 87">
            <a:extLst>
              <a:ext uri="{FF2B5EF4-FFF2-40B4-BE49-F238E27FC236}">
                <a16:creationId xmlns:a16="http://schemas.microsoft.com/office/drawing/2014/main" id="{458BBE71-986B-4BE4-444C-607A3B8A3A19}"/>
              </a:ext>
            </a:extLst>
          </p:cNvPr>
          <p:cNvPicPr>
            <a:picLocks noChangeAspect="1"/>
          </p:cNvPicPr>
          <p:nvPr/>
        </p:nvPicPr>
        <p:blipFill>
          <a:blip r:embed="rId8"/>
          <a:srcRect t="43264"/>
          <a:stretch/>
        </p:blipFill>
        <p:spPr>
          <a:xfrm>
            <a:off x="10541262" y="5182089"/>
            <a:ext cx="1698423" cy="553107"/>
          </a:xfrm>
          <a:prstGeom prst="rect">
            <a:avLst/>
          </a:prstGeom>
        </p:spPr>
      </p:pic>
      <p:pic>
        <p:nvPicPr>
          <p:cNvPr id="3" name="Picture 2">
            <a:extLst>
              <a:ext uri="{FF2B5EF4-FFF2-40B4-BE49-F238E27FC236}">
                <a16:creationId xmlns:a16="http://schemas.microsoft.com/office/drawing/2014/main" id="{8D526D3C-F072-B8E2-008C-1A1B16714C11}"/>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2629345" y="2553187"/>
            <a:ext cx="1141298" cy="1024472"/>
          </a:xfrm>
          <a:prstGeom prst="rect">
            <a:avLst/>
          </a:prstGeom>
        </p:spPr>
      </p:pic>
      <p:pic>
        <p:nvPicPr>
          <p:cNvPr id="21" name="Picture 20">
            <a:extLst>
              <a:ext uri="{FF2B5EF4-FFF2-40B4-BE49-F238E27FC236}">
                <a16:creationId xmlns:a16="http://schemas.microsoft.com/office/drawing/2014/main" id="{5245D344-F0D6-B8A1-B2C0-36A4DB8AAF15}"/>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6478973" y="2544426"/>
            <a:ext cx="1419861" cy="759134"/>
          </a:xfrm>
          <a:prstGeom prst="rect">
            <a:avLst/>
          </a:prstGeom>
        </p:spPr>
      </p:pic>
      <p:pic>
        <p:nvPicPr>
          <p:cNvPr id="1026" name="Picture 2">
            <a:extLst>
              <a:ext uri="{FF2B5EF4-FFF2-40B4-BE49-F238E27FC236}">
                <a16:creationId xmlns:a16="http://schemas.microsoft.com/office/drawing/2014/main" id="{003F63B9-54A1-71B9-33EE-0081CD0C49CE}"/>
              </a:ext>
            </a:extLst>
          </p:cNvPr>
          <p:cNvPicPr>
            <a:picLocks noChangeAspect="1" noChangeArrowheads="1"/>
          </p:cNvPicPr>
          <p:nvPr/>
        </p:nvPicPr>
        <p:blipFill>
          <a:blip r:embed="rId11" cstate="print">
            <a:extLst>
              <a:ext uri="{28A0092B-C50C-407E-A947-70E740481C1C}">
                <a14:useLocalDpi xmlns:a14="http://schemas.microsoft.com/office/drawing/2010/main"/>
              </a:ext>
            </a:extLst>
          </a:blip>
          <a:srcRect/>
          <a:stretch>
            <a:fillRect/>
          </a:stretch>
        </p:blipFill>
        <p:spPr bwMode="auto">
          <a:xfrm>
            <a:off x="6458743" y="3438194"/>
            <a:ext cx="1369593" cy="79962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A66F48B7-6676-2990-F315-794531DBCEB1}"/>
              </a:ext>
            </a:extLst>
          </p:cNvPr>
          <p:cNvPicPr>
            <a:picLocks noChangeAspect="1"/>
          </p:cNvPicPr>
          <p:nvPr/>
        </p:nvPicPr>
        <p:blipFill>
          <a:blip r:embed="rId12"/>
          <a:srcRect t="38261" r="52520"/>
          <a:stretch/>
        </p:blipFill>
        <p:spPr>
          <a:xfrm>
            <a:off x="10599975" y="3374257"/>
            <a:ext cx="855782" cy="662115"/>
          </a:xfrm>
          <a:prstGeom prst="rect">
            <a:avLst/>
          </a:prstGeom>
        </p:spPr>
      </p:pic>
      <p:pic>
        <p:nvPicPr>
          <p:cNvPr id="32" name="Picture 31">
            <a:extLst>
              <a:ext uri="{FF2B5EF4-FFF2-40B4-BE49-F238E27FC236}">
                <a16:creationId xmlns:a16="http://schemas.microsoft.com/office/drawing/2014/main" id="{D5CAAA0D-2A93-BECD-C0E9-4388A4A68E04}"/>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2597515" y="4246466"/>
            <a:ext cx="1091220" cy="838334"/>
          </a:xfrm>
          <a:prstGeom prst="rect">
            <a:avLst/>
          </a:prstGeom>
        </p:spPr>
      </p:pic>
      <p:pic>
        <p:nvPicPr>
          <p:cNvPr id="39" name="Picture 38">
            <a:extLst>
              <a:ext uri="{FF2B5EF4-FFF2-40B4-BE49-F238E27FC236}">
                <a16:creationId xmlns:a16="http://schemas.microsoft.com/office/drawing/2014/main" id="{AB2E414E-3C74-6818-646E-FBB97C21EA79}"/>
              </a:ext>
            </a:extLst>
          </p:cNvPr>
          <p:cNvPicPr>
            <a:picLocks noChangeAspect="1"/>
          </p:cNvPicPr>
          <p:nvPr/>
        </p:nvPicPr>
        <p:blipFill>
          <a:blip r:embed="rId14" cstate="print">
            <a:extLst>
              <a:ext uri="{28A0092B-C50C-407E-A947-70E740481C1C}">
                <a14:useLocalDpi xmlns:a14="http://schemas.microsoft.com/office/drawing/2010/main"/>
              </a:ext>
            </a:extLst>
          </a:blip>
          <a:stretch>
            <a:fillRect/>
          </a:stretch>
        </p:blipFill>
        <p:spPr>
          <a:xfrm>
            <a:off x="2589781" y="3719846"/>
            <a:ext cx="1280465" cy="289449"/>
          </a:xfrm>
          <a:prstGeom prst="rect">
            <a:avLst/>
          </a:prstGeom>
        </p:spPr>
      </p:pic>
      <p:pic>
        <p:nvPicPr>
          <p:cNvPr id="9" name="Picture 2">
            <a:extLst>
              <a:ext uri="{FF2B5EF4-FFF2-40B4-BE49-F238E27FC236}">
                <a16:creationId xmlns:a16="http://schemas.microsoft.com/office/drawing/2014/main" id="{3AED83AB-DEFD-D1DA-BE82-2739373C60CB}"/>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10601044" y="4098893"/>
            <a:ext cx="1402296" cy="84633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6D8717E8-E2AE-571E-7F97-8CDE07A4C717}"/>
              </a:ext>
            </a:extLst>
          </p:cNvPr>
          <p:cNvPicPr>
            <a:picLocks noChangeAspect="1"/>
          </p:cNvPicPr>
          <p:nvPr/>
        </p:nvPicPr>
        <p:blipFill>
          <a:blip r:embed="rId16" cstate="print">
            <a:extLst>
              <a:ext uri="{28A0092B-C50C-407E-A947-70E740481C1C}">
                <a14:useLocalDpi xmlns:a14="http://schemas.microsoft.com/office/drawing/2010/main"/>
              </a:ext>
            </a:extLst>
          </a:blip>
          <a:stretch>
            <a:fillRect/>
          </a:stretch>
        </p:blipFill>
        <p:spPr>
          <a:xfrm>
            <a:off x="10678482" y="2577691"/>
            <a:ext cx="1423982" cy="705871"/>
          </a:xfrm>
          <a:prstGeom prst="rect">
            <a:avLst/>
          </a:prstGeom>
        </p:spPr>
      </p:pic>
      <p:sp>
        <p:nvSpPr>
          <p:cNvPr id="10" name="TextBox 9">
            <a:extLst>
              <a:ext uri="{FF2B5EF4-FFF2-40B4-BE49-F238E27FC236}">
                <a16:creationId xmlns:a16="http://schemas.microsoft.com/office/drawing/2014/main" id="{6233910D-2D1C-55DD-05DC-C0BAD8665EA8}"/>
              </a:ext>
            </a:extLst>
          </p:cNvPr>
          <p:cNvSpPr txBox="1"/>
          <p:nvPr/>
        </p:nvSpPr>
        <p:spPr>
          <a:xfrm>
            <a:off x="11408157" y="3617827"/>
            <a:ext cx="612866"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srgbClr val="00B0F0"/>
                </a:solidFill>
                <a:effectLst/>
                <a:uLnTx/>
                <a:uFillTx/>
                <a:latin typeface="Johnson Text"/>
                <a:ea typeface="+mn-ea"/>
                <a:cs typeface="+mn-cs"/>
              </a:rPr>
              <a:t>P&lt;0.0001</a:t>
            </a:r>
          </a:p>
        </p:txBody>
      </p:sp>
      <p:pic>
        <p:nvPicPr>
          <p:cNvPr id="11" name="Picture 10">
            <a:extLst>
              <a:ext uri="{FF2B5EF4-FFF2-40B4-BE49-F238E27FC236}">
                <a16:creationId xmlns:a16="http://schemas.microsoft.com/office/drawing/2014/main" id="{B4302B4E-3909-AD84-0F90-0C45E5359422}"/>
              </a:ext>
            </a:extLst>
          </p:cNvPr>
          <p:cNvPicPr>
            <a:picLocks noChangeAspect="1"/>
          </p:cNvPicPr>
          <p:nvPr/>
        </p:nvPicPr>
        <p:blipFill>
          <a:blip r:embed="rId17" cstate="print">
            <a:extLst>
              <a:ext uri="{28A0092B-C50C-407E-A947-70E740481C1C}">
                <a14:useLocalDpi xmlns:a14="http://schemas.microsoft.com/office/drawing/2010/main"/>
              </a:ext>
            </a:extLst>
          </a:blip>
          <a:stretch>
            <a:fillRect/>
          </a:stretch>
        </p:blipFill>
        <p:spPr>
          <a:xfrm>
            <a:off x="6526076" y="4533212"/>
            <a:ext cx="1373481" cy="486621"/>
          </a:xfrm>
          <a:prstGeom prst="rect">
            <a:avLst/>
          </a:prstGeom>
        </p:spPr>
      </p:pic>
      <p:sp>
        <p:nvSpPr>
          <p:cNvPr id="6" name="TextBox 5">
            <a:extLst>
              <a:ext uri="{FF2B5EF4-FFF2-40B4-BE49-F238E27FC236}">
                <a16:creationId xmlns:a16="http://schemas.microsoft.com/office/drawing/2014/main" id="{87B21935-6F0C-E17C-483D-31FEE803A28F}"/>
              </a:ext>
            </a:extLst>
          </p:cNvPr>
          <p:cNvSpPr txBox="1"/>
          <p:nvPr/>
        </p:nvSpPr>
        <p:spPr>
          <a:xfrm>
            <a:off x="4242353" y="6663975"/>
            <a:ext cx="3528024" cy="76944"/>
          </a:xfrm>
          <a:prstGeom prst="rect">
            <a:avLst/>
          </a:prstGeom>
          <a:noFill/>
        </p:spPr>
        <p:txBody>
          <a:bodyPr wrap="square" lIns="0" tIns="0" rIns="0" bIns="0" rtlCol="0">
            <a:spAutoFit/>
          </a:bodyPr>
          <a:lstStyle>
            <a:defPPr>
              <a:defRPr lang="en-US"/>
            </a:defPPr>
            <a:lvl1pPr>
              <a:defRPr sz="5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500" b="0" i="0" u="none" strike="noStrike" kern="1200" cap="none" spc="0" normalizeH="0" baseline="0" noProof="0" dirty="0">
                <a:ln>
                  <a:noFill/>
                </a:ln>
                <a:solidFill>
                  <a:srgbClr val="000000"/>
                </a:solidFill>
                <a:effectLst/>
                <a:uLnTx/>
                <a:uFillTx/>
                <a:latin typeface="Johnson Text"/>
                <a:ea typeface="+mn-ea"/>
                <a:cs typeface="+mn-cs"/>
              </a:rPr>
              <a:t>**In vitro testing of components positioned with a simulated HKA of 3° Varus and a tibial joint line of 5° Varus</a:t>
            </a:r>
          </a:p>
        </p:txBody>
      </p:sp>
      <p:sp>
        <p:nvSpPr>
          <p:cNvPr id="12" name="TextBox 11">
            <a:extLst>
              <a:ext uri="{FF2B5EF4-FFF2-40B4-BE49-F238E27FC236}">
                <a16:creationId xmlns:a16="http://schemas.microsoft.com/office/drawing/2014/main" id="{3AA3F9DB-A8B5-9687-3EE9-0131634CAC09}"/>
              </a:ext>
            </a:extLst>
          </p:cNvPr>
          <p:cNvSpPr txBox="1"/>
          <p:nvPr/>
        </p:nvSpPr>
        <p:spPr>
          <a:xfrm>
            <a:off x="2227834" y="5697221"/>
            <a:ext cx="760772" cy="230832"/>
          </a:xfrm>
          <a:prstGeom prst="rect">
            <a:avLst/>
          </a:prstGeom>
          <a:noFill/>
        </p:spPr>
        <p:txBody>
          <a:bodyPr wrap="square" lIns="0" tIns="0" rIns="0" bIns="0" rtlCol="0">
            <a:spAutoFit/>
          </a:bodyPr>
          <a:lstStyle/>
          <a:p>
            <a:pPr algn="ctr"/>
            <a:r>
              <a:rPr lang="en-US" sz="500" kern="1200" dirty="0">
                <a:latin typeface="+mn-lt"/>
                <a:ea typeface="+mn-ea"/>
                <a:cs typeface="+mn-cs"/>
              </a:rPr>
              <a:t>Of patients are feeling</a:t>
            </a:r>
          </a:p>
          <a:p>
            <a:pPr algn="ctr"/>
            <a:r>
              <a:rPr lang="en-US" sz="500" kern="1200" dirty="0">
                <a:latin typeface="+mn-lt"/>
                <a:ea typeface="+mn-ea"/>
                <a:cs typeface="+mn-cs"/>
              </a:rPr>
              <a:t>better following TKA with</a:t>
            </a:r>
          </a:p>
          <a:p>
            <a:pPr algn="ctr"/>
            <a:r>
              <a:rPr lang="en-US" sz="500" kern="1200" dirty="0">
                <a:latin typeface="+mn-lt"/>
                <a:ea typeface="+mn-ea"/>
                <a:cs typeface="+mn-cs"/>
              </a:rPr>
              <a:t>ATTUNE Knee.</a:t>
            </a:r>
            <a:r>
              <a:rPr lang="en-US" sz="500" kern="1200" baseline="30000" dirty="0">
                <a:latin typeface="+mn-lt"/>
                <a:ea typeface="+mn-ea"/>
                <a:cs typeface="+mn-cs"/>
              </a:rPr>
              <a:t>1†</a:t>
            </a:r>
          </a:p>
        </p:txBody>
      </p:sp>
      <p:sp>
        <p:nvSpPr>
          <p:cNvPr id="13" name="TextBox 12">
            <a:extLst>
              <a:ext uri="{FF2B5EF4-FFF2-40B4-BE49-F238E27FC236}">
                <a16:creationId xmlns:a16="http://schemas.microsoft.com/office/drawing/2014/main" id="{66D1F4AC-67CE-EEA7-EA52-C845EBC26577}"/>
              </a:ext>
            </a:extLst>
          </p:cNvPr>
          <p:cNvSpPr txBox="1"/>
          <p:nvPr/>
        </p:nvSpPr>
        <p:spPr>
          <a:xfrm>
            <a:off x="3004962" y="5686070"/>
            <a:ext cx="824963" cy="230832"/>
          </a:xfrm>
          <a:prstGeom prst="rect">
            <a:avLst/>
          </a:prstGeom>
          <a:noFill/>
        </p:spPr>
        <p:txBody>
          <a:bodyPr wrap="square" lIns="0" tIns="0" rIns="0" bIns="0" rtlCol="0">
            <a:spAutoFit/>
          </a:bodyPr>
          <a:lstStyle/>
          <a:p>
            <a:pPr algn="ctr"/>
            <a:r>
              <a:rPr lang="en-US" sz="500" kern="1200" dirty="0">
                <a:latin typeface="+mn-lt"/>
                <a:ea typeface="+mn-ea"/>
                <a:cs typeface="+mn-cs"/>
              </a:rPr>
              <a:t>Of patients are satisfied with the results of their ATTUNE Knee TKA surgery.</a:t>
            </a:r>
            <a:r>
              <a:rPr lang="en-US" sz="500" baseline="30000" dirty="0"/>
              <a:t>2</a:t>
            </a:r>
            <a:r>
              <a:rPr lang="en-US" sz="500" kern="1200" baseline="30000" dirty="0">
                <a:latin typeface="+mn-lt"/>
                <a:ea typeface="+mn-ea"/>
                <a:cs typeface="+mn-cs"/>
              </a:rPr>
              <a:t>*</a:t>
            </a:r>
          </a:p>
        </p:txBody>
      </p:sp>
      <p:sp>
        <p:nvSpPr>
          <p:cNvPr id="15" name="TextBox 14">
            <a:extLst>
              <a:ext uri="{FF2B5EF4-FFF2-40B4-BE49-F238E27FC236}">
                <a16:creationId xmlns:a16="http://schemas.microsoft.com/office/drawing/2014/main" id="{ADCDB84D-4836-5E22-19EF-2505D8A90A85}"/>
              </a:ext>
            </a:extLst>
          </p:cNvPr>
          <p:cNvSpPr txBox="1"/>
          <p:nvPr/>
        </p:nvSpPr>
        <p:spPr>
          <a:xfrm>
            <a:off x="2227834" y="5383445"/>
            <a:ext cx="760772" cy="276999"/>
          </a:xfrm>
          <a:prstGeom prst="rect">
            <a:avLst/>
          </a:prstGeom>
          <a:noFill/>
        </p:spPr>
        <p:txBody>
          <a:bodyPr wrap="square" lIns="0" tIns="0" rIns="0" bIns="0" rtlCol="0">
            <a:spAutoFit/>
          </a:bodyPr>
          <a:lstStyle/>
          <a:p>
            <a:pPr algn="ctr"/>
            <a:r>
              <a:rPr lang="en-US" kern="1200" dirty="0">
                <a:solidFill>
                  <a:schemeClr val="accent1"/>
                </a:solidFill>
                <a:latin typeface="+mj-lt"/>
                <a:ea typeface="+mn-ea"/>
                <a:cs typeface="+mn-cs"/>
              </a:rPr>
              <a:t>90%</a:t>
            </a:r>
            <a:endParaRPr lang="en-US" kern="1200" baseline="30000" dirty="0">
              <a:solidFill>
                <a:schemeClr val="accent1"/>
              </a:solidFill>
              <a:latin typeface="+mj-lt"/>
              <a:ea typeface="+mn-ea"/>
              <a:cs typeface="+mn-cs"/>
            </a:endParaRPr>
          </a:p>
        </p:txBody>
      </p:sp>
      <p:sp>
        <p:nvSpPr>
          <p:cNvPr id="16" name="TextBox 15">
            <a:extLst>
              <a:ext uri="{FF2B5EF4-FFF2-40B4-BE49-F238E27FC236}">
                <a16:creationId xmlns:a16="http://schemas.microsoft.com/office/drawing/2014/main" id="{4FC6A360-9D6D-FABC-83AA-3F1400350089}"/>
              </a:ext>
            </a:extLst>
          </p:cNvPr>
          <p:cNvSpPr txBox="1"/>
          <p:nvPr/>
        </p:nvSpPr>
        <p:spPr>
          <a:xfrm>
            <a:off x="3004962" y="5383446"/>
            <a:ext cx="824963" cy="276999"/>
          </a:xfrm>
          <a:prstGeom prst="rect">
            <a:avLst/>
          </a:prstGeom>
          <a:noFill/>
        </p:spPr>
        <p:txBody>
          <a:bodyPr wrap="square" lIns="0" tIns="0" rIns="0" bIns="0" rtlCol="0">
            <a:spAutoFit/>
          </a:bodyPr>
          <a:lstStyle/>
          <a:p>
            <a:pPr algn="ctr"/>
            <a:r>
              <a:rPr lang="en-US" kern="1200" dirty="0">
                <a:solidFill>
                  <a:schemeClr val="accent1"/>
                </a:solidFill>
                <a:latin typeface="+mj-lt"/>
                <a:ea typeface="+mn-ea"/>
                <a:cs typeface="+mn-cs"/>
              </a:rPr>
              <a:t>88%</a:t>
            </a:r>
            <a:endParaRPr lang="en-US" kern="1200" baseline="30000" dirty="0">
              <a:solidFill>
                <a:schemeClr val="accent1"/>
              </a:solidFill>
              <a:latin typeface="+mj-lt"/>
              <a:ea typeface="+mn-ea"/>
              <a:cs typeface="+mn-cs"/>
            </a:endParaRPr>
          </a:p>
        </p:txBody>
      </p:sp>
      <p:sp>
        <p:nvSpPr>
          <p:cNvPr id="22" name="Rectangle 21">
            <a:extLst>
              <a:ext uri="{FF2B5EF4-FFF2-40B4-BE49-F238E27FC236}">
                <a16:creationId xmlns:a16="http://schemas.microsoft.com/office/drawing/2014/main" id="{A3EDDC18-7ED6-E3B3-0688-F28E98A3514A}"/>
              </a:ext>
            </a:extLst>
          </p:cNvPr>
          <p:cNvSpPr/>
          <p:nvPr/>
        </p:nvSpPr>
        <p:spPr>
          <a:xfrm>
            <a:off x="221191" y="6321227"/>
            <a:ext cx="1276352" cy="4924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n-lt"/>
            </a:endParaRPr>
          </a:p>
        </p:txBody>
      </p:sp>
      <p:sp>
        <p:nvSpPr>
          <p:cNvPr id="8" name="TextBox 7">
            <a:extLst>
              <a:ext uri="{FF2B5EF4-FFF2-40B4-BE49-F238E27FC236}">
                <a16:creationId xmlns:a16="http://schemas.microsoft.com/office/drawing/2014/main" id="{8493D8E6-DF14-0956-A57D-2FDCE130B4D4}"/>
              </a:ext>
            </a:extLst>
          </p:cNvPr>
          <p:cNvSpPr txBox="1"/>
          <p:nvPr/>
        </p:nvSpPr>
        <p:spPr>
          <a:xfrm>
            <a:off x="310813" y="6062181"/>
            <a:ext cx="3410199" cy="67710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400" dirty="0">
                <a:solidFill>
                  <a:srgbClr val="000000"/>
                </a:solidFill>
              </a:rPr>
              <a:t>∞ </a:t>
            </a:r>
            <a:r>
              <a:rPr kumimoji="0" lang="en-GB" sz="400" b="0" i="0" u="none" strike="noStrike" kern="1200" cap="none" spc="0" normalizeH="0" baseline="0" noProof="0" dirty="0">
                <a:ln>
                  <a:noFill/>
                </a:ln>
                <a:solidFill>
                  <a:srgbClr val="000000"/>
                </a:solidFill>
                <a:effectLst/>
                <a:uLnTx/>
                <a:uFillTx/>
                <a:ea typeface="+mn-ea"/>
                <a:cs typeface="+mn-cs"/>
              </a:rPr>
              <a:t>Shows the results of ATTUNE CR, ATTUNE MS, Persona MC, and Triathlon CS in both CR and CS applications. In CR application, medially, both the ATTUNE CR and MS implant constructs demonstrated minimal Femoral A-P translation, which stayed constant during most of the flexion. Both constructs experienced posterior femoral translation (rollback). The Persona MC experienced similar medial A-P translation as that of the ATTUNE CR and MS. However the A-P direction of translation reversed at about 25 degrees and 60 degrees of knee flexion. CS application, medially the ATTUNE MS construct experienced the least amount of total A-P translation, the ATTUNE MS, Persona MC and Triathlon CS (in that order). Conclusion: Demonstrates differences between the LP motion patterns, ligament force contributions and their strains for all simulated implant constructs in CR and CS application. The CS application, without PCL, the femur could slide anteriorly with flexion if the insert does not provide desired constraint to the anterior translation. Results: Demonstrated the effect of the size mis-matched Femurs in the Persona MC constructs. Trends indicated that the Femur-insert articulation for the smaller Femur size may offer less medial A-P stability that is achieved the the larger sized Femur. The subsets of the results were normalized to their starting point at full extension and compared within designs. *According to the NJR ISR for ATTUNE Cemented, 88% of patients reported satisfaction in responding to the question "How would you describe the results of your operation?” </a:t>
            </a:r>
            <a:r>
              <a:rPr lang="en-US" sz="400" dirty="0">
                <a:solidFill>
                  <a:srgbClr val="000000"/>
                </a:solidFill>
                <a:effectLst/>
              </a:rPr>
              <a:t>†According to a Patient Satisfaction PROMS analysis 90% reported improvement in responding to the question "Overall, how are your problems now, compared to before your operation"</a:t>
            </a:r>
            <a:endParaRPr kumimoji="0" lang="en-GB" sz="400" b="0" i="0" u="none" strike="noStrike" kern="1200" cap="none" spc="0" normalizeH="0" baseline="0" noProof="0" dirty="0">
              <a:ln>
                <a:noFill/>
              </a:ln>
              <a:solidFill>
                <a:srgbClr val="000000"/>
              </a:solidFill>
              <a:effectLst/>
              <a:uLnTx/>
              <a:uFillTx/>
              <a:ea typeface="+mn-ea"/>
              <a:cs typeface="+mn-cs"/>
            </a:endParaRPr>
          </a:p>
        </p:txBody>
      </p:sp>
      <p:sp>
        <p:nvSpPr>
          <p:cNvPr id="33" name="Text Placeholder 7">
            <a:extLst>
              <a:ext uri="{FF2B5EF4-FFF2-40B4-BE49-F238E27FC236}">
                <a16:creationId xmlns:a16="http://schemas.microsoft.com/office/drawing/2014/main" id="{CB1CF4BD-0B3D-8F6D-5FCD-B04F6BE24510}"/>
              </a:ext>
            </a:extLst>
          </p:cNvPr>
          <p:cNvSpPr txBox="1">
            <a:spLocks/>
          </p:cNvSpPr>
          <p:nvPr/>
        </p:nvSpPr>
        <p:spPr bwMode="auto">
          <a:xfrm>
            <a:off x="382959" y="930156"/>
            <a:ext cx="6609512" cy="695238"/>
          </a:xfrm>
          <a:prstGeom prst="rect">
            <a:avLst/>
          </a:prstGeom>
          <a:noFill/>
          <a:ln w="12700">
            <a:noFill/>
            <a:miter lim="800000"/>
            <a:headEnd/>
            <a:tailEnd/>
          </a:ln>
        </p:spPr>
        <p:txBody>
          <a:bodyPr vert="horz" wrap="square" lIns="0" tIns="0" rIns="0" bIns="0" numCol="1" anchor="t" anchorCtr="0" compatLnSpc="1">
            <a:prstTxWarp prst="textNoShape">
              <a:avLst/>
            </a:prstTxWarp>
            <a:noAutofit/>
          </a:bodyPr>
          <a:lstStyle>
            <a:lvl1pPr marL="0" indent="0" algn="l" rtl="0" eaLnBrk="1" fontAlgn="base" hangingPunct="1">
              <a:lnSpc>
                <a:spcPct val="100000"/>
              </a:lnSpc>
              <a:spcBef>
                <a:spcPts val="1800"/>
              </a:spcBef>
              <a:spcAft>
                <a:spcPct val="0"/>
              </a:spcAft>
              <a:buClr>
                <a:srgbClr val="63666A"/>
              </a:buClr>
              <a:buSzPct val="100000"/>
              <a:buFontTx/>
              <a:buNone/>
              <a:defRPr sz="2000">
                <a:solidFill>
                  <a:schemeClr val="bg1"/>
                </a:solidFill>
                <a:latin typeface="+mn-lt"/>
                <a:ea typeface="Arial Unicode MS" pitchFamily="-65" charset="0"/>
                <a:cs typeface="Arial Unicode MS" pitchFamily="-65" charset="0"/>
                <a:sym typeface="Arial" pitchFamily="-65" charset="0"/>
              </a:defRPr>
            </a:lvl1pPr>
            <a:lvl2pPr marL="0" indent="0" algn="l" rtl="0" eaLnBrk="1" fontAlgn="base" hangingPunct="1">
              <a:lnSpc>
                <a:spcPct val="100000"/>
              </a:lnSpc>
              <a:spcBef>
                <a:spcPts val="0"/>
              </a:spcBef>
              <a:spcAft>
                <a:spcPct val="0"/>
              </a:spcAft>
              <a:buClr>
                <a:srgbClr val="63666A"/>
              </a:buClr>
              <a:buSzPct val="100000"/>
              <a:buFontTx/>
              <a:buNone/>
              <a:defRPr sz="2000" b="1">
                <a:solidFill>
                  <a:schemeClr val="bg1"/>
                </a:solidFill>
                <a:latin typeface="+mn-lt"/>
                <a:ea typeface="Arial Unicode MS" pitchFamily="-65" charset="0"/>
                <a:cs typeface="Arial Unicode MS" pitchFamily="-65" charset="0"/>
                <a:sym typeface="Arial" pitchFamily="-65" charset="0"/>
              </a:defRPr>
            </a:lvl2pPr>
            <a:lvl3pPr marL="0" indent="0" algn="l" rtl="0" eaLnBrk="1" fontAlgn="base" hangingPunct="1">
              <a:lnSpc>
                <a:spcPct val="100000"/>
              </a:lnSpc>
              <a:spcBef>
                <a:spcPts val="0"/>
              </a:spcBef>
              <a:spcAft>
                <a:spcPct val="0"/>
              </a:spcAft>
              <a:buClr>
                <a:srgbClr val="63666A"/>
              </a:buClr>
              <a:buSzPct val="100000"/>
              <a:buFontTx/>
              <a:buNone/>
              <a:defRPr sz="1400" b="1" cap="all" baseline="0">
                <a:solidFill>
                  <a:schemeClr val="accent3"/>
                </a:solidFill>
                <a:latin typeface="+mn-lt"/>
                <a:ea typeface="Arial Unicode MS" pitchFamily="-65" charset="0"/>
                <a:cs typeface="Arial Unicode MS" pitchFamily="-65" charset="0"/>
                <a:sym typeface="Arial" pitchFamily="-65" charset="0"/>
              </a:defRPr>
            </a:lvl3pPr>
            <a:lvl4pPr marL="0" indent="0" algn="l" rtl="0" eaLnBrk="1" fontAlgn="base" hangingPunct="1">
              <a:lnSpc>
                <a:spcPct val="100000"/>
              </a:lnSpc>
              <a:spcBef>
                <a:spcPts val="0"/>
              </a:spcBef>
              <a:spcAft>
                <a:spcPct val="0"/>
              </a:spcAft>
              <a:buClr>
                <a:srgbClr val="63666A"/>
              </a:buClr>
              <a:buSzPct val="100000"/>
              <a:buFontTx/>
              <a:buNone/>
              <a:defRPr sz="1600">
                <a:solidFill>
                  <a:schemeClr val="bg1"/>
                </a:solidFill>
                <a:latin typeface="+mn-lt"/>
                <a:ea typeface="Arial Unicode MS" pitchFamily="-65" charset="0"/>
                <a:cs typeface="Arial Unicode MS" pitchFamily="-65" charset="0"/>
                <a:sym typeface="Arial" pitchFamily="-65" charset="0"/>
              </a:defRPr>
            </a:lvl4pPr>
            <a:lvl5pPr marL="0" indent="0" algn="l" rtl="0" eaLnBrk="1" fontAlgn="base" hangingPunct="1">
              <a:lnSpc>
                <a:spcPct val="100000"/>
              </a:lnSpc>
              <a:spcBef>
                <a:spcPts val="0"/>
              </a:spcBef>
              <a:spcAft>
                <a:spcPct val="0"/>
              </a:spcAft>
              <a:buClr>
                <a:srgbClr val="63666A"/>
              </a:buClr>
              <a:buSzPct val="100000"/>
              <a:buFontTx/>
              <a:buNone/>
              <a:defRPr sz="1600" b="1">
                <a:solidFill>
                  <a:schemeClr val="bg1"/>
                </a:solidFill>
                <a:latin typeface="+mn-lt"/>
                <a:ea typeface="Arial Unicode MS" pitchFamily="-65" charset="0"/>
                <a:cs typeface="Arial Unicode MS" pitchFamily="-65" charset="0"/>
                <a:sym typeface="Arial" pitchFamily="-65" charset="0"/>
              </a:defRPr>
            </a:lvl5pPr>
            <a:lvl6pPr marL="0" indent="0" algn="l" rtl="0" eaLnBrk="1" fontAlgn="base" hangingPunct="1">
              <a:lnSpc>
                <a:spcPct val="100000"/>
              </a:lnSpc>
              <a:spcBef>
                <a:spcPts val="379"/>
              </a:spcBef>
              <a:spcAft>
                <a:spcPct val="0"/>
              </a:spcAft>
              <a:buSzPct val="100000"/>
              <a:buFontTx/>
              <a:buNone/>
              <a:defRPr sz="3200" b="1">
                <a:solidFill>
                  <a:schemeClr val="accent3"/>
                </a:solidFill>
                <a:latin typeface="+mn-lt"/>
                <a:ea typeface="+mn-ea"/>
                <a:cs typeface="+mn-cs"/>
                <a:sym typeface="Arial" pitchFamily="-110" charset="0"/>
              </a:defRPr>
            </a:lvl6pPr>
            <a:lvl7pPr marL="0" indent="0" algn="l" rtl="0" eaLnBrk="1" fontAlgn="base" hangingPunct="1">
              <a:lnSpc>
                <a:spcPct val="100000"/>
              </a:lnSpc>
              <a:spcBef>
                <a:spcPts val="0"/>
              </a:spcBef>
              <a:spcAft>
                <a:spcPct val="0"/>
              </a:spcAft>
              <a:buSzPct val="100000"/>
              <a:buFontTx/>
              <a:buNone/>
              <a:defRPr sz="1600">
                <a:solidFill>
                  <a:schemeClr val="bg1"/>
                </a:solidFill>
                <a:latin typeface="+mn-lt"/>
                <a:ea typeface="+mn-ea"/>
                <a:cs typeface="+mn-cs"/>
                <a:sym typeface="Arial" pitchFamily="-110" charset="0"/>
              </a:defRPr>
            </a:lvl7pPr>
            <a:lvl8pPr marL="0" indent="0" algn="l" rtl="0" eaLnBrk="1" fontAlgn="base" hangingPunct="1">
              <a:lnSpc>
                <a:spcPct val="100000"/>
              </a:lnSpc>
              <a:spcBef>
                <a:spcPts val="0"/>
              </a:spcBef>
              <a:spcAft>
                <a:spcPct val="0"/>
              </a:spcAft>
              <a:buSzPct val="100000"/>
              <a:buFontTx/>
              <a:buNone/>
              <a:defRPr sz="1600">
                <a:solidFill>
                  <a:schemeClr val="bg1"/>
                </a:solidFill>
                <a:latin typeface="+mn-lt"/>
                <a:ea typeface="+mn-ea"/>
                <a:cs typeface="+mn-cs"/>
                <a:sym typeface="Arial" pitchFamily="-110" charset="0"/>
              </a:defRPr>
            </a:lvl8pPr>
            <a:lvl9pPr marL="0" indent="0" algn="l" rtl="0" eaLnBrk="1" fontAlgn="base" hangingPunct="1">
              <a:lnSpc>
                <a:spcPct val="100000"/>
              </a:lnSpc>
              <a:spcBef>
                <a:spcPts val="0"/>
              </a:spcBef>
              <a:spcAft>
                <a:spcPct val="0"/>
              </a:spcAft>
              <a:buSzPct val="100000"/>
              <a:buFontTx/>
              <a:buNone/>
              <a:defRPr sz="1600">
                <a:solidFill>
                  <a:schemeClr val="bg1"/>
                </a:solidFill>
                <a:latin typeface="+mn-lt"/>
                <a:ea typeface="+mn-ea"/>
                <a:cs typeface="+mn-cs"/>
                <a:sym typeface="Arial" pitchFamily="-110" charset="0"/>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schemeClr val="tx1"/>
                </a:solidFill>
                <a:effectLst/>
                <a:uLnTx/>
                <a:uFillTx/>
                <a:ea typeface="Arial Unicode MS" pitchFamily="-65" charset="0"/>
                <a:cs typeface="Arial Unicode MS" pitchFamily="-65" charset="0"/>
                <a:sym typeface="Arial" pitchFamily="-65" charset="0"/>
              </a:rPr>
              <a:t>Clinically empowering Kinematic Restoration of the Knee to restore natural Knee function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1" i="0" u="none" strike="noStrike" kern="1200" cap="none" spc="0" normalizeH="0" baseline="0" noProof="0" dirty="0">
              <a:ln>
                <a:noFill/>
              </a:ln>
              <a:solidFill>
                <a:schemeClr val="tx1"/>
              </a:solidFill>
              <a:effectLst/>
              <a:uLnTx/>
              <a:uFillTx/>
              <a:ea typeface="Arial Unicode MS" pitchFamily="-65" charset="0"/>
              <a:cs typeface="Arial Unicode MS" pitchFamily="-65" charset="0"/>
              <a:sym typeface="Arial" pitchFamily="-65" charset="0"/>
            </a:endParaRPr>
          </a:p>
        </p:txBody>
      </p:sp>
      <p:sp>
        <p:nvSpPr>
          <p:cNvPr id="44" name="TextBox 43">
            <a:extLst>
              <a:ext uri="{FF2B5EF4-FFF2-40B4-BE49-F238E27FC236}">
                <a16:creationId xmlns:a16="http://schemas.microsoft.com/office/drawing/2014/main" id="{8A6136F0-16F4-9E10-909F-3B10D03F4E16}"/>
              </a:ext>
            </a:extLst>
          </p:cNvPr>
          <p:cNvSpPr txBox="1"/>
          <p:nvPr/>
        </p:nvSpPr>
        <p:spPr>
          <a:xfrm>
            <a:off x="8300840" y="6593601"/>
            <a:ext cx="3410199" cy="184666"/>
          </a:xfrm>
          <a:prstGeom prst="rect">
            <a:avLst/>
          </a:prstGeom>
          <a:noFill/>
        </p:spPr>
        <p:txBody>
          <a:bodyPr wrap="square" lIns="0" tIns="0" rIns="0" bIns="0" rtlCol="0">
            <a:spAutoFit/>
          </a:bodyPr>
          <a:lstStyle/>
          <a:p>
            <a:pPr>
              <a:defRPr/>
            </a:pPr>
            <a:r>
              <a:rPr lang="en-US" sz="400" dirty="0">
                <a:solidFill>
                  <a:srgbClr val="000000"/>
                </a:solidFill>
                <a:effectLst/>
              </a:rPr>
              <a:t>¶In a prospective study of 90 TKA patients.</a:t>
            </a:r>
          </a:p>
          <a:p>
            <a:pPr>
              <a:defRPr/>
            </a:pPr>
            <a:r>
              <a:rPr lang="en-US" sz="400" dirty="0">
                <a:solidFill>
                  <a:srgbClr val="000000"/>
                </a:solidFill>
                <a:effectLst/>
              </a:rPr>
              <a:t>§ Product may not be commercially available in all markets. This content may not be used externally in those markets where regulatory approval has not been granted for all the products referenced.</a:t>
            </a:r>
          </a:p>
        </p:txBody>
      </p:sp>
      <p:sp>
        <p:nvSpPr>
          <p:cNvPr id="14" name="TextBox 13">
            <a:extLst>
              <a:ext uri="{FF2B5EF4-FFF2-40B4-BE49-F238E27FC236}">
                <a16:creationId xmlns:a16="http://schemas.microsoft.com/office/drawing/2014/main" id="{36368088-BC98-6457-128D-BADBE9D89519}"/>
              </a:ext>
            </a:extLst>
          </p:cNvPr>
          <p:cNvSpPr txBox="1"/>
          <p:nvPr/>
        </p:nvSpPr>
        <p:spPr>
          <a:xfrm>
            <a:off x="-1971917" y="1576397"/>
            <a:ext cx="6122018" cy="3231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EB1700"/>
                </a:solidFill>
                <a:effectLst/>
                <a:uLnTx/>
                <a:uFillTx/>
                <a:latin typeface="Johnson Text"/>
                <a:ea typeface="+mn-ea"/>
                <a:cs typeface="+mn-cs"/>
              </a:rPr>
              <a:t>ATTUNE™ Knee System</a:t>
            </a:r>
          </a:p>
        </p:txBody>
      </p:sp>
    </p:spTree>
    <p:extLst>
      <p:ext uri="{BB962C8B-B14F-4D97-AF65-F5344CB8AC3E}">
        <p14:creationId xmlns:p14="http://schemas.microsoft.com/office/powerpoint/2010/main" val="137631044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B7B6E3-2AA0-3BE8-A44C-8227A4939842}"/>
              </a:ext>
            </a:extLst>
          </p:cNvPr>
          <p:cNvSpPr>
            <a:spLocks noGrp="1"/>
          </p:cNvSpPr>
          <p:nvPr>
            <p:ph type="sldNum" sz="quarter" idx="10"/>
          </p:nvPr>
        </p:nvSpPr>
        <p:spPr/>
        <p:txBody>
          <a:bodyPr/>
          <a:lstStyle/>
          <a:p>
            <a:pPr marL="0" marR="0" lvl="0" indent="0" algn="r" defTabSz="914400" rtl="0" eaLnBrk="1" fontAlgn="auto" latinLnBrk="0" hangingPunct="1">
              <a:lnSpc>
                <a:spcPct val="110000"/>
              </a:lnSpc>
              <a:spcBef>
                <a:spcPts val="600"/>
              </a:spcBef>
              <a:spcAft>
                <a:spcPts val="600"/>
              </a:spcAft>
              <a:buClrTx/>
              <a:buSzTx/>
              <a:buFontTx/>
              <a:buNone/>
              <a:tabLst/>
              <a:defRPr/>
            </a:pPr>
            <a:fld id="{AD816501-AAE5-214E-B100-00C3DC5F5E3F}" type="slidenum">
              <a:rPr kumimoji="0" lang="en-US" sz="900" b="0" i="0" u="none" strike="noStrike" kern="1200" cap="none" spc="0" normalizeH="0" baseline="0" noProof="0" smtClean="0">
                <a:ln>
                  <a:noFill/>
                </a:ln>
                <a:solidFill>
                  <a:srgbClr val="EB1700"/>
                </a:solidFill>
                <a:effectLst/>
                <a:uLnTx/>
                <a:uFillTx/>
                <a:latin typeface="Johnson Text"/>
                <a:ea typeface="+mn-ea"/>
                <a:cs typeface="+mn-cs"/>
              </a:rPr>
              <a:pPr marL="0" marR="0" lvl="0" indent="0" algn="r" defTabSz="914400" rtl="0" eaLnBrk="1" fontAlgn="auto" latinLnBrk="0" hangingPunct="1">
                <a:lnSpc>
                  <a:spcPct val="110000"/>
                </a:lnSpc>
                <a:spcBef>
                  <a:spcPts val="600"/>
                </a:spcBef>
                <a:spcAft>
                  <a:spcPts val="600"/>
                </a:spcAft>
                <a:buClrTx/>
                <a:buSzTx/>
                <a:buFontTx/>
                <a:buNone/>
                <a:tabLst/>
                <a:defRPr/>
              </a:pPr>
              <a:t>8</a:t>
            </a:fld>
            <a:endParaRPr kumimoji="0" lang="en-US" sz="900" b="0" i="0" u="none" strike="noStrike" kern="1200" cap="none" spc="0" normalizeH="0" baseline="0" noProof="0">
              <a:ln>
                <a:noFill/>
              </a:ln>
              <a:solidFill>
                <a:srgbClr val="EB1700"/>
              </a:solidFill>
              <a:effectLst/>
              <a:uLnTx/>
              <a:uFillTx/>
              <a:latin typeface="Johnson Text"/>
              <a:ea typeface="+mn-ea"/>
              <a:cs typeface="+mn-cs"/>
            </a:endParaRPr>
          </a:p>
        </p:txBody>
      </p:sp>
      <p:sp>
        <p:nvSpPr>
          <p:cNvPr id="4" name="Title 2">
            <a:extLst>
              <a:ext uri="{FF2B5EF4-FFF2-40B4-BE49-F238E27FC236}">
                <a16:creationId xmlns:a16="http://schemas.microsoft.com/office/drawing/2014/main" id="{19A3FAE3-67E7-F79E-6B40-8E5E3DA483C0}"/>
              </a:ext>
            </a:extLst>
          </p:cNvPr>
          <p:cNvSpPr txBox="1">
            <a:spLocks/>
          </p:cNvSpPr>
          <p:nvPr/>
        </p:nvSpPr>
        <p:spPr bwMode="auto">
          <a:xfrm>
            <a:off x="400742" y="231300"/>
            <a:ext cx="10989732" cy="807806"/>
          </a:xfrm>
          <a:prstGeom prst="rect">
            <a:avLst/>
          </a:prstGeom>
          <a:noFill/>
          <a:ln w="12700">
            <a:noFill/>
            <a:miter lim="800000"/>
            <a:headEnd/>
            <a:tailEnd/>
          </a:ln>
        </p:spPr>
        <p:txBody>
          <a:bodyPr vert="horz" wrap="square" lIns="0" tIns="0" rIns="0" bIns="0" numCol="1" anchor="t" anchorCtr="0" compatLnSpc="1">
            <a:prstTxWarp prst="textNoShape">
              <a:avLst/>
            </a:prstTxWarp>
            <a:noAutofit/>
          </a:bodyPr>
          <a:lstStyle>
            <a:lvl1pPr algn="l" rtl="0" eaLnBrk="1" fontAlgn="base" hangingPunct="1">
              <a:lnSpc>
                <a:spcPct val="100000"/>
              </a:lnSpc>
              <a:spcBef>
                <a:spcPct val="0"/>
              </a:spcBef>
              <a:spcAft>
                <a:spcPct val="0"/>
              </a:spcAft>
              <a:defRPr sz="3200" b="1">
                <a:solidFill>
                  <a:schemeClr val="bg1"/>
                </a:solidFill>
                <a:latin typeface="+mj-lt"/>
                <a:ea typeface="Arial Unicode MS" pitchFamily="-65" charset="0"/>
                <a:cs typeface="Arial Unicode MS" pitchFamily="-65" charset="0"/>
                <a:sym typeface="Arial" pitchFamily="-65" charset="0"/>
              </a:defRPr>
            </a:lvl1pPr>
            <a:lvl2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2pPr>
            <a:lvl3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3pPr>
            <a:lvl4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4pPr>
            <a:lvl5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5pPr>
            <a:lvl6pPr marL="288024"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6pPr>
            <a:lvl7pPr marL="576049"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7pPr>
            <a:lvl8pPr marL="864074"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8pPr>
            <a:lvl9pPr marL="1152098"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4000" b="0" i="0" u="none" strike="noStrike" kern="1200" cap="none" spc="0" normalizeH="0" baseline="0" noProof="0" dirty="0">
                <a:ln>
                  <a:noFill/>
                </a:ln>
                <a:solidFill>
                  <a:srgbClr val="EC1500"/>
                </a:solidFill>
                <a:effectLst/>
                <a:uLnTx/>
                <a:uFillTx/>
                <a:latin typeface="Johnson Display"/>
                <a:sym typeface="Arial" pitchFamily="-65" charset="0"/>
              </a:rPr>
              <a:t>References</a:t>
            </a:r>
            <a:endParaRPr kumimoji="0" lang="en-US" sz="4000" b="0" i="0" u="none" strike="noStrike" kern="1200" cap="none" spc="0" normalizeH="0" baseline="0" noProof="0" dirty="0">
              <a:ln>
                <a:noFill/>
              </a:ln>
              <a:solidFill>
                <a:srgbClr val="EC1500"/>
              </a:solidFill>
              <a:effectLst/>
              <a:uLnTx/>
              <a:uFillTx/>
              <a:latin typeface="Johnson Display"/>
              <a:ea typeface="Arial Unicode MS" pitchFamily="-65" charset="0"/>
              <a:cs typeface="Arial Unicode MS" pitchFamily="-65" charset="0"/>
              <a:sym typeface="Arial" pitchFamily="-65" charset="0"/>
            </a:endParaRPr>
          </a:p>
        </p:txBody>
      </p:sp>
      <p:sp>
        <p:nvSpPr>
          <p:cNvPr id="3" name="TextBox 2">
            <a:extLst>
              <a:ext uri="{FF2B5EF4-FFF2-40B4-BE49-F238E27FC236}">
                <a16:creationId xmlns:a16="http://schemas.microsoft.com/office/drawing/2014/main" id="{900830E8-5F73-8E2A-E105-4F865FF50FDA}"/>
              </a:ext>
            </a:extLst>
          </p:cNvPr>
          <p:cNvSpPr txBox="1"/>
          <p:nvPr/>
        </p:nvSpPr>
        <p:spPr>
          <a:xfrm>
            <a:off x="400742" y="908347"/>
            <a:ext cx="10989732" cy="4308872"/>
          </a:xfrm>
          <a:prstGeom prst="rect">
            <a:avLst/>
          </a:prstGeom>
          <a:noFill/>
        </p:spPr>
        <p:txBody>
          <a:bodyPr wrap="square" lIns="0" tIns="0" rIns="0" bIns="0" rtlCol="0">
            <a:spAutoFit/>
          </a:bodyPr>
          <a:lstStyle/>
          <a:p>
            <a:pPr marL="342900" indent="-342900" fontAlgn="base">
              <a:spcAft>
                <a:spcPct val="0"/>
              </a:spcAft>
              <a:buFont typeface="+mj-lt"/>
              <a:buAutoNum type="arabicPeriod"/>
              <a:defRPr/>
            </a:pPr>
            <a:r>
              <a:rPr kumimoji="0" lang="en-US" sz="700" b="0" i="0" u="none" strike="noStrike" kern="1200" cap="none" spc="0" normalizeH="0" baseline="0" noProof="0" dirty="0" err="1">
                <a:ln>
                  <a:noFill/>
                </a:ln>
                <a:solidFill>
                  <a:srgbClr val="000000"/>
                </a:solidFill>
                <a:effectLst/>
                <a:uLnTx/>
                <a:uFillTx/>
                <a:latin typeface="Johnson Text"/>
                <a:ea typeface="+mn-ea"/>
                <a:cs typeface="+mn-cs"/>
              </a:rPr>
              <a:t>Tippett</a:t>
            </a:r>
            <a:r>
              <a:rPr kumimoji="0" lang="en-US" sz="700" b="0" i="0" u="none" strike="noStrike" kern="1200" cap="none" spc="0" normalizeH="0" baseline="0" noProof="0" dirty="0">
                <a:ln>
                  <a:noFill/>
                </a:ln>
                <a:solidFill>
                  <a:srgbClr val="000000"/>
                </a:solidFill>
                <a:effectLst/>
                <a:uLnTx/>
                <a:uFillTx/>
                <a:latin typeface="Johnson Text"/>
                <a:ea typeface="+mn-ea"/>
                <a:cs typeface="+mn-cs"/>
              </a:rPr>
              <a:t> S. R. et al: Collecting Data with Palm Technology: Comparing Preoperative Expectations and Postoperative Satisfaction in ​Patients Undergoing Total Knee Arthroplasty, JBJS: </a:t>
            </a:r>
            <a:r>
              <a:rPr kumimoji="0" lang="en-US" sz="700" b="0" i="0" u="none" strike="noStrike" kern="1200" cap="none" spc="0" normalizeH="0" baseline="0" noProof="0" dirty="0">
                <a:ln>
                  <a:noFill/>
                </a:ln>
                <a:solidFill>
                  <a:srgbClr val="000000"/>
                </a:solidFill>
                <a:effectLst/>
                <a:uLnTx/>
                <a:uFillTx/>
                <a:latin typeface="Johnson Text"/>
                <a:ea typeface="+mn-ea"/>
                <a:cs typeface="+mn-cs"/>
                <a:hlinkClick r:id="rId3">
                  <a:extLst>
                    <a:ext uri="{A12FA001-AC4F-418D-AE19-62706E023703}">
                      <ahyp:hlinkClr xmlns:ahyp="http://schemas.microsoft.com/office/drawing/2018/hyperlinkcolor" val="tx"/>
                    </a:ext>
                  </a:extLst>
                </a:hlinkClick>
              </a:rPr>
              <a:t>December 1, 2010 - Volume 92 - Issue Supplement_2 - p 59-67</a:t>
            </a:r>
            <a:r>
              <a:rPr kumimoji="0" lang="en-US" sz="700" b="0" i="0" u="none" strike="noStrike" kern="1200" cap="none" spc="0" normalizeH="0" baseline="0" noProof="0" dirty="0">
                <a:ln>
                  <a:noFill/>
                </a:ln>
                <a:solidFill>
                  <a:srgbClr val="000000"/>
                </a:solidFill>
                <a:effectLst/>
                <a:uLnTx/>
                <a:uFillTx/>
                <a:latin typeface="Johnson Text"/>
                <a:ea typeface="+mn-ea"/>
                <a:cs typeface="+mn-cs"/>
              </a:rPr>
              <a:t> </a:t>
            </a:r>
            <a:r>
              <a:rPr kumimoji="0" lang="en-US" sz="700" b="0" i="0" u="none" strike="noStrike" kern="1200" cap="none" spc="0" normalizeH="0" baseline="0" noProof="0" dirty="0" err="1">
                <a:ln>
                  <a:noFill/>
                </a:ln>
                <a:solidFill>
                  <a:srgbClr val="000000"/>
                </a:solidFill>
                <a:effectLst/>
                <a:uLnTx/>
                <a:uFillTx/>
                <a:latin typeface="Johnson Text"/>
                <a:ea typeface="+mn-ea"/>
                <a:cs typeface="+mn-cs"/>
              </a:rPr>
              <a:t>doi</a:t>
            </a:r>
            <a:r>
              <a:rPr kumimoji="0" lang="en-US" sz="700" b="0" i="0" u="none" strike="noStrike" kern="1200" cap="none" spc="0" normalizeH="0" baseline="0" noProof="0" dirty="0">
                <a:ln>
                  <a:noFill/>
                </a:ln>
                <a:solidFill>
                  <a:srgbClr val="000000"/>
                </a:solidFill>
                <a:effectLst/>
                <a:uLnTx/>
                <a:uFillTx/>
                <a:latin typeface="Johnson Text"/>
                <a:ea typeface="+mn-ea"/>
                <a:cs typeface="+mn-cs"/>
              </a:rPr>
              <a:t>: 10.2106/JBJS.J.00827 Scientific Articles. (M_EM_DPS_JRKN_217451.1)</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0" lang="en-US" sz="700" b="0" i="0" u="none" strike="noStrike" kern="1200" cap="none" spc="0" normalizeH="0" baseline="0" noProof="0" dirty="0">
                <a:ln>
                  <a:noFill/>
                </a:ln>
                <a:solidFill>
                  <a:srgbClr val="000000"/>
                </a:solidFill>
                <a:effectLst/>
                <a:uLnTx/>
                <a:uFillTx/>
                <a:latin typeface="Johnson Text"/>
                <a:ea typeface="+mn-ea"/>
                <a:cs typeface="+mn-cs"/>
              </a:rPr>
              <a:t>National Joint Registry for England, Wales, Northern Ireland and the Isle of Man. Implant Summary Report for DePuy ATTUNE Cemented. Web Site. </a:t>
            </a:r>
            <a:r>
              <a:rPr kumimoji="0" lang="en-US" sz="700" b="0" i="0" u="none" strike="noStrike" kern="1200" cap="none" spc="0" normalizeH="0" baseline="0" noProof="0" dirty="0" err="1">
                <a:ln>
                  <a:noFill/>
                </a:ln>
                <a:solidFill>
                  <a:srgbClr val="000000"/>
                </a:solidFill>
                <a:effectLst/>
                <a:uLnTx/>
                <a:uFillTx/>
                <a:latin typeface="Johnson Text"/>
                <a:ea typeface="+mn-ea"/>
                <a:cs typeface="+mn-cs"/>
              </a:rPr>
              <a:t>www.ATTUNEevidence.com</a:t>
            </a:r>
            <a:r>
              <a:rPr kumimoji="0" lang="en-US" sz="700" b="0" i="0" u="none" strike="noStrike" kern="1200" cap="none" spc="0" normalizeH="0" baseline="0" noProof="0" dirty="0">
                <a:ln>
                  <a:noFill/>
                </a:ln>
                <a:solidFill>
                  <a:srgbClr val="000000"/>
                </a:solidFill>
                <a:effectLst/>
                <a:uLnTx/>
                <a:uFillTx/>
                <a:latin typeface="Johnson Text"/>
                <a:ea typeface="+mn-ea"/>
                <a:cs typeface="+mn-cs"/>
              </a:rPr>
              <a:t> . Accessed 26 February 2025 (M_EM_DPS_JRKN_217461.1)</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Johnson and Johnson MedTech. Vivo Knee Simulator Wear Test – Anatomical Alignment Attune TKA. 2017. Windchill #103384220. (M_US_DPS_JRKN_390282)</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Johnson and Johnson MedTech. Attune Fixed Bearing: Intraoperative ROM Simulation and Pull-Off Test with Lipid and Marrow. 2017. Windchill #103397037. </a:t>
            </a:r>
          </a:p>
          <a:p>
            <a:pPr marL="342900" indent="-342900" fontAlgn="base">
              <a:spcAft>
                <a:spcPct val="0"/>
              </a:spcAft>
              <a:buFont typeface="+mj-lt"/>
              <a:buAutoNum type="arabicPeriod"/>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Johnson and Johnson MedTech. Attune porous tibia micromotion with anatomic and mechanical alignment. 2021. Windchill #103839160. (M_US_DPS_JRKN_390282)(C_EM_DPS_JRKN_390281.EN)</a:t>
            </a:r>
          </a:p>
          <a:p>
            <a:pPr marL="342900" indent="-342900" fontAlgn="base">
              <a:spcAft>
                <a:spcPct val="0"/>
              </a:spcAft>
              <a:buFont typeface="+mj-lt"/>
              <a:buAutoNum type="arabicPeriod"/>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Johnson and Johnson MedTech. Anatomic Alignment Surgical Technique and Patellar Tracking Validation Report. 2017. Windchill #103335944. (C_EM_DPS_JRKN_390281.EN) (M_US_DPS_JRKN_390282)</a:t>
            </a:r>
          </a:p>
          <a:p>
            <a:pPr marL="342900" indent="-342900" fontAlgn="base">
              <a:spcAft>
                <a:spcPct val="0"/>
              </a:spcAft>
              <a:buFont typeface="+mj-lt"/>
              <a:buAutoNum type="arabicPeriod"/>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Spitzer A, Gorab R, Barrett W, et al. Robotic-assisted total knee arthroplasty reduces soft-tissue releases which improves functional outcomes: A retrospective study. Knee. 2024;49:52-61.(C_EM_DPS_JRKN_390281.EN)(M_US_DPS_DGSR_328959.1)</a:t>
            </a:r>
          </a:p>
          <a:p>
            <a:pPr marL="342900" indent="-342900" fontAlgn="base">
              <a:spcAft>
                <a:spcPct val="0"/>
              </a:spcAft>
              <a:buFont typeface="+mj-lt"/>
              <a:buAutoNum type="arabicPeriod"/>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List E, Schutz R, Angst M, Ellenberger L,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Datwyler</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K, Ferguson SJ.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Videofluoroscopic</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Evaluation of the Influence of a Gradually Reducing Femoral Radius on Joint Kinematics During Daily Activities in Total Knee Arthroplasty, Journal of Arthroplasty, 2020; 35 (10), 3010-3030 (M_EM_DPS_JRKN_217508.1) (C_EM_DPS_JRKN_311748.EN)</a:t>
            </a:r>
          </a:p>
          <a:p>
            <a:pPr marL="342900" indent="-342900" fontAlgn="base">
              <a:spcAft>
                <a:spcPct val="0"/>
              </a:spcAft>
              <a:buFont typeface="+mj-lt"/>
              <a:buAutoNum type="arabicPeriod"/>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Pfitzner T,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Moewis</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P, Stein P, et al. Modifications of femoral component design in multi-radius total knee arthroplasty lead to higher lateral posterior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femoro</a:t>
            </a:r>
            <a:r>
              <a:rPr kumimoji="0" lang="en-GB" sz="700" b="0" i="0" u="none" strike="noStrike" kern="1200" cap="none" spc="0" normalizeH="0" baseline="0" noProof="0" dirty="0">
                <a:ln>
                  <a:noFill/>
                </a:ln>
                <a:solidFill>
                  <a:srgbClr val="000000"/>
                </a:solidFill>
                <a:effectLst/>
                <a:uLnTx/>
                <a:uFillTx/>
                <a:latin typeface="Johnson Text"/>
                <a:ea typeface="+mn-ea"/>
                <a:cs typeface="+mn-cs"/>
              </a:rPr>
              <a:t>-tibial translation. Knee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Surg</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Sports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Traumatol</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Arthrosc</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2018;26(6):1645-1655. doi:10.1007_s00167-017-4622-7 (M_EM_DPS_JRKN_217508.1)</a:t>
            </a:r>
          </a:p>
          <a:p>
            <a:pPr marL="342900" indent="-342900" fontAlgn="base">
              <a:spcAft>
                <a:spcPct val="0"/>
              </a:spcAft>
              <a:buFont typeface="+mj-lt"/>
              <a:buAutoNum type="arabicPeriod"/>
              <a:defRPr/>
            </a:pP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Khasian</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M, Sharma A, Fehring TK, Griffin WL, Mason JB,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Komistek</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RD. Kinematic Performance of Gradually Variable Radius Posterior-Stabilized Primary TKA During Various Activities: An In Vivo Study Using Fluoroscopy. J Arthroplasty. 2020;35(4):1101-1108. doi:10.1016_j.arth.2019.10.053 (M_EM_DPS_JRKN_217508.1)</a:t>
            </a:r>
          </a:p>
          <a:p>
            <a:pPr marL="342900" indent="-342900" fontAlgn="base">
              <a:spcAft>
                <a:spcPct val="0"/>
              </a:spcAft>
              <a:buFont typeface="+mj-lt"/>
              <a:buAutoNum type="arabicPeriod"/>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Takagi H,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Asai</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S, Sato A, Maekawa M, Kawashima H,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Kanzaki</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K. Case series report of navigation-based in vivo knee kinematics in total knee arthroplasty with a gradually reducing femoral radius design. Ann Med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Surg</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(Lond). 2017;17:33-37. Published 2017 Mar 29. doi:10.1016_j.amsu.2017.03.032 (M_EM_DPS_JRKN_217508.1)(C_EM_DPS_JRKN_311748.EN)</a:t>
            </a:r>
          </a:p>
          <a:p>
            <a:pPr marL="342900" indent="-342900">
              <a:buFont typeface="+mj-lt"/>
              <a:buAutoNum type="arabicPeriod"/>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National Joint Registry for England, Wales, Northern Ireland and the Isle of Man. Implant Summary Report for DePuy ATTUNE Cemented. Web Site. www.ATTUNEevidence.com . Accessed 26 February 2025 (M_EM_DPS_JRKN_217461.1)</a:t>
            </a:r>
          </a:p>
          <a:p>
            <a:pPr marL="342900" indent="-342900">
              <a:buFont typeface="+mj-lt"/>
              <a:buAutoNum type="arabicPeriod"/>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Alton TB, Severson EP, Ford MC, Lesko J, Leslie IJ (2025) VELYS robotic-assisted total knee arthroplasty: Enhanced accuracy and comparable early outcomes versus manual instrumentation during adoption. J Exp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Orthop</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12:e70163 (M_US_DPS_DGSR_105103.1)</a:t>
            </a:r>
          </a:p>
          <a:p>
            <a:pPr marL="342900" indent="-342900">
              <a:buFont typeface="+mj-lt"/>
              <a:buAutoNum type="arabicPeriod"/>
              <a:defRPr/>
            </a:pPr>
            <a:r>
              <a:rPr lang="en-US" sz="700" dirty="0"/>
              <a:t>Doan, G.W., et al., Image-Free Robotic-Assisted Total Knee Arthroplasty Improves Implant Alignment Accuracy: A Cadaveric Study. J Arthroplasty, 2022. 37(4): p. 795-801.</a:t>
            </a:r>
          </a:p>
          <a:p>
            <a:pPr marL="342900" indent="-342900">
              <a:buFont typeface="+mj-lt"/>
              <a:buAutoNum type="arabicPeriod"/>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Clatworthy M. VELYS Robotic-Assisted Solution (VELYS Robotic-Assisted Solution) Vs.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BrainLab</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Knee3 TKA - Early Outcomes Study. NZOA &amp; AOA Combined Annual Scientific Meeting; 2022; Christchurch (M_US_DPS_DGSR_328488)</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Clary, C.W., et al., The influence of total knee arthroplasty geometry on mid-flexion stability: an experimental and finite element study. J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Biomech</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2013. 46(7): p. 1351-7</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Tsukiyama</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H,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Kuriyama</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S, Kobayashi M, et al. Medial rather than lateral knee instability correlates with inferior patient satisfaction and knee function after total knee arthroplasty. Knee.2017;24(6): 1478-1484. doi:10.1016_j.knee.2017.09.004</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Lustig, S., E.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Servien</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and C.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Batailler</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How to optimize patellar tracking in knee arthroplasty?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Orthop</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Traumatol</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Surg</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Res, 2023. 109(1S): p. 103458</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Almaawi</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AM, Hutt JRB, Masse V, Lavigne M,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Vendittoli</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PA (2017) The Impact of Mechanical and Restricted Kinematic Alignment on Knee Anatomy in Total Knee Arthroplasty. J Arthroplasty 32:2133-2140</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Oussedik</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S, Abdel MP, Victor J,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Pagnano</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MW, Haddad FS (2020) Alignment in total knee arthroplasty. Bone Joint J 102-B:276-279</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Srivastava A, Lee GY,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Steklov</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N, Colwell CW, Jr.,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Ezzet</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KA,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D'Lima</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DD. Effect of tibial component varus on wear in total knee arthroplasty. 5 presented at The Knee; 2012, 2012</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Koutp</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A., et al., Accuracy of Conventional Instrumentation is Dependent on Alignment Philosophy Using the Identical Surgical Technique in Total Knee Arthroplasty. J Knee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Surg</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2024. 37(1): p. 20-25</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DePuy Synthes, PATIENT SPECIFIC ALIGNMENT: TIBIA FIRST SURGICAL TECHNIQUE A BALANCED APPROACH USING BRAINLAB KNEE3 NAVIGATION.2019</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Stryker,MAKO</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TKA™ Surgical Guide. 2016</a:t>
            </a:r>
          </a:p>
          <a:p>
            <a:pPr marL="342900" indent="-342900">
              <a:buFont typeface="+mj-lt"/>
              <a:buAutoNum type="arabicPeriod"/>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DePuy Synthes. Forward dynamics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modeling</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analysis: multi-patient verification report. 2021.Windchill. SEA103845908 (M_US_DPS_JRKN_311748)</a:t>
            </a:r>
          </a:p>
          <a:p>
            <a:pPr marL="342900" indent="-342900">
              <a:buFont typeface="+mj-lt"/>
              <a:buAutoNum type="arabicPeriod"/>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Mane AM,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Komistek</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RD, Heldreth MA. The soft tissue harmony with the knee motion in Cruciate Retaining Arthroplasty, ORS-2021. (C_EM_DPS_JRKN_311748.EN)</a:t>
            </a:r>
          </a:p>
          <a:p>
            <a:pPr marL="342900" indent="-342900">
              <a:buFont typeface="+mj-lt"/>
              <a:buAutoNum type="arabicPeriod"/>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Mane, A., et al., Does Femoral Flange Design Influence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Patellafemoral</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Mechanics in Patient Specific Alignment in ISTA 2023 (C_EM_DPS_JRKN_314345.EN)</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Almaawi</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AM, Hutt JRB, Masse V, Lavigne M,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Vendittoli</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PA (2017) The Impact of Mechanical and Restricted Kinematic Alignment on Knee Anatomy in Total Knee Arthroplasty. J Arthroplasty 32:2133-2140</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Winnock</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de Grave P, Luyckx T, Van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Criekinge</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T, Muller JH,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Ollivier</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B, Van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Eecke</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E, et al. (2023) Inverse kinematic alignment accommodates native coronal knee alignment better in comparison to adjusted mechanical alignment and restricted kinematic alignment. Knee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Surg</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Sports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Traumatol</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Arthrosc</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31:3765-3774</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Oussedik</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S, Abdel MP, Victor J,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Pagnano</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MW, Haddad FS (2020) Alignment in total knee arthroplasty. Bone Joint J 102-B:276-279</a:t>
            </a:r>
          </a:p>
          <a:p>
            <a:pPr>
              <a:defRPr/>
            </a:pPr>
            <a:endParaRPr kumimoji="0" lang="en-GB" sz="700" b="0" i="0" u="none" strike="noStrike" kern="1200" cap="none" spc="0" normalizeH="0" baseline="0" noProof="0" dirty="0">
              <a:ln>
                <a:noFill/>
              </a:ln>
              <a:solidFill>
                <a:srgbClr val="000000"/>
              </a:solidFill>
              <a:effectLst/>
              <a:uLnTx/>
              <a:uFillTx/>
              <a:latin typeface="Johnson Text"/>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en-GB" sz="700" b="0" i="0" u="none" strike="noStrike" kern="1200" cap="none" spc="0" normalizeH="0" baseline="0" noProof="0" dirty="0">
              <a:ln>
                <a:noFill/>
              </a:ln>
              <a:solidFill>
                <a:srgbClr val="000000"/>
              </a:solidFill>
              <a:effectLst/>
              <a:uLnTx/>
              <a:uFillTx/>
              <a:latin typeface="Johnson Tex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700" b="0" i="0" u="none" strike="noStrike" kern="1200" cap="none" spc="0" normalizeH="0" baseline="0" noProof="0" dirty="0">
              <a:ln>
                <a:noFill/>
              </a:ln>
              <a:solidFill>
                <a:srgbClr val="000000"/>
              </a:solidFill>
              <a:effectLst/>
              <a:uLnTx/>
              <a:uFillTx/>
              <a:latin typeface="Johnson Text"/>
              <a:ea typeface="+mn-ea"/>
              <a:cs typeface="+mn-cs"/>
            </a:endParaRPr>
          </a:p>
          <a:p>
            <a:pPr>
              <a:defRPr/>
            </a:pPr>
            <a:endParaRPr kumimoji="0" lang="en-GB" sz="700" b="0" i="0" u="none" strike="noStrike" kern="1200" cap="none" spc="0" normalizeH="0" baseline="0" noProof="0" dirty="0">
              <a:ln>
                <a:noFill/>
              </a:ln>
              <a:solidFill>
                <a:srgbClr val="000000"/>
              </a:solidFill>
              <a:effectLst/>
              <a:uLnTx/>
              <a:uFillTx/>
              <a:latin typeface="Johnson Text"/>
              <a:ea typeface="+mn-ea"/>
              <a:cs typeface="+mn-cs"/>
            </a:endParaRPr>
          </a:p>
        </p:txBody>
      </p:sp>
    </p:spTree>
    <p:extLst>
      <p:ext uri="{BB962C8B-B14F-4D97-AF65-F5344CB8AC3E}">
        <p14:creationId xmlns:p14="http://schemas.microsoft.com/office/powerpoint/2010/main" val="277281198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19AF4-6A61-20CE-B393-A1436DC7867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4405F8-B688-F144-BC95-9BDF0E203A0F}"/>
              </a:ext>
            </a:extLst>
          </p:cNvPr>
          <p:cNvSpPr>
            <a:spLocks noGrp="1"/>
          </p:cNvSpPr>
          <p:nvPr>
            <p:ph type="sldNum" sz="quarter" idx="10"/>
          </p:nvPr>
        </p:nvSpPr>
        <p:spPr/>
        <p:txBody>
          <a:bodyPr/>
          <a:lstStyle/>
          <a:p>
            <a:pPr marL="0" marR="0" lvl="0" indent="0" algn="r" defTabSz="914400" rtl="0" eaLnBrk="1" fontAlgn="auto" latinLnBrk="0" hangingPunct="1">
              <a:lnSpc>
                <a:spcPct val="110000"/>
              </a:lnSpc>
              <a:spcBef>
                <a:spcPts val="600"/>
              </a:spcBef>
              <a:spcAft>
                <a:spcPts val="600"/>
              </a:spcAft>
              <a:buClrTx/>
              <a:buSzTx/>
              <a:buFontTx/>
              <a:buNone/>
              <a:tabLst/>
              <a:defRPr/>
            </a:pPr>
            <a:fld id="{AD816501-AAE5-214E-B100-00C3DC5F5E3F}" type="slidenum">
              <a:rPr kumimoji="0" lang="en-US" sz="900" b="0" i="0" u="none" strike="noStrike" kern="1200" cap="none" spc="0" normalizeH="0" baseline="0" noProof="0" smtClean="0">
                <a:ln>
                  <a:noFill/>
                </a:ln>
                <a:solidFill>
                  <a:srgbClr val="EB1700"/>
                </a:solidFill>
                <a:effectLst/>
                <a:uLnTx/>
                <a:uFillTx/>
                <a:latin typeface="Johnson Text"/>
                <a:ea typeface="+mn-ea"/>
                <a:cs typeface="+mn-cs"/>
              </a:rPr>
              <a:pPr marL="0" marR="0" lvl="0" indent="0" algn="r" defTabSz="914400" rtl="0" eaLnBrk="1" fontAlgn="auto" latinLnBrk="0" hangingPunct="1">
                <a:lnSpc>
                  <a:spcPct val="110000"/>
                </a:lnSpc>
                <a:spcBef>
                  <a:spcPts val="600"/>
                </a:spcBef>
                <a:spcAft>
                  <a:spcPts val="600"/>
                </a:spcAft>
                <a:buClrTx/>
                <a:buSzTx/>
                <a:buFontTx/>
                <a:buNone/>
                <a:tabLst/>
                <a:defRPr/>
              </a:pPr>
              <a:t>9</a:t>
            </a:fld>
            <a:endParaRPr kumimoji="0" lang="en-US" sz="900" b="0" i="0" u="none" strike="noStrike" kern="1200" cap="none" spc="0" normalizeH="0" baseline="0" noProof="0">
              <a:ln>
                <a:noFill/>
              </a:ln>
              <a:solidFill>
                <a:srgbClr val="EB1700"/>
              </a:solidFill>
              <a:effectLst/>
              <a:uLnTx/>
              <a:uFillTx/>
              <a:latin typeface="Johnson Text"/>
              <a:ea typeface="+mn-ea"/>
              <a:cs typeface="+mn-cs"/>
            </a:endParaRPr>
          </a:p>
        </p:txBody>
      </p:sp>
      <p:sp>
        <p:nvSpPr>
          <p:cNvPr id="4" name="Title 2">
            <a:extLst>
              <a:ext uri="{FF2B5EF4-FFF2-40B4-BE49-F238E27FC236}">
                <a16:creationId xmlns:a16="http://schemas.microsoft.com/office/drawing/2014/main" id="{1F9AFC68-32E6-B9DC-F6DB-DE58B162E922}"/>
              </a:ext>
            </a:extLst>
          </p:cNvPr>
          <p:cNvSpPr txBox="1">
            <a:spLocks/>
          </p:cNvSpPr>
          <p:nvPr/>
        </p:nvSpPr>
        <p:spPr bwMode="auto">
          <a:xfrm>
            <a:off x="400742" y="231300"/>
            <a:ext cx="10989732" cy="807806"/>
          </a:xfrm>
          <a:prstGeom prst="rect">
            <a:avLst/>
          </a:prstGeom>
          <a:noFill/>
          <a:ln w="12700">
            <a:noFill/>
            <a:miter lim="800000"/>
            <a:headEnd/>
            <a:tailEnd/>
          </a:ln>
        </p:spPr>
        <p:txBody>
          <a:bodyPr vert="horz" wrap="square" lIns="0" tIns="0" rIns="0" bIns="0" numCol="1" anchor="t" anchorCtr="0" compatLnSpc="1">
            <a:prstTxWarp prst="textNoShape">
              <a:avLst/>
            </a:prstTxWarp>
            <a:noAutofit/>
          </a:bodyPr>
          <a:lstStyle>
            <a:lvl1pPr algn="l" rtl="0" eaLnBrk="1" fontAlgn="base" hangingPunct="1">
              <a:lnSpc>
                <a:spcPct val="100000"/>
              </a:lnSpc>
              <a:spcBef>
                <a:spcPct val="0"/>
              </a:spcBef>
              <a:spcAft>
                <a:spcPct val="0"/>
              </a:spcAft>
              <a:defRPr sz="3200" b="1">
                <a:solidFill>
                  <a:schemeClr val="bg1"/>
                </a:solidFill>
                <a:latin typeface="+mj-lt"/>
                <a:ea typeface="Arial Unicode MS" pitchFamily="-65" charset="0"/>
                <a:cs typeface="Arial Unicode MS" pitchFamily="-65" charset="0"/>
                <a:sym typeface="Arial" pitchFamily="-65" charset="0"/>
              </a:defRPr>
            </a:lvl1pPr>
            <a:lvl2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2pPr>
            <a:lvl3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3pPr>
            <a:lvl4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4pPr>
            <a:lvl5pPr algn="l" rtl="0" eaLnBrk="1" fontAlgn="base" hangingPunct="1">
              <a:lnSpc>
                <a:spcPts val="3360"/>
              </a:lnSpc>
              <a:spcBef>
                <a:spcPct val="0"/>
              </a:spcBef>
              <a:spcAft>
                <a:spcPct val="0"/>
              </a:spcAft>
              <a:defRPr sz="3200">
                <a:solidFill>
                  <a:schemeClr val="tx2"/>
                </a:solidFill>
                <a:latin typeface="Georgia" pitchFamily="-111" charset="0"/>
                <a:ea typeface="Arial Unicode MS" pitchFamily="-65" charset="0"/>
                <a:cs typeface="Arial Unicode MS" pitchFamily="-65" charset="0"/>
                <a:sym typeface="Arial" pitchFamily="-65" charset="0"/>
              </a:defRPr>
            </a:lvl5pPr>
            <a:lvl6pPr marL="288024"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6pPr>
            <a:lvl7pPr marL="576049"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7pPr>
            <a:lvl8pPr marL="864074"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8pPr>
            <a:lvl9pPr marL="1152098" algn="l" rtl="0" eaLnBrk="1" fontAlgn="base" hangingPunct="1">
              <a:spcBef>
                <a:spcPct val="0"/>
              </a:spcBef>
              <a:spcAft>
                <a:spcPct val="0"/>
              </a:spcAft>
              <a:defRPr sz="2600" b="1">
                <a:solidFill>
                  <a:srgbClr val="F30617"/>
                </a:solidFill>
                <a:latin typeface="Arial" pitchFamily="-110" charset="0"/>
                <a:ea typeface="ヒラギノ角ゴ ProN W6" pitchFamily="-110" charset="-128"/>
                <a:cs typeface="ヒラギノ角ゴ ProN W6" pitchFamily="-110" charset="-128"/>
                <a:sym typeface="Arial" pitchFamily="-110"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4000" b="0" i="0" u="none" strike="noStrike" kern="1200" cap="none" spc="0" normalizeH="0" baseline="0" noProof="0" dirty="0">
                <a:ln>
                  <a:noFill/>
                </a:ln>
                <a:solidFill>
                  <a:srgbClr val="EC1500"/>
                </a:solidFill>
                <a:effectLst/>
                <a:uLnTx/>
                <a:uFillTx/>
                <a:latin typeface="Johnson Display"/>
                <a:sym typeface="Arial" pitchFamily="-65" charset="0"/>
              </a:rPr>
              <a:t>References</a:t>
            </a:r>
            <a:endParaRPr kumimoji="0" lang="en-US" sz="4000" b="0" i="0" u="none" strike="noStrike" kern="1200" cap="none" spc="0" normalizeH="0" baseline="0" noProof="0" dirty="0">
              <a:ln>
                <a:noFill/>
              </a:ln>
              <a:solidFill>
                <a:srgbClr val="EC1500"/>
              </a:solidFill>
              <a:effectLst/>
              <a:uLnTx/>
              <a:uFillTx/>
              <a:latin typeface="Johnson Display"/>
              <a:ea typeface="Arial Unicode MS" pitchFamily="-65" charset="0"/>
              <a:cs typeface="Arial Unicode MS" pitchFamily="-65" charset="0"/>
              <a:sym typeface="Arial" pitchFamily="-65" charset="0"/>
            </a:endParaRPr>
          </a:p>
        </p:txBody>
      </p:sp>
      <p:sp>
        <p:nvSpPr>
          <p:cNvPr id="3" name="TextBox 2">
            <a:extLst>
              <a:ext uri="{FF2B5EF4-FFF2-40B4-BE49-F238E27FC236}">
                <a16:creationId xmlns:a16="http://schemas.microsoft.com/office/drawing/2014/main" id="{3987E344-5D32-A377-B33B-01B01CF07081}"/>
              </a:ext>
            </a:extLst>
          </p:cNvPr>
          <p:cNvSpPr txBox="1"/>
          <p:nvPr/>
        </p:nvSpPr>
        <p:spPr>
          <a:xfrm>
            <a:off x="400742" y="908347"/>
            <a:ext cx="10989732" cy="3123932"/>
          </a:xfrm>
          <a:prstGeom prst="rect">
            <a:avLst/>
          </a:prstGeom>
          <a:noFill/>
        </p:spPr>
        <p:txBody>
          <a:bodyPr wrap="square" lIns="0" tIns="0" rIns="0" bIns="0"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31"/>
              <a:tabLst/>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DePuy Synthes, ATTUNE® KNEE SYSTEM FEMUR FIRST ANATOMIC ALIGNMENT SURGICAL TECHNIQUE. 2017</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31"/>
              <a:tabLst/>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Johnson &amp; Johnson and its affiliates. VELYS™ Robotic-Assisted Solution for Total Knee. Surgical Technique, Femur First Approach (November 2024). Windchill Report 103744585 Rev J</a:t>
            </a:r>
          </a:p>
          <a:p>
            <a:pPr marL="342900" indent="-342900">
              <a:buFont typeface="+mj-lt"/>
              <a:buAutoNum type="arabicPeriod" startAt="31"/>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Maag C, Cracaoanu I, Langhorn J, Heldreth M (2021) Total knee replacement wear during simulated gait with mechanical and anatomic alignments. Proc Inst Mech Eng H 235:515-52</a:t>
            </a:r>
            <a:r>
              <a:rPr lang="en-GB" sz="700" dirty="0">
                <a:solidFill>
                  <a:srgbClr val="000000"/>
                </a:solidFill>
                <a:latin typeface="Johnson Text"/>
              </a:rPr>
              <a:t> (M_EM_ORT_JRKN_396989)</a:t>
            </a:r>
            <a:endParaRPr kumimoji="0" lang="en-GB" sz="700" b="0" i="0" u="none" strike="noStrike" kern="1200" cap="none" spc="0" normalizeH="0" baseline="0" noProof="0" dirty="0">
              <a:ln>
                <a:noFill/>
              </a:ln>
              <a:solidFill>
                <a:srgbClr val="000000"/>
              </a:solidFill>
              <a:effectLst/>
              <a:uLnTx/>
              <a:uFillTx/>
              <a:latin typeface="Johnson Text"/>
              <a:ea typeface="+mn-ea"/>
              <a:cs typeface="+mn-cs"/>
            </a:endParaRPr>
          </a:p>
          <a:p>
            <a:pPr marL="342900" indent="-342900">
              <a:buFont typeface="+mj-lt"/>
              <a:buAutoNum type="arabicPeriod" startAt="31"/>
              <a:defRPr/>
            </a:pP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Murgier</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J, Clatworthy M. Variable rotation of the femur does not affect outcome with patient specific alignment navigated balanced TKA. Knee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Surg</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Sports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Traumatol</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Arthrosc</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2022;30(2):517-526. https://</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pubmed.ncbi.nlm.nih.gov</a:t>
            </a:r>
            <a:r>
              <a:rPr kumimoji="0" lang="en-GB" sz="700" b="0" i="0" u="none" strike="noStrike" kern="1200" cap="none" spc="0" normalizeH="0" baseline="0" noProof="0" dirty="0">
                <a:ln>
                  <a:noFill/>
                </a:ln>
                <a:solidFill>
                  <a:srgbClr val="000000"/>
                </a:solidFill>
                <a:effectLst/>
                <a:uLnTx/>
                <a:uFillTx/>
                <a:latin typeface="Johnson Text"/>
                <a:ea typeface="+mn-ea"/>
                <a:cs typeface="+mn-cs"/>
              </a:rPr>
              <a:t>/32783080/. Accessed March 3, 2025. (M_EM_ORT_JRKN_396987)</a:t>
            </a:r>
            <a:endParaRPr lang="en-GB" sz="700" dirty="0">
              <a:solidFill>
                <a:srgbClr val="000000"/>
              </a:solidFill>
              <a:latin typeface="Johnson Text"/>
            </a:endParaRPr>
          </a:p>
          <a:p>
            <a:pPr marL="342900" indent="-342900">
              <a:buFont typeface="+mj-lt"/>
              <a:buAutoNum type="arabicPeriod" startAt="31"/>
              <a:defRPr/>
            </a:pP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Shichman</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I, Hadad A, Brandstetter AS, Ashkenazi I,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Warschwaski</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Y, Gold A, et al. (2024) Better restoration of joint line obliquity in tibia first restricted kinematic alignment versus mechanical alignment TKA. Archives of Orthopaedic and Trauma Surgery;10.1007/s00402-024-05551-8 (M_EM_ORT_DGSR_396986)</a:t>
            </a:r>
          </a:p>
          <a:p>
            <a:pPr marL="342900" indent="-342900">
              <a:buFont typeface="+mj-lt"/>
              <a:buAutoNum type="arabicPeriod" startAt="31"/>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Maag C,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Peckenpaugh</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E, Metcalfe A, Langhorn J, Heldreth M. INFLUENCE OF ALIGNMENT-SPECIFIC PHYSIOLOGICAL LOADING FOLLOWING INTRAOPERATIVE LIPID/MARROW INFILTRATION AND INTRAOPERATIVE MOTIONS UPON TIBIAL IMPLANT FIXATION. Orthopaedic Proceedings 2020;102-B(SUPP_1):32 (M_EM_ORT_JRKN_396989)</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31"/>
              <a:tabLst/>
              <a:defRPr/>
            </a:pP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Elbuluk</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AM, Jerabek S,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Suhardi</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J,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Sculco</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P,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Ast</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M,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Vigdorchik</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JM (2022) Head-to-Head Comparison of Kinematic Alignment versus Mechanical Alignment for Total Knee Arthroplasty. J Arthroplasty;10.1016/j.arth.2022.01.052</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31"/>
              <a:tabLst/>
              <a:defRPr/>
            </a:pP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Winnock</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de Grave P,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Kellens</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J, Tampere T,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Vermue</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H, Luyckx T,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Claeys</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K (2022) Clinical outcomes in TKA are enhanced by both robotic assistance and patient specific alignment: a comparative trial in 120 patients. Arch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Orthop</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Trauma Surg;10.1007/s00402-022-04636-6</a:t>
            </a:r>
          </a:p>
          <a:p>
            <a:pPr marL="342900" indent="-342900">
              <a:buFont typeface="+mj-lt"/>
              <a:buAutoNum type="arabicPeriod" startAt="31"/>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Ho JPY,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Jagota</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I, Twiggs J, Liu DW (2024) Robotic-Assisted Total Knee Arthroplasty Results in Shorter Navigation Working Time With Similar Clinical Outcomes Compared to Computer-Navigated Total Knee Arthroplasty. J Arthroplasty;10.1016/j.arth.2024.09.026 (M_EM_ORT_DGSR_396988)</a:t>
            </a:r>
          </a:p>
          <a:p>
            <a:pPr marL="342900" indent="-342900">
              <a:buFont typeface="+mj-lt"/>
              <a:buAutoNum type="arabicPeriod" startAt="31"/>
              <a:defRPr/>
            </a:pP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Bourgeault</a:t>
            </a:r>
            <a:r>
              <a:rPr kumimoji="0" lang="en-GB" sz="700" b="0" i="0" u="none" strike="noStrike" kern="1200" cap="none" spc="0" normalizeH="0" baseline="0" noProof="0" dirty="0">
                <a:ln>
                  <a:noFill/>
                </a:ln>
                <a:solidFill>
                  <a:srgbClr val="000000"/>
                </a:solidFill>
                <a:effectLst/>
                <a:uLnTx/>
                <a:uFillTx/>
                <a:latin typeface="Johnson Text"/>
                <a:ea typeface="+mn-ea"/>
                <a:cs typeface="+mn-cs"/>
              </a:rPr>
              <a:t>-Gagnon Y, Salmon LJ, Lyons MC (2024) Robotic-Assisted Total Knee Arthroplasty Improves Accuracy and Reproducibility of the Polyethylene Insert Thickness Compared to Manual Instrumentation or Navigation: A Retrospective Cohort Study. Arthroplasty Today 30 (M_EM_ORT_DGSR_396988)</a:t>
            </a:r>
          </a:p>
          <a:p>
            <a:pPr marL="342900" indent="-342900">
              <a:buFont typeface="+mj-lt"/>
              <a:buAutoNum type="arabicPeriod" startAt="31"/>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Doan GW, Van Avery A, Courtis RP, Leslie IJ, Hoeffel D, Clary C. Improvement in Primary Resection Accuracy with Image Free Robotic Assisted Total Knee Arthroplasty Compared to Computer Assisted Surgery (CAS). THE 21ST ANNUAL MEETING OF THE INTERNATIONAL SOCIETY FOR COMPUTER ASSISTED ORTHOPAEDIC SURGERY; 2022; Brest, France (M_EM_ORT_DGSR_396988)</a:t>
            </a:r>
          </a:p>
          <a:p>
            <a:pPr marL="342900" indent="-342900">
              <a:buFont typeface="+mj-lt"/>
              <a:buAutoNum type="arabicPeriod" startAt="31"/>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Huang P, Cross M, Gupta A et al. Early Clinical and Economic Outcomes for the VELYS Robotic-Assisted Solution Compared with Manual Instrumentation for Total Knee Arthroplasty. J Knee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Surg</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2024;37:864–872. (C_EM_DPS_JRKN_390281.EN)</a:t>
            </a:r>
          </a:p>
          <a:p>
            <a:pPr marL="342900" indent="-342900">
              <a:buFont typeface="+mj-lt"/>
              <a:buAutoNum type="arabicPeriod" startAt="31"/>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Clary, C.W., Wright, A.P., Komosa, M.C., Maletsky, L.P. (2012b). The effect of patella medialization on patellofemoral kinematics after total knee replacement. 18th Congress of the European Society of Biomechanics (ESB); 29: 1262. (C_EM_DPS_JRKN_314345.EN)</a:t>
            </a:r>
          </a:p>
          <a:p>
            <a:pPr marL="342900" indent="-342900">
              <a:buFont typeface="+mj-lt"/>
              <a:buAutoNum type="arabicPeriod" startAt="31"/>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Fitzpatrick CK, Clary CW,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Rullkoetter</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PJ. The role of patient, surgical, and implant design variation in total knee replacement performance. Journal of Biomechanics. 2012;45:2092-2102. (C_EM_DPS_JRKN_314345.EN)</a:t>
            </a:r>
          </a:p>
          <a:p>
            <a:pPr marL="342900" indent="-342900">
              <a:buFont typeface="+mj-lt"/>
              <a:buAutoNum type="arabicPeriod" startAt="31"/>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Barrett D, Wright, A., ATTUNE Knee System: GLIDERIGHT Articulation Whitepaper. (C_EM_DPS_JRKN_314345.EN)</a:t>
            </a:r>
          </a:p>
          <a:p>
            <a:pPr marL="342900" indent="-342900">
              <a:buFont typeface="+mj-lt"/>
              <a:buAutoNum type="arabicPeriod" startAt="31"/>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Deacy J, Fitzpatrick C. Comparison of Natural and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Unresurfaced</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Patellofemoral Mechanics. ORS 2012. Poster #1062. (C_EM_DPS_JRKN_314345.EN)</a:t>
            </a:r>
          </a:p>
          <a:p>
            <a:pPr marL="342900" indent="-342900">
              <a:buFont typeface="+mj-lt"/>
              <a:buAutoNum type="arabicPeriod" startAt="31"/>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Clary CW, Fitzpatrick CK, Maletsky LP,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Rullkoetter</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PJ, Probabilistic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Modeling</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of Fem Component Overhang. ORS Poster #1988. 2012. (C_EM_DPS_JRKN_314345.EN)</a:t>
            </a:r>
          </a:p>
          <a:p>
            <a:pPr marL="342900" indent="-342900">
              <a:buFont typeface="+mj-lt"/>
              <a:buAutoNum type="arabicPeriod" startAt="31"/>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Fitzpatrick C, Baldwin M. Identifying Alignment Parameters Affecting Implanted Patellofemoral Mechanics. J. of </a:t>
            </a:r>
            <a:r>
              <a:rPr kumimoji="0" lang="en-GB" sz="700" b="0" i="0" u="none" strike="noStrike" kern="1200" cap="none" spc="0" normalizeH="0" baseline="0" noProof="0" dirty="0" err="1">
                <a:ln>
                  <a:noFill/>
                </a:ln>
                <a:solidFill>
                  <a:srgbClr val="000000"/>
                </a:solidFill>
                <a:effectLst/>
                <a:uLnTx/>
                <a:uFillTx/>
                <a:latin typeface="Johnson Text"/>
                <a:ea typeface="+mn-ea"/>
                <a:cs typeface="+mn-cs"/>
              </a:rPr>
              <a:t>Orthopedic</a:t>
            </a:r>
            <a:r>
              <a:rPr kumimoji="0" lang="en-GB" sz="700" b="0" i="0" u="none" strike="noStrike" kern="1200" cap="none" spc="0" normalizeH="0" baseline="0" noProof="0" dirty="0">
                <a:ln>
                  <a:noFill/>
                </a:ln>
                <a:solidFill>
                  <a:srgbClr val="000000"/>
                </a:solidFill>
                <a:effectLst/>
                <a:uLnTx/>
                <a:uFillTx/>
                <a:latin typeface="Johnson Text"/>
                <a:ea typeface="+mn-ea"/>
                <a:cs typeface="+mn-cs"/>
              </a:rPr>
              <a:t> Research. JULY 2012. 1167-75. (C_EM_DPS_JRKN_314345.EN)</a:t>
            </a:r>
          </a:p>
          <a:p>
            <a:pPr marL="342900" indent="-342900">
              <a:buFont typeface="+mj-lt"/>
              <a:buAutoNum type="arabicPeriod" startAt="31"/>
              <a:defRPr/>
            </a:pPr>
            <a:r>
              <a:rPr kumimoji="0" lang="en-GB" sz="700" b="0" i="0" u="none" strike="noStrike" kern="1200" cap="none" spc="0" normalizeH="0" baseline="0" noProof="0" dirty="0">
                <a:ln>
                  <a:noFill/>
                </a:ln>
                <a:solidFill>
                  <a:srgbClr val="000000"/>
                </a:solidFill>
                <a:effectLst/>
                <a:uLnTx/>
                <a:uFillTx/>
                <a:latin typeface="Johnson Text"/>
                <a:ea typeface="+mn-ea"/>
                <a:cs typeface="+mn-cs"/>
              </a:rPr>
              <a:t>Johnson &amp; Johnson MedTech (DePuy Synthes) IFU - ATTUNE Total Knee System - Fixed Bearing and Rotating Platform Bearing Knee. 0902-60-062_elFU Rev. A. (C_EM_DPS_JRKN_314345.EN)</a:t>
            </a:r>
          </a:p>
          <a:p>
            <a:pPr marL="342900" indent="-342900">
              <a:buFont typeface="+mj-lt"/>
              <a:buAutoNum type="arabicPeriod" startAt="31"/>
              <a:defRPr/>
            </a:pPr>
            <a:r>
              <a:rPr lang="en-US" sz="700" dirty="0"/>
              <a:t>Johnson &amp; Johnson and its affiliates. VELYS™ Robotic-Assisted Solution for </a:t>
            </a:r>
            <a:r>
              <a:rPr lang="en-US" sz="700" dirty="0" err="1"/>
              <a:t>Unicompartmental</a:t>
            </a:r>
            <a:r>
              <a:rPr lang="en-US" sz="700" dirty="0"/>
              <a:t> Knee Surgical Technique Guide. Rev B. May 27, 2025. Windchill #501965473.</a:t>
            </a:r>
          </a:p>
          <a:p>
            <a:pPr marL="342900" indent="-342900">
              <a:buFont typeface="+mj-lt"/>
              <a:buAutoNum type="arabicPeriod" startAt="31"/>
              <a:defRPr/>
            </a:pPr>
            <a:r>
              <a:rPr lang="en-US" sz="700" dirty="0"/>
              <a:t>Collins M, Lavigne M, Girard J, </a:t>
            </a:r>
            <a:r>
              <a:rPr lang="en-US" sz="700" dirty="0" err="1"/>
              <a:t>Vendittoli</a:t>
            </a:r>
            <a:r>
              <a:rPr lang="en-US" sz="700" dirty="0"/>
              <a:t> PA (2012) Joint perception after hip or knee replacement surgery. </a:t>
            </a:r>
            <a:r>
              <a:rPr lang="en-US" sz="700" dirty="0" err="1"/>
              <a:t>Orthop</a:t>
            </a:r>
            <a:r>
              <a:rPr lang="en-US" sz="700" dirty="0"/>
              <a:t> </a:t>
            </a:r>
            <a:r>
              <a:rPr lang="en-US" sz="700" dirty="0" err="1"/>
              <a:t>Traumatol</a:t>
            </a:r>
            <a:r>
              <a:rPr lang="en-US" sz="700" dirty="0"/>
              <a:t> Surg Res 98:275-280</a:t>
            </a:r>
            <a:endParaRPr kumimoji="0" lang="en-GB" sz="700" b="0" i="0" u="none" strike="noStrike" kern="1200" cap="none" spc="0" normalizeH="0" baseline="0" noProof="0" dirty="0">
              <a:ln>
                <a:noFill/>
              </a:ln>
              <a:solidFill>
                <a:srgbClr val="000000"/>
              </a:solidFill>
              <a:effectLst/>
              <a:uLnTx/>
              <a:uFillTx/>
              <a:ea typeface="+mn-ea"/>
              <a:cs typeface="+mn-cs"/>
            </a:endParaRPr>
          </a:p>
          <a:p>
            <a:pPr marL="342900" indent="-342900">
              <a:buFont typeface="+mj-lt"/>
              <a:buAutoNum type="arabicPeriod" startAt="31"/>
              <a:defRPr/>
            </a:pPr>
            <a:endParaRPr kumimoji="0" lang="en-GB" sz="700" b="0" i="0" u="none" strike="noStrike" kern="1200" cap="none" spc="0" normalizeH="0" baseline="0" noProof="0" dirty="0">
              <a:ln>
                <a:noFill/>
              </a:ln>
              <a:solidFill>
                <a:srgbClr val="000000"/>
              </a:solidFill>
              <a:effectLst/>
              <a:uLnTx/>
              <a:uFillTx/>
              <a:latin typeface="Johnson Text"/>
              <a:ea typeface="+mn-ea"/>
              <a:cs typeface="+mn-cs"/>
            </a:endParaRPr>
          </a:p>
          <a:p>
            <a:pPr marL="342900" indent="-342900">
              <a:buFont typeface="+mj-lt"/>
              <a:buAutoNum type="arabicPeriod" startAt="31"/>
              <a:defRPr/>
            </a:pPr>
            <a:endParaRPr kumimoji="0" lang="en-GB" sz="700" b="0" i="0" u="none" strike="noStrike" kern="1200" cap="none" spc="0" normalizeH="0" baseline="0" noProof="0" dirty="0">
              <a:ln>
                <a:noFill/>
              </a:ln>
              <a:solidFill>
                <a:srgbClr val="000000"/>
              </a:solidFill>
              <a:effectLst/>
              <a:uLnTx/>
              <a:uFillTx/>
              <a:latin typeface="Johnson Text"/>
              <a:ea typeface="+mn-ea"/>
              <a:cs typeface="+mn-cs"/>
            </a:endParaRPr>
          </a:p>
          <a:p>
            <a:pPr marL="342900" indent="-342900">
              <a:buFont typeface="+mj-lt"/>
              <a:buAutoNum type="arabicPeriod" startAt="31"/>
              <a:defRPr/>
            </a:pPr>
            <a:endParaRPr kumimoji="0" lang="en-GB" sz="700" b="0" i="0" u="none" strike="noStrike" kern="1200" cap="none" spc="0" normalizeH="0" baseline="0" noProof="0" dirty="0">
              <a:ln>
                <a:noFill/>
              </a:ln>
              <a:solidFill>
                <a:srgbClr val="000000"/>
              </a:solidFill>
              <a:effectLst/>
              <a:uLnTx/>
              <a:uFillTx/>
              <a:latin typeface="Johnson Text"/>
              <a:ea typeface="+mn-ea"/>
              <a:cs typeface="+mn-cs"/>
            </a:endParaRPr>
          </a:p>
        </p:txBody>
      </p:sp>
      <p:sp>
        <p:nvSpPr>
          <p:cNvPr id="5" name="TextBox 4">
            <a:extLst>
              <a:ext uri="{FF2B5EF4-FFF2-40B4-BE49-F238E27FC236}">
                <a16:creationId xmlns:a16="http://schemas.microsoft.com/office/drawing/2014/main" id="{6E99AA89-61F6-9B81-F324-F1F57BA2F8B2}"/>
              </a:ext>
            </a:extLst>
          </p:cNvPr>
          <p:cNvSpPr txBox="1"/>
          <p:nvPr/>
        </p:nvSpPr>
        <p:spPr>
          <a:xfrm>
            <a:off x="3032044" y="6303535"/>
            <a:ext cx="7896421" cy="323165"/>
          </a:xfrm>
          <a:prstGeom prst="rect">
            <a:avLst/>
          </a:prstGeom>
          <a:noFill/>
        </p:spPr>
        <p:txBody>
          <a:bodyPr wrap="square" lIns="0" tIns="0" rIns="0" bIns="0" rtlCol="0">
            <a:spAutoFit/>
          </a:bodyPr>
          <a:lstStyle/>
          <a:p>
            <a:r>
              <a:rPr lang="en-US" sz="700" kern="1200" dirty="0">
                <a:solidFill>
                  <a:schemeClr val="tx1"/>
                </a:solidFill>
                <a:latin typeface="+mn-lt"/>
                <a:ea typeface="+mn-ea"/>
                <a:cs typeface="+mn-cs"/>
              </a:rPr>
              <a:t>Important information: Prior to use, refer to the instructions for use supplied with the device(s) for indications, contraindications, side effects, warnings and precautions.</a:t>
            </a:r>
          </a:p>
          <a:p>
            <a:r>
              <a:rPr lang="en-US" sz="700" kern="1200" dirty="0">
                <a:solidFill>
                  <a:schemeClr val="tx1"/>
                </a:solidFill>
                <a:latin typeface="+mn-lt"/>
                <a:ea typeface="+mn-ea"/>
                <a:cs typeface="+mn-cs"/>
              </a:rPr>
              <a:t>The third-party trademarks used herein are the trademarks of their respective owners.</a:t>
            </a:r>
          </a:p>
          <a:p>
            <a:r>
              <a:rPr lang="en-US" sz="700" kern="1200" dirty="0">
                <a:solidFill>
                  <a:schemeClr val="tx1"/>
                </a:solidFill>
                <a:latin typeface="+mn-lt"/>
                <a:ea typeface="+mn-ea"/>
                <a:cs typeface="+mn-cs"/>
              </a:rPr>
              <a:t>© Johnson &amp; Johnson and its affiliates 2025.</a:t>
            </a:r>
            <a:r>
              <a:rPr lang="en-US" sz="700" dirty="0"/>
              <a:t> C_M_EM_ORT_DGSR_399044.EN</a:t>
            </a:r>
            <a:r>
              <a:rPr lang="en-US" sz="700" kern="1200" dirty="0">
                <a:solidFill>
                  <a:schemeClr val="tx1"/>
                </a:solidFill>
                <a:latin typeface="+mn-lt"/>
                <a:ea typeface="+mn-ea"/>
                <a:cs typeface="+mn-cs"/>
              </a:rPr>
              <a:t> </a:t>
            </a:r>
          </a:p>
        </p:txBody>
      </p:sp>
    </p:spTree>
    <p:custDataLst>
      <p:tags r:id="rId1"/>
    </p:custDataLst>
    <p:extLst>
      <p:ext uri="{BB962C8B-B14F-4D97-AF65-F5344CB8AC3E}">
        <p14:creationId xmlns:p14="http://schemas.microsoft.com/office/powerpoint/2010/main" val="343774988"/>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ision at J&amp;J">
  <a:themeElements>
    <a:clrScheme name="Johnson and Johnson 1">
      <a:dk1>
        <a:srgbClr val="000000"/>
      </a:dk1>
      <a:lt1>
        <a:srgbClr val="FFFFFF"/>
      </a:lt1>
      <a:dk2>
        <a:srgbClr val="F9F7F6"/>
      </a:dk2>
      <a:lt2>
        <a:srgbClr val="564C47"/>
      </a:lt2>
      <a:accent1>
        <a:srgbClr val="EB1700"/>
      </a:accent1>
      <a:accent2>
        <a:srgbClr val="000000"/>
      </a:accent2>
      <a:accent3>
        <a:srgbClr val="C1BBB3"/>
      </a:accent3>
      <a:accent4>
        <a:srgbClr val="004685"/>
      </a:accent4>
      <a:accent5>
        <a:srgbClr val="69D0FF"/>
      </a:accent5>
      <a:accent6>
        <a:srgbClr val="541980"/>
      </a:accent6>
      <a:hlink>
        <a:srgbClr val="000000"/>
      </a:hlink>
      <a:folHlink>
        <a:srgbClr val="000000"/>
      </a:folHlink>
    </a:clrScheme>
    <a:fontScheme name="J&amp;J">
      <a:majorFont>
        <a:latin typeface="Johnson Display"/>
        <a:ea typeface=""/>
        <a:cs typeface=""/>
      </a:majorFont>
      <a:minorFont>
        <a:latin typeface="Johnson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latin typeface="+mn-lt"/>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85750" indent="-285750" algn="l">
          <a:buFont typeface="Arial" panose="020B0604020202020204" pitchFamily="34" charset="0"/>
          <a:buChar char="•"/>
          <a:defRPr sz="1800" kern="1200" dirty="0" err="1" smtClean="0">
            <a:solidFill>
              <a:schemeClr val="tx1"/>
            </a:solidFill>
            <a:latin typeface="+mn-lt"/>
            <a:ea typeface="+mn-ea"/>
            <a:cs typeface="+mn-cs"/>
          </a:defRPr>
        </a:defPPr>
      </a:lstStyle>
    </a:txDef>
  </a:objectDefaults>
  <a:extraClrSchemeLst/>
  <a:custClrLst>
    <a:custClr name="Yellow 01">
      <a:srgbClr val="FBE058"/>
    </a:custClr>
    <a:custClr name="Orange 03">
      <a:srgbClr val="FF6017"/>
    </a:custClr>
    <a:custClr name="Maroon 05">
      <a:srgbClr val="9E0000"/>
    </a:custClr>
    <a:custClr name="Violet 01">
      <a:srgbClr val="B19BEB"/>
    </a:custClr>
    <a:custClr name="Violet 03">
      <a:srgbClr val="8C3BBB"/>
    </a:custClr>
    <a:custClr name="Violet 05">
      <a:srgbClr val="541980"/>
    </a:custClr>
    <a:custClr name="Blue 01">
      <a:srgbClr val="69D0FF"/>
    </a:custClr>
    <a:custClr name="Blue 03">
      <a:srgbClr val="0F68B2"/>
    </a:custClr>
    <a:custClr name="Blue 05">
      <a:srgbClr val="004685"/>
    </a:custClr>
    <a:custClr name="Green 01">
      <a:srgbClr val="53CE76"/>
    </a:custClr>
    <a:custClr name="Green 03">
      <a:srgbClr val="328714"/>
    </a:custClr>
    <a:custClr name="Green 05">
      <a:srgbClr val="3B5A0D"/>
    </a:custClr>
    <a:custClr name="Warm Gray 01">
      <a:srgbClr val="F9F8F7"/>
    </a:custClr>
    <a:custClr name="Warm Gray 02">
      <a:srgbClr val="F1EFED"/>
    </a:custClr>
    <a:custClr name="Warm Gray 03">
      <a:srgbClr val="E8E6E3"/>
    </a:custClr>
    <a:custClr name="Warm Gray 04">
      <a:srgbClr val="D5CFC9"/>
    </a:custClr>
    <a:custClr name="Warm Gray 05">
      <a:srgbClr val="C1BBB3"/>
    </a:custClr>
    <a:custClr name="Warm Gray 06">
      <a:srgbClr val="A39992"/>
    </a:custClr>
    <a:custClr name="Warm Gray 07">
      <a:srgbClr val="81766F"/>
    </a:custClr>
    <a:custClr name="Warm Gray 08">
      <a:srgbClr val="564C47"/>
    </a:custClr>
  </a:custClrLst>
  <a:extLst>
    <a:ext uri="{05A4C25C-085E-4340-85A3-A5531E510DB2}">
      <thm15:themeFamily xmlns:thm15="http://schemas.microsoft.com/office/thememl/2012/main" name="Presentation3" id="{E2161197-F85E-9544-866F-6B83E3133AA0}" vid="{1A9D1624-294E-3D4C-80C3-9AD3DEAEDA0B}"/>
    </a:ext>
  </a:extLst>
</a:theme>
</file>

<file path=ppt/theme/theme2.xml><?xml version="1.0" encoding="utf-8"?>
<a:theme xmlns:a="http://schemas.openxmlformats.org/drawingml/2006/main" name="Johnson and Johnson MedTech">
  <a:themeElements>
    <a:clrScheme name="JNJ">
      <a:dk1>
        <a:srgbClr val="000000"/>
      </a:dk1>
      <a:lt1>
        <a:srgbClr val="FFFFFF"/>
      </a:lt1>
      <a:dk2>
        <a:srgbClr val="EB1700"/>
      </a:dk2>
      <a:lt2>
        <a:srgbClr val="564C47"/>
      </a:lt2>
      <a:accent1>
        <a:srgbClr val="EB1700"/>
      </a:accent1>
      <a:accent2>
        <a:srgbClr val="000000"/>
      </a:accent2>
      <a:accent3>
        <a:srgbClr val="C4BDB6"/>
      </a:accent3>
      <a:accent4>
        <a:srgbClr val="004686"/>
      </a:accent4>
      <a:accent5>
        <a:srgbClr val="68D2FF"/>
      </a:accent5>
      <a:accent6>
        <a:srgbClr val="541981"/>
      </a:accent6>
      <a:hlink>
        <a:srgbClr val="000000"/>
      </a:hlink>
      <a:folHlink>
        <a:srgbClr val="000000"/>
      </a:folHlink>
    </a:clrScheme>
    <a:fontScheme name="J&amp;J">
      <a:majorFont>
        <a:latin typeface="Johnson Display"/>
        <a:ea typeface=""/>
        <a:cs typeface=""/>
      </a:majorFont>
      <a:minorFont>
        <a:latin typeface="Johnson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latin typeface="+mn-lt"/>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triangl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00" kern="1200" dirty="0" err="1" smtClean="0">
            <a:solidFill>
              <a:schemeClr val="tx1"/>
            </a:solidFill>
            <a:latin typeface="+mn-lt"/>
            <a:ea typeface="+mn-ea"/>
            <a:cs typeface="+mn-cs"/>
          </a:defRPr>
        </a:defPPr>
      </a:lstStyle>
    </a:txDef>
  </a:objectDefaults>
  <a:extraClrSchemeLst/>
  <a:extLst>
    <a:ext uri="{05A4C25C-085E-4340-85A3-A5531E510DB2}">
      <thm15:themeFamily xmlns:thm15="http://schemas.microsoft.com/office/thememl/2012/main" name="JNJ_PPT_MedTech_R4_v4" id="{6070D9AC-FE48-3D4D-8EA6-02EA9AA017AC}" vid="{F3E105B0-D17D-3D4F-8626-D66E890EC29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ca48ea3-8c75-4d36-b64f-70604b11fd22}" enabled="1" method="Standard" siteId="{3ac94b33-9135-4821-9502-eafda6592a35}" removed="0"/>
</clbl:labelList>
</file>

<file path=docProps/app.xml><?xml version="1.0" encoding="utf-8"?>
<Properties xmlns="http://schemas.openxmlformats.org/officeDocument/2006/extended-properties" xmlns:vt="http://schemas.openxmlformats.org/officeDocument/2006/docPropsVTypes">
  <TotalTime>370</TotalTime>
  <Words>4859</Words>
  <Application>Microsoft Office PowerPoint</Application>
  <PresentationFormat>Widescreen</PresentationFormat>
  <Paragraphs>241</Paragraphs>
  <Slides>9</Slides>
  <Notes>9</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9</vt:i4>
      </vt:variant>
    </vt:vector>
  </HeadingPairs>
  <TitlesOfParts>
    <vt:vector size="21" baseType="lpstr">
      <vt:lpstr>ＭＳ Ｐゴシック</vt:lpstr>
      <vt:lpstr>Aptos</vt:lpstr>
      <vt:lpstr>Arial</vt:lpstr>
      <vt:lpstr>Arial Unicode MS</vt:lpstr>
      <vt:lpstr>Calibri</vt:lpstr>
      <vt:lpstr>Johnson Display</vt:lpstr>
      <vt:lpstr>Johnson Text</vt:lpstr>
      <vt:lpstr>Roboto</vt:lpstr>
      <vt:lpstr>ヒラギノ角ゴ ProN W3</vt:lpstr>
      <vt:lpstr>Vision at J&amp;J</vt:lpstr>
      <vt:lpstr>Johnson and Johnson MedTech</vt:lpstr>
      <vt:lpstr>think-cell Slide</vt:lpstr>
      <vt:lpstr>1. Restore natural knee function Empowering Kinematic Restoration of the Knee to restore natural Knee function </vt:lpstr>
      <vt:lpstr>PowerPoint Presentation</vt:lpstr>
      <vt:lpstr>Kinematic  Restoration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Leslie, Ian [DPYGB]</dc:creator>
  <cp:lastModifiedBy>Stubbs, Ashley [DPYUS NON-J&amp;J]</cp:lastModifiedBy>
  <cp:revision>18</cp:revision>
  <dcterms:created xsi:type="dcterms:W3CDTF">2025-03-19T16:51:05Z</dcterms:created>
  <dcterms:modified xsi:type="dcterms:W3CDTF">2025-12-03T15:16:59Z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B950F0F4-27E3-4414-BDE0-DE13B98B0CBD</vt:lpwstr>
  </property>
  <property fmtid="{D5CDD505-2E9C-101B-9397-08002B2CF9AE}" pid="3" name="ArticulatePath">
    <vt:lpwstr>https://jnj-my.sharepoint.com/personal/astubbs1_its_jnj_com/Documents/Documents/AMP Submission/C_M_EM_ORT_DGSR_399044.EN/Solutions In Motion - Kinematic Restoration - Clinical Value Proposition_C_M_EM_ORT_DGSR_399044.EN v3</vt:lpwstr>
  </property>
</Properties>
</file>